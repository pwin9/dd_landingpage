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9.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60.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63.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64.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65.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66.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4" r:id="rId4"/>
  </p:sldMasterIdLst>
  <p:notesMasterIdLst>
    <p:notesMasterId r:id="rId88"/>
  </p:notesMasterIdLst>
  <p:handoutMasterIdLst>
    <p:handoutMasterId r:id="rId89"/>
  </p:handoutMasterIdLst>
  <p:sldIdLst>
    <p:sldId id="1300" r:id="rId5"/>
    <p:sldId id="1301" r:id="rId6"/>
    <p:sldId id="1302" r:id="rId7"/>
    <p:sldId id="1303" r:id="rId8"/>
    <p:sldId id="1304" r:id="rId9"/>
    <p:sldId id="1305" r:id="rId10"/>
    <p:sldId id="1306" r:id="rId11"/>
    <p:sldId id="1307" r:id="rId12"/>
    <p:sldId id="1308" r:id="rId13"/>
    <p:sldId id="1309" r:id="rId14"/>
    <p:sldId id="1310" r:id="rId15"/>
    <p:sldId id="1361" r:id="rId16"/>
    <p:sldId id="1311" r:id="rId17"/>
    <p:sldId id="1312" r:id="rId18"/>
    <p:sldId id="1313" r:id="rId19"/>
    <p:sldId id="1314" r:id="rId20"/>
    <p:sldId id="1315" r:id="rId21"/>
    <p:sldId id="1316" r:id="rId22"/>
    <p:sldId id="1358" r:id="rId23"/>
    <p:sldId id="1359" r:id="rId24"/>
    <p:sldId id="339" r:id="rId25"/>
    <p:sldId id="1317" r:id="rId26"/>
    <p:sldId id="351" r:id="rId27"/>
    <p:sldId id="353" r:id="rId28"/>
    <p:sldId id="1318" r:id="rId29"/>
    <p:sldId id="352" r:id="rId30"/>
    <p:sldId id="411" r:id="rId31"/>
    <p:sldId id="1319" r:id="rId32"/>
    <p:sldId id="1320" r:id="rId33"/>
    <p:sldId id="354" r:id="rId34"/>
    <p:sldId id="412" r:id="rId35"/>
    <p:sldId id="1321" r:id="rId36"/>
    <p:sldId id="359" r:id="rId37"/>
    <p:sldId id="360" r:id="rId38"/>
    <p:sldId id="1360" r:id="rId39"/>
    <p:sldId id="1322" r:id="rId40"/>
    <p:sldId id="1323" r:id="rId41"/>
    <p:sldId id="1324" r:id="rId42"/>
    <p:sldId id="363" r:id="rId43"/>
    <p:sldId id="364" r:id="rId44"/>
    <p:sldId id="394" r:id="rId45"/>
    <p:sldId id="365" r:id="rId46"/>
    <p:sldId id="399" r:id="rId47"/>
    <p:sldId id="400" r:id="rId48"/>
    <p:sldId id="368" r:id="rId49"/>
    <p:sldId id="369" r:id="rId50"/>
    <p:sldId id="370" r:id="rId51"/>
    <p:sldId id="367" r:id="rId52"/>
    <p:sldId id="1325" r:id="rId53"/>
    <p:sldId id="1326" r:id="rId54"/>
    <p:sldId id="1327" r:id="rId55"/>
    <p:sldId id="1328" r:id="rId56"/>
    <p:sldId id="1329" r:id="rId57"/>
    <p:sldId id="1330" r:id="rId58"/>
    <p:sldId id="1331" r:id="rId59"/>
    <p:sldId id="372" r:id="rId60"/>
    <p:sldId id="373" r:id="rId61"/>
    <p:sldId id="1332" r:id="rId62"/>
    <p:sldId id="1333" r:id="rId63"/>
    <p:sldId id="1334" r:id="rId64"/>
    <p:sldId id="375" r:id="rId65"/>
    <p:sldId id="1335" r:id="rId66"/>
    <p:sldId id="1336" r:id="rId67"/>
    <p:sldId id="1337" r:id="rId68"/>
    <p:sldId id="1338" r:id="rId69"/>
    <p:sldId id="1340" r:id="rId70"/>
    <p:sldId id="1341" r:id="rId71"/>
    <p:sldId id="1342" r:id="rId72"/>
    <p:sldId id="1343" r:id="rId73"/>
    <p:sldId id="1344" r:id="rId74"/>
    <p:sldId id="1345" r:id="rId75"/>
    <p:sldId id="1346" r:id="rId76"/>
    <p:sldId id="1347" r:id="rId77"/>
    <p:sldId id="1348" r:id="rId78"/>
    <p:sldId id="1349" r:id="rId79"/>
    <p:sldId id="1350" r:id="rId80"/>
    <p:sldId id="1351" r:id="rId81"/>
    <p:sldId id="1352" r:id="rId82"/>
    <p:sldId id="1353" r:id="rId83"/>
    <p:sldId id="1354" r:id="rId84"/>
    <p:sldId id="1355" r:id="rId85"/>
    <p:sldId id="1356" r:id="rId86"/>
    <p:sldId id="1357" r:id="rId87"/>
  </p:sldIdLst>
  <p:sldSz cx="12192000" cy="6858000"/>
  <p:notesSz cx="6858000" cy="9144000"/>
  <p:custDataLst>
    <p:tags r:id="rId90"/>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tfactory" initials="CF" lastIdx="5" clrIdx="0">
    <p:extLst>
      <p:ext uri="{19B8F6BF-5375-455C-9EA6-DF929625EA0E}">
        <p15:presenceInfo xmlns:p15="http://schemas.microsoft.com/office/powerpoint/2012/main" userId="Chartfactory" providerId="None"/>
      </p:ext>
    </p:extLst>
  </p:cmAuthor>
  <p:cmAuthor id="2" name="Franziska Dieterle" initials="FD" lastIdx="1" clrIdx="1">
    <p:extLst>
      <p:ext uri="{19B8F6BF-5375-455C-9EA6-DF929625EA0E}">
        <p15:presenceInfo xmlns:p15="http://schemas.microsoft.com/office/powerpoint/2012/main" userId="S::dieterle@db-law.de::3caa39e3-071f-456a-97fb-48575fc59681" providerId="AD"/>
      </p:ext>
    </p:extLst>
  </p:cmAuthor>
  <p:cmAuthor id="3" name="Sebastian Haas" initials="sh" lastIdx="19" clrIdx="2">
    <p:extLst>
      <p:ext uri="{19B8F6BF-5375-455C-9EA6-DF929625EA0E}">
        <p15:presenceInfo xmlns:p15="http://schemas.microsoft.com/office/powerpoint/2012/main" userId="Sebastian Haas" providerId="None"/>
      </p:ext>
    </p:extLst>
  </p:cmAuthor>
  <p:cmAuthor id="4" name="Constanze HOFMANN" initials="CH" lastIdx="15" clrIdx="3">
    <p:extLst>
      <p:ext uri="{19B8F6BF-5375-455C-9EA6-DF929625EA0E}">
        <p15:presenceInfo xmlns:p15="http://schemas.microsoft.com/office/powerpoint/2012/main" userId="Constanze HOFMAN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AA49"/>
    <a:srgbClr val="F2F5FA"/>
    <a:srgbClr val="5391B4"/>
    <a:srgbClr val="D6AD44"/>
    <a:srgbClr val="DFC79D"/>
    <a:srgbClr val="EFF5F4"/>
    <a:srgbClr val="BCA981"/>
    <a:srgbClr val="F6EFE5"/>
    <a:srgbClr val="171918"/>
    <a:srgbClr val="BCD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5203D1-0874-47B2-8635-EA0096FA98B9}" v="48" dt="2026-09-14T06:52:59.238"/>
    <p1510:client id="{407DD415-FC78-4C0F-8B52-FED6672722E4}" v="201" dt="2026-09-13T22:36:16.487"/>
    <p1510:client id="{4B0CF9F3-53C4-4DC1-8DA8-D3A009E0E4F6}" v="1" dt="2026-09-13T10:06:29.16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handoutMaster" Target="handoutMasters/handout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ags" Target="tags/tag1.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notesMaster" Target="notesMasters/notesMaster1.xml"/><Relationship Id="rId91" Type="http://schemas.openxmlformats.org/officeDocument/2006/relationships/commentAuthors" Target="commentAuthors.xml"/><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50_3A976668.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Tabelle1!$B$1</c:f>
              <c:strCache>
                <c:ptCount val="1"/>
                <c:pt idx="0">
                  <c:v>Y-Werte</c:v>
                </c:pt>
              </c:strCache>
            </c:strRef>
          </c:tx>
          <c:spPr>
            <a:solidFill>
              <a:schemeClr val="accent1">
                <a:alpha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de-DE"/>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Tabelle1!$A$2:$A$4</c:f>
              <c:numCache>
                <c:formatCode>General</c:formatCode>
                <c:ptCount val="3"/>
                <c:pt idx="0">
                  <c:v>0.7</c:v>
                </c:pt>
                <c:pt idx="1">
                  <c:v>1.8</c:v>
                </c:pt>
                <c:pt idx="2">
                  <c:v>2.6</c:v>
                </c:pt>
              </c:numCache>
            </c:numRef>
          </c:xVal>
          <c:yVal>
            <c:numRef>
              <c:f>Tabelle1!$B$2:$B$4</c:f>
              <c:numCache>
                <c:formatCode>General</c:formatCode>
                <c:ptCount val="3"/>
                <c:pt idx="0">
                  <c:v>2.7</c:v>
                </c:pt>
                <c:pt idx="1">
                  <c:v>3.2</c:v>
                </c:pt>
                <c:pt idx="2">
                  <c:v>0.8</c:v>
                </c:pt>
              </c:numCache>
            </c:numRef>
          </c:yVal>
          <c:bubbleSize>
            <c:numRef>
              <c:f>Tabelle1!$C$2:$C$4</c:f>
              <c:numCache>
                <c:formatCode>General</c:formatCode>
                <c:ptCount val="3"/>
                <c:pt idx="0">
                  <c:v>10</c:v>
                </c:pt>
                <c:pt idx="1">
                  <c:v>4</c:v>
                </c:pt>
                <c:pt idx="2">
                  <c:v>8</c:v>
                </c:pt>
              </c:numCache>
            </c:numRef>
          </c:bubbleSize>
          <c:bubble3D val="0"/>
          <c:extLst>
            <c:ext xmlns:c16="http://schemas.microsoft.com/office/drawing/2014/chart" uri="{C3380CC4-5D6E-409C-BE32-E72D297353CC}">
              <c16:uniqueId val="{00000000-93AD-4953-BF84-E8F99B82CC68}"/>
            </c:ext>
          </c:extLst>
        </c:ser>
        <c:dLbls>
          <c:showLegendKey val="0"/>
          <c:showVal val="0"/>
          <c:showCatName val="0"/>
          <c:showSerName val="0"/>
          <c:showPercent val="0"/>
          <c:showBubbleSize val="0"/>
        </c:dLbls>
        <c:bubbleScale val="100"/>
        <c:showNegBubbles val="0"/>
        <c:axId val="783070440"/>
        <c:axId val="783069720"/>
      </c:bubbleChart>
      <c:valAx>
        <c:axId val="783070440"/>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783069720"/>
        <c:crosses val="autoZero"/>
        <c:crossBetween val="midCat"/>
      </c:valAx>
      <c:valAx>
        <c:axId val="78306972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78307044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261CCB-119A-439E-8839-1615AADC7D1C}"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de-DE"/>
        </a:p>
      </dgm:t>
    </dgm:pt>
    <dgm:pt modelId="{9DEB7B76-85A1-4DC2-B731-91BD3B0AB7BA}">
      <dgm:prSet phldrT="[Text]"/>
      <dgm:spPr>
        <a:solidFill>
          <a:schemeClr val="bg1">
            <a:lumMod val="50000"/>
          </a:schemeClr>
        </a:solidFill>
      </dgm:spPr>
      <dgm:t>
        <a:bodyPr/>
        <a:lstStyle/>
        <a:p>
          <a:r>
            <a:rPr lang="de-DE" dirty="0"/>
            <a:t>Problem</a:t>
          </a:r>
        </a:p>
      </dgm:t>
    </dgm:pt>
    <dgm:pt modelId="{7FF712AE-BE52-4D41-9207-59CA371E70C8}" type="parTrans" cxnId="{71C7CECE-ABDF-4BF1-9180-C1CE5561A907}">
      <dgm:prSet/>
      <dgm:spPr/>
      <dgm:t>
        <a:bodyPr/>
        <a:lstStyle/>
        <a:p>
          <a:endParaRPr lang="de-DE"/>
        </a:p>
      </dgm:t>
    </dgm:pt>
    <dgm:pt modelId="{C7C908FC-5886-42BD-9AEC-4EAEE077B54E}" type="sibTrans" cxnId="{71C7CECE-ABDF-4BF1-9180-C1CE5561A907}">
      <dgm:prSet/>
      <dgm:spPr>
        <a:solidFill>
          <a:schemeClr val="accent1"/>
        </a:solidFill>
      </dgm:spPr>
      <dgm:t>
        <a:bodyPr/>
        <a:lstStyle/>
        <a:p>
          <a:endParaRPr lang="de-DE"/>
        </a:p>
      </dgm:t>
    </dgm:pt>
    <dgm:pt modelId="{C37E5764-306C-443C-AE9D-63CDB09DFCF0}">
      <dgm:prSet phldrT="[Text]"/>
      <dgm:spPr>
        <a:solidFill>
          <a:schemeClr val="bg1">
            <a:lumMod val="65000"/>
          </a:schemeClr>
        </a:solidFill>
      </dgm:spPr>
      <dgm:t>
        <a:bodyPr/>
        <a:lstStyle/>
        <a:p>
          <a:r>
            <a:rPr lang="de-DE" dirty="0"/>
            <a:t>„Welche ist die beste Datenbank?“</a:t>
          </a:r>
        </a:p>
      </dgm:t>
    </dgm:pt>
    <dgm:pt modelId="{B8EA256D-1050-4AF0-A4E5-0227CDECDA58}" type="parTrans" cxnId="{BC2C2C38-F8EB-461A-BF32-840C0A6BB8DB}">
      <dgm:prSet/>
      <dgm:spPr/>
      <dgm:t>
        <a:bodyPr/>
        <a:lstStyle/>
        <a:p>
          <a:endParaRPr lang="de-DE"/>
        </a:p>
      </dgm:t>
    </dgm:pt>
    <dgm:pt modelId="{17B20DEB-886C-4850-BA54-E87EC8D25746}" type="sibTrans" cxnId="{BC2C2C38-F8EB-461A-BF32-840C0A6BB8DB}">
      <dgm:prSet/>
      <dgm:spPr>
        <a:solidFill>
          <a:schemeClr val="accent1">
            <a:lumMod val="60000"/>
            <a:lumOff val="40000"/>
          </a:schemeClr>
        </a:solidFill>
      </dgm:spPr>
      <dgm:t>
        <a:bodyPr/>
        <a:lstStyle/>
        <a:p>
          <a:endParaRPr lang="de-DE"/>
        </a:p>
      </dgm:t>
    </dgm:pt>
    <dgm:pt modelId="{9DD6626B-258D-4138-A023-A6B942B40C92}">
      <dgm:prSet phldrT="[Text]"/>
      <dgm:spPr>
        <a:solidFill>
          <a:schemeClr val="bg1">
            <a:lumMod val="75000"/>
          </a:schemeClr>
        </a:solidFill>
      </dgm:spPr>
      <dgm:t>
        <a:bodyPr/>
        <a:lstStyle/>
        <a:p>
          <a:r>
            <a:rPr lang="de-DE" dirty="0"/>
            <a:t>Es kommt darauf an!</a:t>
          </a:r>
        </a:p>
      </dgm:t>
    </dgm:pt>
    <dgm:pt modelId="{F7FEDC80-ACF3-433D-9CB1-167A017EF8FD}" type="sibTrans" cxnId="{E19EE772-5E09-4F3F-BE8D-FEF8D4EB61EC}">
      <dgm:prSet/>
      <dgm:spPr/>
      <dgm:t>
        <a:bodyPr/>
        <a:lstStyle/>
        <a:p>
          <a:endParaRPr lang="de-DE"/>
        </a:p>
      </dgm:t>
    </dgm:pt>
    <dgm:pt modelId="{E78B9593-7D79-46E8-9C15-E612B70BA39C}" type="parTrans" cxnId="{E19EE772-5E09-4F3F-BE8D-FEF8D4EB61EC}">
      <dgm:prSet/>
      <dgm:spPr/>
      <dgm:t>
        <a:bodyPr/>
        <a:lstStyle/>
        <a:p>
          <a:endParaRPr lang="de-DE"/>
        </a:p>
      </dgm:t>
    </dgm:pt>
    <dgm:pt modelId="{90CB9002-AE0C-4709-AE60-C6B6F8AAD320}" type="pres">
      <dgm:prSet presAssocID="{3A261CCB-119A-439E-8839-1615AADC7D1C}" presName="diagram" presStyleCnt="0">
        <dgm:presLayoutVars>
          <dgm:dir/>
          <dgm:resizeHandles val="exact"/>
        </dgm:presLayoutVars>
      </dgm:prSet>
      <dgm:spPr/>
    </dgm:pt>
    <dgm:pt modelId="{A0DF36DB-304A-42BD-B70C-D4A1A6531B28}" type="pres">
      <dgm:prSet presAssocID="{9DEB7B76-85A1-4DC2-B731-91BD3B0AB7BA}" presName="node" presStyleLbl="node1" presStyleIdx="0" presStyleCnt="3" custScaleX="148060">
        <dgm:presLayoutVars>
          <dgm:bulletEnabled val="1"/>
        </dgm:presLayoutVars>
      </dgm:prSet>
      <dgm:spPr/>
    </dgm:pt>
    <dgm:pt modelId="{87EA44CE-11F2-48B7-93FD-7CE35DB4F520}" type="pres">
      <dgm:prSet presAssocID="{C7C908FC-5886-42BD-9AEC-4EAEE077B54E}" presName="sibTrans" presStyleLbl="sibTrans2D1" presStyleIdx="0" presStyleCnt="2"/>
      <dgm:spPr/>
    </dgm:pt>
    <dgm:pt modelId="{DFFAB294-5A90-462F-8D7B-5BA579F53B83}" type="pres">
      <dgm:prSet presAssocID="{C7C908FC-5886-42BD-9AEC-4EAEE077B54E}" presName="connectorText" presStyleLbl="sibTrans2D1" presStyleIdx="0" presStyleCnt="2"/>
      <dgm:spPr/>
    </dgm:pt>
    <dgm:pt modelId="{28B7B06A-B710-4A0D-9D05-1D03887FA66D}" type="pres">
      <dgm:prSet presAssocID="{C37E5764-306C-443C-AE9D-63CDB09DFCF0}" presName="node" presStyleLbl="node1" presStyleIdx="1" presStyleCnt="3" custScaleX="148060">
        <dgm:presLayoutVars>
          <dgm:bulletEnabled val="1"/>
        </dgm:presLayoutVars>
      </dgm:prSet>
      <dgm:spPr/>
    </dgm:pt>
    <dgm:pt modelId="{862626F8-49DD-414B-A91E-69D32168F0A9}" type="pres">
      <dgm:prSet presAssocID="{17B20DEB-886C-4850-BA54-E87EC8D25746}" presName="sibTrans" presStyleLbl="sibTrans2D1" presStyleIdx="1" presStyleCnt="2"/>
      <dgm:spPr/>
    </dgm:pt>
    <dgm:pt modelId="{A9675D6D-D47B-4D32-9CB0-4001D0E0CF01}" type="pres">
      <dgm:prSet presAssocID="{17B20DEB-886C-4850-BA54-E87EC8D25746}" presName="connectorText" presStyleLbl="sibTrans2D1" presStyleIdx="1" presStyleCnt="2"/>
      <dgm:spPr/>
    </dgm:pt>
    <dgm:pt modelId="{DC3425B5-2D59-4205-B125-D735BCD31538}" type="pres">
      <dgm:prSet presAssocID="{9DD6626B-258D-4138-A023-A6B942B40C92}" presName="node" presStyleLbl="node1" presStyleIdx="2" presStyleCnt="3" custScaleX="148060" custLinFactNeighborX="437">
        <dgm:presLayoutVars>
          <dgm:bulletEnabled val="1"/>
        </dgm:presLayoutVars>
      </dgm:prSet>
      <dgm:spPr/>
    </dgm:pt>
  </dgm:ptLst>
  <dgm:cxnLst>
    <dgm:cxn modelId="{A1C6B115-1B8D-43F7-9C1C-33E26AD8957B}" type="presOf" srcId="{C37E5764-306C-443C-AE9D-63CDB09DFCF0}" destId="{28B7B06A-B710-4A0D-9D05-1D03887FA66D}" srcOrd="0" destOrd="0" presId="urn:microsoft.com/office/officeart/2005/8/layout/process5"/>
    <dgm:cxn modelId="{96C5871D-EEF0-48AA-A341-31CEAB8ACD39}" type="presOf" srcId="{9DEB7B76-85A1-4DC2-B731-91BD3B0AB7BA}" destId="{A0DF36DB-304A-42BD-B70C-D4A1A6531B28}" srcOrd="0" destOrd="0" presId="urn:microsoft.com/office/officeart/2005/8/layout/process5"/>
    <dgm:cxn modelId="{13B75E2C-D5E6-4F1C-B262-FBEF997604D4}" type="presOf" srcId="{9DD6626B-258D-4138-A023-A6B942B40C92}" destId="{DC3425B5-2D59-4205-B125-D735BCD31538}" srcOrd="0" destOrd="0" presId="urn:microsoft.com/office/officeart/2005/8/layout/process5"/>
    <dgm:cxn modelId="{80E8DD30-C611-4243-8DFB-2F865D9D9E89}" type="presOf" srcId="{17B20DEB-886C-4850-BA54-E87EC8D25746}" destId="{A9675D6D-D47B-4D32-9CB0-4001D0E0CF01}" srcOrd="1" destOrd="0" presId="urn:microsoft.com/office/officeart/2005/8/layout/process5"/>
    <dgm:cxn modelId="{BC2C2C38-F8EB-461A-BF32-840C0A6BB8DB}" srcId="{3A261CCB-119A-439E-8839-1615AADC7D1C}" destId="{C37E5764-306C-443C-AE9D-63CDB09DFCF0}" srcOrd="1" destOrd="0" parTransId="{B8EA256D-1050-4AF0-A4E5-0227CDECDA58}" sibTransId="{17B20DEB-886C-4850-BA54-E87EC8D25746}"/>
    <dgm:cxn modelId="{2A4FEE43-D93B-4338-B7E7-CD721EC55374}" type="presOf" srcId="{3A261CCB-119A-439E-8839-1615AADC7D1C}" destId="{90CB9002-AE0C-4709-AE60-C6B6F8AAD320}" srcOrd="0" destOrd="0" presId="urn:microsoft.com/office/officeart/2005/8/layout/process5"/>
    <dgm:cxn modelId="{D504C04C-D982-461E-B940-635F96667C32}" type="presOf" srcId="{C7C908FC-5886-42BD-9AEC-4EAEE077B54E}" destId="{DFFAB294-5A90-462F-8D7B-5BA579F53B83}" srcOrd="1" destOrd="0" presId="urn:microsoft.com/office/officeart/2005/8/layout/process5"/>
    <dgm:cxn modelId="{E19EE772-5E09-4F3F-BE8D-FEF8D4EB61EC}" srcId="{3A261CCB-119A-439E-8839-1615AADC7D1C}" destId="{9DD6626B-258D-4138-A023-A6B942B40C92}" srcOrd="2" destOrd="0" parTransId="{E78B9593-7D79-46E8-9C15-E612B70BA39C}" sibTransId="{F7FEDC80-ACF3-433D-9CB1-167A017EF8FD}"/>
    <dgm:cxn modelId="{96013CA6-9631-4A69-9763-DE42D1E79661}" type="presOf" srcId="{17B20DEB-886C-4850-BA54-E87EC8D25746}" destId="{862626F8-49DD-414B-A91E-69D32168F0A9}" srcOrd="0" destOrd="0" presId="urn:microsoft.com/office/officeart/2005/8/layout/process5"/>
    <dgm:cxn modelId="{71C7CECE-ABDF-4BF1-9180-C1CE5561A907}" srcId="{3A261CCB-119A-439E-8839-1615AADC7D1C}" destId="{9DEB7B76-85A1-4DC2-B731-91BD3B0AB7BA}" srcOrd="0" destOrd="0" parTransId="{7FF712AE-BE52-4D41-9207-59CA371E70C8}" sibTransId="{C7C908FC-5886-42BD-9AEC-4EAEE077B54E}"/>
    <dgm:cxn modelId="{8351DEFF-ADF8-46C1-8E1D-2B87C969595F}" type="presOf" srcId="{C7C908FC-5886-42BD-9AEC-4EAEE077B54E}" destId="{87EA44CE-11F2-48B7-93FD-7CE35DB4F520}" srcOrd="0" destOrd="0" presId="urn:microsoft.com/office/officeart/2005/8/layout/process5"/>
    <dgm:cxn modelId="{C4C46732-114D-4D56-A6CB-DDED64D277C6}" type="presParOf" srcId="{90CB9002-AE0C-4709-AE60-C6B6F8AAD320}" destId="{A0DF36DB-304A-42BD-B70C-D4A1A6531B28}" srcOrd="0" destOrd="0" presId="urn:microsoft.com/office/officeart/2005/8/layout/process5"/>
    <dgm:cxn modelId="{9D9A8DBB-62A0-40B6-B231-BC9231C7D20E}" type="presParOf" srcId="{90CB9002-AE0C-4709-AE60-C6B6F8AAD320}" destId="{87EA44CE-11F2-48B7-93FD-7CE35DB4F520}" srcOrd="1" destOrd="0" presId="urn:microsoft.com/office/officeart/2005/8/layout/process5"/>
    <dgm:cxn modelId="{FA91F41B-75F2-445D-B404-9ADF6EB939B3}" type="presParOf" srcId="{87EA44CE-11F2-48B7-93FD-7CE35DB4F520}" destId="{DFFAB294-5A90-462F-8D7B-5BA579F53B83}" srcOrd="0" destOrd="0" presId="urn:microsoft.com/office/officeart/2005/8/layout/process5"/>
    <dgm:cxn modelId="{C9792FDC-3937-46BA-A250-5456F7A1E340}" type="presParOf" srcId="{90CB9002-AE0C-4709-AE60-C6B6F8AAD320}" destId="{28B7B06A-B710-4A0D-9D05-1D03887FA66D}" srcOrd="2" destOrd="0" presId="urn:microsoft.com/office/officeart/2005/8/layout/process5"/>
    <dgm:cxn modelId="{7F441DE6-83E1-4FF0-96D8-8541FADCEEAD}" type="presParOf" srcId="{90CB9002-AE0C-4709-AE60-C6B6F8AAD320}" destId="{862626F8-49DD-414B-A91E-69D32168F0A9}" srcOrd="3" destOrd="0" presId="urn:microsoft.com/office/officeart/2005/8/layout/process5"/>
    <dgm:cxn modelId="{1AE4F598-79A8-4F86-A9F1-C14D4536112C}" type="presParOf" srcId="{862626F8-49DD-414B-A91E-69D32168F0A9}" destId="{A9675D6D-D47B-4D32-9CB0-4001D0E0CF01}" srcOrd="0" destOrd="0" presId="urn:microsoft.com/office/officeart/2005/8/layout/process5"/>
    <dgm:cxn modelId="{B3D3CA95-49F7-423E-BD0E-E9A32180265C}" type="presParOf" srcId="{90CB9002-AE0C-4709-AE60-C6B6F8AAD320}" destId="{DC3425B5-2D59-4205-B125-D735BCD31538}"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E6FABF-C625-4EAC-9309-F433E677B4ED}" type="doc">
      <dgm:prSet loTypeId="urn:microsoft.com/office/officeart/2005/8/layout/process1" loCatId="process" qsTypeId="urn:microsoft.com/office/officeart/2005/8/quickstyle/simple1" qsCatId="simple" csTypeId="urn:microsoft.com/office/officeart/2005/8/colors/accent1_2" csCatId="accent1" phldr="1"/>
      <dgm:spPr/>
    </dgm:pt>
    <dgm:pt modelId="{849CAA32-CA15-44F9-A974-781B7C3D61ED}">
      <dgm:prSet phldrT="[Text]"/>
      <dgm:spPr/>
      <dgm:t>
        <a:bodyPr/>
        <a:lstStyle/>
        <a:p>
          <a:r>
            <a:rPr lang="de-DE" dirty="0"/>
            <a:t>System A</a:t>
          </a:r>
        </a:p>
      </dgm:t>
    </dgm:pt>
    <dgm:pt modelId="{6B4B73C4-4028-48D1-8381-5634EB2BBA56}" type="parTrans" cxnId="{73F3D251-E2A1-48CB-9F77-2CE631CCDCDA}">
      <dgm:prSet/>
      <dgm:spPr/>
      <dgm:t>
        <a:bodyPr/>
        <a:lstStyle/>
        <a:p>
          <a:endParaRPr lang="de-DE"/>
        </a:p>
      </dgm:t>
    </dgm:pt>
    <dgm:pt modelId="{9BFF5EB8-2050-422D-B733-5FEB80DB6163}" type="sibTrans" cxnId="{73F3D251-E2A1-48CB-9F77-2CE631CCDCDA}">
      <dgm:prSet/>
      <dgm:spPr/>
      <dgm:t>
        <a:bodyPr/>
        <a:lstStyle/>
        <a:p>
          <a:endParaRPr lang="de-DE"/>
        </a:p>
      </dgm:t>
    </dgm:pt>
    <dgm:pt modelId="{35AAA7E8-6FB4-4E49-81DB-0C8620654829}">
      <dgm:prSet phldrT="[Text]"/>
      <dgm:spPr/>
      <dgm:t>
        <a:bodyPr/>
        <a:lstStyle/>
        <a:p>
          <a:r>
            <a:rPr lang="de-DE" dirty="0"/>
            <a:t>Anfrage</a:t>
          </a:r>
        </a:p>
      </dgm:t>
    </dgm:pt>
    <dgm:pt modelId="{D0DFE44E-D224-4D45-8497-153AA6AC84A0}" type="parTrans" cxnId="{33C95668-D825-4FC5-BBE1-4C69B4F42B34}">
      <dgm:prSet/>
      <dgm:spPr/>
      <dgm:t>
        <a:bodyPr/>
        <a:lstStyle/>
        <a:p>
          <a:endParaRPr lang="de-DE"/>
        </a:p>
      </dgm:t>
    </dgm:pt>
    <dgm:pt modelId="{BDC99CEE-676F-4B51-AB58-43D13772AEC1}" type="sibTrans" cxnId="{33C95668-D825-4FC5-BBE1-4C69B4F42B34}">
      <dgm:prSet/>
      <dgm:spPr/>
      <dgm:t>
        <a:bodyPr/>
        <a:lstStyle/>
        <a:p>
          <a:endParaRPr lang="de-DE"/>
        </a:p>
      </dgm:t>
    </dgm:pt>
    <dgm:pt modelId="{01B79621-5C47-450F-ABCC-2D9A5F435AAD}">
      <dgm:prSet phldrT="[Text]"/>
      <dgm:spPr/>
      <dgm:t>
        <a:bodyPr/>
        <a:lstStyle/>
        <a:p>
          <a:r>
            <a:rPr lang="de-DE" dirty="0"/>
            <a:t>System B</a:t>
          </a:r>
        </a:p>
      </dgm:t>
    </dgm:pt>
    <dgm:pt modelId="{4B7BA312-A79D-4C22-ADB5-87FB29297DDB}" type="parTrans" cxnId="{B37E6BCE-ED27-4688-848F-6F27A695CC8E}">
      <dgm:prSet/>
      <dgm:spPr/>
      <dgm:t>
        <a:bodyPr/>
        <a:lstStyle/>
        <a:p>
          <a:endParaRPr lang="de-DE"/>
        </a:p>
      </dgm:t>
    </dgm:pt>
    <dgm:pt modelId="{F96D9237-4B4B-463F-BAB4-3D5D87894F0A}" type="sibTrans" cxnId="{B37E6BCE-ED27-4688-848F-6F27A695CC8E}">
      <dgm:prSet/>
      <dgm:spPr/>
      <dgm:t>
        <a:bodyPr/>
        <a:lstStyle/>
        <a:p>
          <a:endParaRPr lang="de-DE"/>
        </a:p>
      </dgm:t>
    </dgm:pt>
    <dgm:pt modelId="{7302BA35-9BA8-47C8-BBAA-CFA6D1717701}" type="pres">
      <dgm:prSet presAssocID="{C9E6FABF-C625-4EAC-9309-F433E677B4ED}" presName="Name0" presStyleCnt="0">
        <dgm:presLayoutVars>
          <dgm:dir/>
          <dgm:resizeHandles val="exact"/>
        </dgm:presLayoutVars>
      </dgm:prSet>
      <dgm:spPr/>
    </dgm:pt>
    <dgm:pt modelId="{4FDB8E2D-0EAD-4AF8-9C82-9F501A5787D1}" type="pres">
      <dgm:prSet presAssocID="{849CAA32-CA15-44F9-A974-781B7C3D61ED}" presName="node" presStyleLbl="node1" presStyleIdx="0" presStyleCnt="3">
        <dgm:presLayoutVars>
          <dgm:bulletEnabled val="1"/>
        </dgm:presLayoutVars>
      </dgm:prSet>
      <dgm:spPr/>
    </dgm:pt>
    <dgm:pt modelId="{003533E3-C11D-4584-8610-92F472477693}" type="pres">
      <dgm:prSet presAssocID="{9BFF5EB8-2050-422D-B733-5FEB80DB6163}" presName="sibTrans" presStyleLbl="sibTrans2D1" presStyleIdx="0" presStyleCnt="2"/>
      <dgm:spPr/>
    </dgm:pt>
    <dgm:pt modelId="{563222CD-7DD0-41E1-A342-B62A13947BB5}" type="pres">
      <dgm:prSet presAssocID="{9BFF5EB8-2050-422D-B733-5FEB80DB6163}" presName="connectorText" presStyleLbl="sibTrans2D1" presStyleIdx="0" presStyleCnt="2"/>
      <dgm:spPr/>
    </dgm:pt>
    <dgm:pt modelId="{9D630968-26E6-4FDF-A982-461513597835}" type="pres">
      <dgm:prSet presAssocID="{35AAA7E8-6FB4-4E49-81DB-0C8620654829}" presName="node" presStyleLbl="node1" presStyleIdx="1" presStyleCnt="3">
        <dgm:presLayoutVars>
          <dgm:bulletEnabled val="1"/>
        </dgm:presLayoutVars>
      </dgm:prSet>
      <dgm:spPr/>
    </dgm:pt>
    <dgm:pt modelId="{5F0D8775-E5E2-44BD-8640-59EC434242A4}" type="pres">
      <dgm:prSet presAssocID="{BDC99CEE-676F-4B51-AB58-43D13772AEC1}" presName="sibTrans" presStyleLbl="sibTrans2D1" presStyleIdx="1" presStyleCnt="2"/>
      <dgm:spPr/>
    </dgm:pt>
    <dgm:pt modelId="{F0CCD400-5518-45B9-B85C-5E9BBDDB94B2}" type="pres">
      <dgm:prSet presAssocID="{BDC99CEE-676F-4B51-AB58-43D13772AEC1}" presName="connectorText" presStyleLbl="sibTrans2D1" presStyleIdx="1" presStyleCnt="2"/>
      <dgm:spPr/>
    </dgm:pt>
    <dgm:pt modelId="{84AFC852-A072-4D40-9E61-4BD7B532547F}" type="pres">
      <dgm:prSet presAssocID="{01B79621-5C47-450F-ABCC-2D9A5F435AAD}" presName="node" presStyleLbl="node1" presStyleIdx="2" presStyleCnt="3">
        <dgm:presLayoutVars>
          <dgm:bulletEnabled val="1"/>
        </dgm:presLayoutVars>
      </dgm:prSet>
      <dgm:spPr/>
    </dgm:pt>
  </dgm:ptLst>
  <dgm:cxnLst>
    <dgm:cxn modelId="{73CC832E-3120-4449-870B-1940A1D605AA}" type="presOf" srcId="{9BFF5EB8-2050-422D-B733-5FEB80DB6163}" destId="{563222CD-7DD0-41E1-A342-B62A13947BB5}" srcOrd="1" destOrd="0" presId="urn:microsoft.com/office/officeart/2005/8/layout/process1"/>
    <dgm:cxn modelId="{466EF731-F894-4479-951E-1B35F3C8B9D8}" type="presOf" srcId="{BDC99CEE-676F-4B51-AB58-43D13772AEC1}" destId="{5F0D8775-E5E2-44BD-8640-59EC434242A4}" srcOrd="0" destOrd="0" presId="urn:microsoft.com/office/officeart/2005/8/layout/process1"/>
    <dgm:cxn modelId="{71634A60-F97C-40CD-A7C3-F23E1E50097D}" type="presOf" srcId="{849CAA32-CA15-44F9-A974-781B7C3D61ED}" destId="{4FDB8E2D-0EAD-4AF8-9C82-9F501A5787D1}" srcOrd="0" destOrd="0" presId="urn:microsoft.com/office/officeart/2005/8/layout/process1"/>
    <dgm:cxn modelId="{33C95668-D825-4FC5-BBE1-4C69B4F42B34}" srcId="{C9E6FABF-C625-4EAC-9309-F433E677B4ED}" destId="{35AAA7E8-6FB4-4E49-81DB-0C8620654829}" srcOrd="1" destOrd="0" parTransId="{D0DFE44E-D224-4D45-8497-153AA6AC84A0}" sibTransId="{BDC99CEE-676F-4B51-AB58-43D13772AEC1}"/>
    <dgm:cxn modelId="{34B8E94D-0560-459C-800B-EA67833E0ADA}" type="presOf" srcId="{9BFF5EB8-2050-422D-B733-5FEB80DB6163}" destId="{003533E3-C11D-4584-8610-92F472477693}" srcOrd="0" destOrd="0" presId="urn:microsoft.com/office/officeart/2005/8/layout/process1"/>
    <dgm:cxn modelId="{73F3D251-E2A1-48CB-9F77-2CE631CCDCDA}" srcId="{C9E6FABF-C625-4EAC-9309-F433E677B4ED}" destId="{849CAA32-CA15-44F9-A974-781B7C3D61ED}" srcOrd="0" destOrd="0" parTransId="{6B4B73C4-4028-48D1-8381-5634EB2BBA56}" sibTransId="{9BFF5EB8-2050-422D-B733-5FEB80DB6163}"/>
    <dgm:cxn modelId="{BAB6E581-C6AC-4062-8E93-3CB1B0782F50}" type="presOf" srcId="{35AAA7E8-6FB4-4E49-81DB-0C8620654829}" destId="{9D630968-26E6-4FDF-A982-461513597835}" srcOrd="0" destOrd="0" presId="urn:microsoft.com/office/officeart/2005/8/layout/process1"/>
    <dgm:cxn modelId="{EE86BFA1-BC03-4962-96E9-E34CA684B498}" type="presOf" srcId="{C9E6FABF-C625-4EAC-9309-F433E677B4ED}" destId="{7302BA35-9BA8-47C8-BBAA-CFA6D1717701}" srcOrd="0" destOrd="0" presId="urn:microsoft.com/office/officeart/2005/8/layout/process1"/>
    <dgm:cxn modelId="{20EA1FC1-5271-419C-A797-6DD13237C33D}" type="presOf" srcId="{BDC99CEE-676F-4B51-AB58-43D13772AEC1}" destId="{F0CCD400-5518-45B9-B85C-5E9BBDDB94B2}" srcOrd="1" destOrd="0" presId="urn:microsoft.com/office/officeart/2005/8/layout/process1"/>
    <dgm:cxn modelId="{B37E6BCE-ED27-4688-848F-6F27A695CC8E}" srcId="{C9E6FABF-C625-4EAC-9309-F433E677B4ED}" destId="{01B79621-5C47-450F-ABCC-2D9A5F435AAD}" srcOrd="2" destOrd="0" parTransId="{4B7BA312-A79D-4C22-ADB5-87FB29297DDB}" sibTransId="{F96D9237-4B4B-463F-BAB4-3D5D87894F0A}"/>
    <dgm:cxn modelId="{B002BFFF-7FE9-4C36-8637-A4C8FE30314B}" type="presOf" srcId="{01B79621-5C47-450F-ABCC-2D9A5F435AAD}" destId="{84AFC852-A072-4D40-9E61-4BD7B532547F}" srcOrd="0" destOrd="0" presId="urn:microsoft.com/office/officeart/2005/8/layout/process1"/>
    <dgm:cxn modelId="{492E3367-9306-47F6-8A0C-630E1849B661}" type="presParOf" srcId="{7302BA35-9BA8-47C8-BBAA-CFA6D1717701}" destId="{4FDB8E2D-0EAD-4AF8-9C82-9F501A5787D1}" srcOrd="0" destOrd="0" presId="urn:microsoft.com/office/officeart/2005/8/layout/process1"/>
    <dgm:cxn modelId="{65475888-EACC-48EC-9A62-A6ED5BCE645E}" type="presParOf" srcId="{7302BA35-9BA8-47C8-BBAA-CFA6D1717701}" destId="{003533E3-C11D-4584-8610-92F472477693}" srcOrd="1" destOrd="0" presId="urn:microsoft.com/office/officeart/2005/8/layout/process1"/>
    <dgm:cxn modelId="{C5C74B4B-31E1-46BF-A982-9B461D355435}" type="presParOf" srcId="{003533E3-C11D-4584-8610-92F472477693}" destId="{563222CD-7DD0-41E1-A342-B62A13947BB5}" srcOrd="0" destOrd="0" presId="urn:microsoft.com/office/officeart/2005/8/layout/process1"/>
    <dgm:cxn modelId="{479472E4-13BD-411B-946D-4DECAF16E80A}" type="presParOf" srcId="{7302BA35-9BA8-47C8-BBAA-CFA6D1717701}" destId="{9D630968-26E6-4FDF-A982-461513597835}" srcOrd="2" destOrd="0" presId="urn:microsoft.com/office/officeart/2005/8/layout/process1"/>
    <dgm:cxn modelId="{F086C705-5A5E-43BE-8F3D-8460E46948CC}" type="presParOf" srcId="{7302BA35-9BA8-47C8-BBAA-CFA6D1717701}" destId="{5F0D8775-E5E2-44BD-8640-59EC434242A4}" srcOrd="3" destOrd="0" presId="urn:microsoft.com/office/officeart/2005/8/layout/process1"/>
    <dgm:cxn modelId="{385CCE7A-2B10-448B-B8D9-68E81312FBC8}" type="presParOf" srcId="{5F0D8775-E5E2-44BD-8640-59EC434242A4}" destId="{F0CCD400-5518-45B9-B85C-5E9BBDDB94B2}" srcOrd="0" destOrd="0" presId="urn:microsoft.com/office/officeart/2005/8/layout/process1"/>
    <dgm:cxn modelId="{F4C5EE6E-FCE6-47A7-8DF3-285E661C5A2E}" type="presParOf" srcId="{7302BA35-9BA8-47C8-BBAA-CFA6D1717701}" destId="{84AFC852-A072-4D40-9E61-4BD7B532547F}"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E6FABF-C625-4EAC-9309-F433E677B4ED}" type="doc">
      <dgm:prSet loTypeId="urn:microsoft.com/office/officeart/2005/8/layout/process1" loCatId="process" qsTypeId="urn:microsoft.com/office/officeart/2005/8/quickstyle/simple1" qsCatId="simple" csTypeId="urn:microsoft.com/office/officeart/2005/8/colors/accent1_2" csCatId="accent1" phldr="1"/>
      <dgm:spPr/>
    </dgm:pt>
    <dgm:pt modelId="{849CAA32-CA15-44F9-A974-781B7C3D61ED}">
      <dgm:prSet phldrT="[Text]"/>
      <dgm:spPr/>
      <dgm:t>
        <a:bodyPr/>
        <a:lstStyle/>
        <a:p>
          <a:r>
            <a:rPr lang="de-DE" dirty="0"/>
            <a:t>System B</a:t>
          </a:r>
        </a:p>
      </dgm:t>
    </dgm:pt>
    <dgm:pt modelId="{6B4B73C4-4028-48D1-8381-5634EB2BBA56}" type="parTrans" cxnId="{73F3D251-E2A1-48CB-9F77-2CE631CCDCDA}">
      <dgm:prSet/>
      <dgm:spPr/>
      <dgm:t>
        <a:bodyPr/>
        <a:lstStyle/>
        <a:p>
          <a:endParaRPr lang="de-DE"/>
        </a:p>
      </dgm:t>
    </dgm:pt>
    <dgm:pt modelId="{9BFF5EB8-2050-422D-B733-5FEB80DB6163}" type="sibTrans" cxnId="{73F3D251-E2A1-48CB-9F77-2CE631CCDCDA}">
      <dgm:prSet/>
      <dgm:spPr/>
      <dgm:t>
        <a:bodyPr/>
        <a:lstStyle/>
        <a:p>
          <a:endParaRPr lang="de-DE"/>
        </a:p>
      </dgm:t>
    </dgm:pt>
    <dgm:pt modelId="{35AAA7E8-6FB4-4E49-81DB-0C8620654829}">
      <dgm:prSet phldrT="[Text]"/>
      <dgm:spPr/>
      <dgm:t>
        <a:bodyPr/>
        <a:lstStyle/>
        <a:p>
          <a:r>
            <a:rPr lang="de-DE" dirty="0"/>
            <a:t>Anfrage</a:t>
          </a:r>
        </a:p>
      </dgm:t>
    </dgm:pt>
    <dgm:pt modelId="{D0DFE44E-D224-4D45-8497-153AA6AC84A0}" type="parTrans" cxnId="{33C95668-D825-4FC5-BBE1-4C69B4F42B34}">
      <dgm:prSet/>
      <dgm:spPr/>
      <dgm:t>
        <a:bodyPr/>
        <a:lstStyle/>
        <a:p>
          <a:endParaRPr lang="de-DE"/>
        </a:p>
      </dgm:t>
    </dgm:pt>
    <dgm:pt modelId="{BDC99CEE-676F-4B51-AB58-43D13772AEC1}" type="sibTrans" cxnId="{33C95668-D825-4FC5-BBE1-4C69B4F42B34}">
      <dgm:prSet/>
      <dgm:spPr/>
      <dgm:t>
        <a:bodyPr/>
        <a:lstStyle/>
        <a:p>
          <a:endParaRPr lang="de-DE"/>
        </a:p>
      </dgm:t>
    </dgm:pt>
    <dgm:pt modelId="{01B79621-5C47-450F-ABCC-2D9A5F435AAD}">
      <dgm:prSet phldrT="[Text]"/>
      <dgm:spPr/>
      <dgm:t>
        <a:bodyPr/>
        <a:lstStyle/>
        <a:p>
          <a:r>
            <a:rPr lang="de-DE" dirty="0"/>
            <a:t>System A</a:t>
          </a:r>
        </a:p>
      </dgm:t>
    </dgm:pt>
    <dgm:pt modelId="{4B7BA312-A79D-4C22-ADB5-87FB29297DDB}" type="parTrans" cxnId="{B37E6BCE-ED27-4688-848F-6F27A695CC8E}">
      <dgm:prSet/>
      <dgm:spPr/>
      <dgm:t>
        <a:bodyPr/>
        <a:lstStyle/>
        <a:p>
          <a:endParaRPr lang="de-DE"/>
        </a:p>
      </dgm:t>
    </dgm:pt>
    <dgm:pt modelId="{F96D9237-4B4B-463F-BAB4-3D5D87894F0A}" type="sibTrans" cxnId="{B37E6BCE-ED27-4688-848F-6F27A695CC8E}">
      <dgm:prSet/>
      <dgm:spPr/>
      <dgm:t>
        <a:bodyPr/>
        <a:lstStyle/>
        <a:p>
          <a:endParaRPr lang="de-DE"/>
        </a:p>
      </dgm:t>
    </dgm:pt>
    <dgm:pt modelId="{7302BA35-9BA8-47C8-BBAA-CFA6D1717701}" type="pres">
      <dgm:prSet presAssocID="{C9E6FABF-C625-4EAC-9309-F433E677B4ED}" presName="Name0" presStyleCnt="0">
        <dgm:presLayoutVars>
          <dgm:dir val="rev"/>
          <dgm:resizeHandles val="exact"/>
        </dgm:presLayoutVars>
      </dgm:prSet>
      <dgm:spPr/>
    </dgm:pt>
    <dgm:pt modelId="{4FDB8E2D-0EAD-4AF8-9C82-9F501A5787D1}" type="pres">
      <dgm:prSet presAssocID="{849CAA32-CA15-44F9-A974-781B7C3D61ED}" presName="node" presStyleLbl="node1" presStyleIdx="0" presStyleCnt="3">
        <dgm:presLayoutVars>
          <dgm:bulletEnabled val="1"/>
        </dgm:presLayoutVars>
      </dgm:prSet>
      <dgm:spPr/>
    </dgm:pt>
    <dgm:pt modelId="{003533E3-C11D-4584-8610-92F472477693}" type="pres">
      <dgm:prSet presAssocID="{9BFF5EB8-2050-422D-B733-5FEB80DB6163}" presName="sibTrans" presStyleLbl="sibTrans2D1" presStyleIdx="0" presStyleCnt="2"/>
      <dgm:spPr/>
    </dgm:pt>
    <dgm:pt modelId="{563222CD-7DD0-41E1-A342-B62A13947BB5}" type="pres">
      <dgm:prSet presAssocID="{9BFF5EB8-2050-422D-B733-5FEB80DB6163}" presName="connectorText" presStyleLbl="sibTrans2D1" presStyleIdx="0" presStyleCnt="2"/>
      <dgm:spPr/>
    </dgm:pt>
    <dgm:pt modelId="{9D630968-26E6-4FDF-A982-461513597835}" type="pres">
      <dgm:prSet presAssocID="{35AAA7E8-6FB4-4E49-81DB-0C8620654829}" presName="node" presStyleLbl="node1" presStyleIdx="1" presStyleCnt="3">
        <dgm:presLayoutVars>
          <dgm:bulletEnabled val="1"/>
        </dgm:presLayoutVars>
      </dgm:prSet>
      <dgm:spPr/>
    </dgm:pt>
    <dgm:pt modelId="{5F0D8775-E5E2-44BD-8640-59EC434242A4}" type="pres">
      <dgm:prSet presAssocID="{BDC99CEE-676F-4B51-AB58-43D13772AEC1}" presName="sibTrans" presStyleLbl="sibTrans2D1" presStyleIdx="1" presStyleCnt="2"/>
      <dgm:spPr/>
    </dgm:pt>
    <dgm:pt modelId="{F0CCD400-5518-45B9-B85C-5E9BBDDB94B2}" type="pres">
      <dgm:prSet presAssocID="{BDC99CEE-676F-4B51-AB58-43D13772AEC1}" presName="connectorText" presStyleLbl="sibTrans2D1" presStyleIdx="1" presStyleCnt="2"/>
      <dgm:spPr/>
    </dgm:pt>
    <dgm:pt modelId="{84AFC852-A072-4D40-9E61-4BD7B532547F}" type="pres">
      <dgm:prSet presAssocID="{01B79621-5C47-450F-ABCC-2D9A5F435AAD}" presName="node" presStyleLbl="node1" presStyleIdx="2" presStyleCnt="3">
        <dgm:presLayoutVars>
          <dgm:bulletEnabled val="1"/>
        </dgm:presLayoutVars>
      </dgm:prSet>
      <dgm:spPr/>
    </dgm:pt>
  </dgm:ptLst>
  <dgm:cxnLst>
    <dgm:cxn modelId="{73CC832E-3120-4449-870B-1940A1D605AA}" type="presOf" srcId="{9BFF5EB8-2050-422D-B733-5FEB80DB6163}" destId="{563222CD-7DD0-41E1-A342-B62A13947BB5}" srcOrd="1" destOrd="0" presId="urn:microsoft.com/office/officeart/2005/8/layout/process1"/>
    <dgm:cxn modelId="{466EF731-F894-4479-951E-1B35F3C8B9D8}" type="presOf" srcId="{BDC99CEE-676F-4B51-AB58-43D13772AEC1}" destId="{5F0D8775-E5E2-44BD-8640-59EC434242A4}" srcOrd="0" destOrd="0" presId="urn:microsoft.com/office/officeart/2005/8/layout/process1"/>
    <dgm:cxn modelId="{71634A60-F97C-40CD-A7C3-F23E1E50097D}" type="presOf" srcId="{849CAA32-CA15-44F9-A974-781B7C3D61ED}" destId="{4FDB8E2D-0EAD-4AF8-9C82-9F501A5787D1}" srcOrd="0" destOrd="0" presId="urn:microsoft.com/office/officeart/2005/8/layout/process1"/>
    <dgm:cxn modelId="{33C95668-D825-4FC5-BBE1-4C69B4F42B34}" srcId="{C9E6FABF-C625-4EAC-9309-F433E677B4ED}" destId="{35AAA7E8-6FB4-4E49-81DB-0C8620654829}" srcOrd="1" destOrd="0" parTransId="{D0DFE44E-D224-4D45-8497-153AA6AC84A0}" sibTransId="{BDC99CEE-676F-4B51-AB58-43D13772AEC1}"/>
    <dgm:cxn modelId="{34B8E94D-0560-459C-800B-EA67833E0ADA}" type="presOf" srcId="{9BFF5EB8-2050-422D-B733-5FEB80DB6163}" destId="{003533E3-C11D-4584-8610-92F472477693}" srcOrd="0" destOrd="0" presId="urn:microsoft.com/office/officeart/2005/8/layout/process1"/>
    <dgm:cxn modelId="{73F3D251-E2A1-48CB-9F77-2CE631CCDCDA}" srcId="{C9E6FABF-C625-4EAC-9309-F433E677B4ED}" destId="{849CAA32-CA15-44F9-A974-781B7C3D61ED}" srcOrd="0" destOrd="0" parTransId="{6B4B73C4-4028-48D1-8381-5634EB2BBA56}" sibTransId="{9BFF5EB8-2050-422D-B733-5FEB80DB6163}"/>
    <dgm:cxn modelId="{BAB6E581-C6AC-4062-8E93-3CB1B0782F50}" type="presOf" srcId="{35AAA7E8-6FB4-4E49-81DB-0C8620654829}" destId="{9D630968-26E6-4FDF-A982-461513597835}" srcOrd="0" destOrd="0" presId="urn:microsoft.com/office/officeart/2005/8/layout/process1"/>
    <dgm:cxn modelId="{EE86BFA1-BC03-4962-96E9-E34CA684B498}" type="presOf" srcId="{C9E6FABF-C625-4EAC-9309-F433E677B4ED}" destId="{7302BA35-9BA8-47C8-BBAA-CFA6D1717701}" srcOrd="0" destOrd="0" presId="urn:microsoft.com/office/officeart/2005/8/layout/process1"/>
    <dgm:cxn modelId="{20EA1FC1-5271-419C-A797-6DD13237C33D}" type="presOf" srcId="{BDC99CEE-676F-4B51-AB58-43D13772AEC1}" destId="{F0CCD400-5518-45B9-B85C-5E9BBDDB94B2}" srcOrd="1" destOrd="0" presId="urn:microsoft.com/office/officeart/2005/8/layout/process1"/>
    <dgm:cxn modelId="{B37E6BCE-ED27-4688-848F-6F27A695CC8E}" srcId="{C9E6FABF-C625-4EAC-9309-F433E677B4ED}" destId="{01B79621-5C47-450F-ABCC-2D9A5F435AAD}" srcOrd="2" destOrd="0" parTransId="{4B7BA312-A79D-4C22-ADB5-87FB29297DDB}" sibTransId="{F96D9237-4B4B-463F-BAB4-3D5D87894F0A}"/>
    <dgm:cxn modelId="{B002BFFF-7FE9-4C36-8637-A4C8FE30314B}" type="presOf" srcId="{01B79621-5C47-450F-ABCC-2D9A5F435AAD}" destId="{84AFC852-A072-4D40-9E61-4BD7B532547F}" srcOrd="0" destOrd="0" presId="urn:microsoft.com/office/officeart/2005/8/layout/process1"/>
    <dgm:cxn modelId="{492E3367-9306-47F6-8A0C-630E1849B661}" type="presParOf" srcId="{7302BA35-9BA8-47C8-BBAA-CFA6D1717701}" destId="{4FDB8E2D-0EAD-4AF8-9C82-9F501A5787D1}" srcOrd="0" destOrd="0" presId="urn:microsoft.com/office/officeart/2005/8/layout/process1"/>
    <dgm:cxn modelId="{65475888-EACC-48EC-9A62-A6ED5BCE645E}" type="presParOf" srcId="{7302BA35-9BA8-47C8-BBAA-CFA6D1717701}" destId="{003533E3-C11D-4584-8610-92F472477693}" srcOrd="1" destOrd="0" presId="urn:microsoft.com/office/officeart/2005/8/layout/process1"/>
    <dgm:cxn modelId="{C5C74B4B-31E1-46BF-A982-9B461D355435}" type="presParOf" srcId="{003533E3-C11D-4584-8610-92F472477693}" destId="{563222CD-7DD0-41E1-A342-B62A13947BB5}" srcOrd="0" destOrd="0" presId="urn:microsoft.com/office/officeart/2005/8/layout/process1"/>
    <dgm:cxn modelId="{479472E4-13BD-411B-946D-4DECAF16E80A}" type="presParOf" srcId="{7302BA35-9BA8-47C8-BBAA-CFA6D1717701}" destId="{9D630968-26E6-4FDF-A982-461513597835}" srcOrd="2" destOrd="0" presId="urn:microsoft.com/office/officeart/2005/8/layout/process1"/>
    <dgm:cxn modelId="{F086C705-5A5E-43BE-8F3D-8460E46948CC}" type="presParOf" srcId="{7302BA35-9BA8-47C8-BBAA-CFA6D1717701}" destId="{5F0D8775-E5E2-44BD-8640-59EC434242A4}" srcOrd="3" destOrd="0" presId="urn:microsoft.com/office/officeart/2005/8/layout/process1"/>
    <dgm:cxn modelId="{385CCE7A-2B10-448B-B8D9-68E81312FBC8}" type="presParOf" srcId="{5F0D8775-E5E2-44BD-8640-59EC434242A4}" destId="{F0CCD400-5518-45B9-B85C-5E9BBDDB94B2}" srcOrd="0" destOrd="0" presId="urn:microsoft.com/office/officeart/2005/8/layout/process1"/>
    <dgm:cxn modelId="{F4C5EE6E-FCE6-47A7-8DF3-285E661C5A2E}" type="presParOf" srcId="{7302BA35-9BA8-47C8-BBAA-CFA6D1717701}" destId="{84AFC852-A072-4D40-9E61-4BD7B532547F}"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1A4A871-34A2-4544-845B-78F97D6054F8}" type="doc">
      <dgm:prSet loTypeId="urn:microsoft.com/office/officeart/2005/8/layout/process1" loCatId="process" qsTypeId="urn:microsoft.com/office/officeart/2005/8/quickstyle/simple1" qsCatId="simple" csTypeId="urn:microsoft.com/office/officeart/2005/8/colors/accent1_2" csCatId="accent1" phldr="1"/>
      <dgm:spPr/>
    </dgm:pt>
    <dgm:pt modelId="{E7A0E499-D05E-4097-B15C-33FD498B0BA0}">
      <dgm:prSet phldrT="[Text]"/>
      <dgm:spPr/>
      <dgm:t>
        <a:bodyPr/>
        <a:lstStyle/>
        <a:p>
          <a:r>
            <a:rPr lang="de-DE" dirty="0"/>
            <a:t>System A</a:t>
          </a:r>
        </a:p>
      </dgm:t>
    </dgm:pt>
    <dgm:pt modelId="{A3F4C4B0-5D09-4AB3-9181-43D8EBE6D450}" type="parTrans" cxnId="{F0DDF679-C04D-4AF9-8D21-99F3B757DEE0}">
      <dgm:prSet/>
      <dgm:spPr/>
      <dgm:t>
        <a:bodyPr/>
        <a:lstStyle/>
        <a:p>
          <a:endParaRPr lang="de-DE"/>
        </a:p>
      </dgm:t>
    </dgm:pt>
    <dgm:pt modelId="{446919A0-E45B-4D05-8D95-650942AC9E52}" type="sibTrans" cxnId="{F0DDF679-C04D-4AF9-8D21-99F3B757DEE0}">
      <dgm:prSet/>
      <dgm:spPr/>
      <dgm:t>
        <a:bodyPr/>
        <a:lstStyle/>
        <a:p>
          <a:endParaRPr lang="de-DE"/>
        </a:p>
      </dgm:t>
    </dgm:pt>
    <dgm:pt modelId="{E1111838-87B2-4C27-B48A-63FE5A5BF8C2}">
      <dgm:prSet phldrT="[Text]"/>
      <dgm:spPr/>
      <dgm:t>
        <a:bodyPr/>
        <a:lstStyle/>
        <a:p>
          <a:r>
            <a:rPr lang="de-DE" dirty="0"/>
            <a:t>„Trigger“</a:t>
          </a:r>
        </a:p>
      </dgm:t>
    </dgm:pt>
    <dgm:pt modelId="{A4A7EF14-887E-4664-9E10-9A62AA4D2130}" type="parTrans" cxnId="{65932FA5-3D1B-4DC6-BABD-67C7385CF07A}">
      <dgm:prSet/>
      <dgm:spPr/>
      <dgm:t>
        <a:bodyPr/>
        <a:lstStyle/>
        <a:p>
          <a:endParaRPr lang="de-DE"/>
        </a:p>
      </dgm:t>
    </dgm:pt>
    <dgm:pt modelId="{22205716-AC6B-4BF3-859A-28379A65D568}" type="sibTrans" cxnId="{65932FA5-3D1B-4DC6-BABD-67C7385CF07A}">
      <dgm:prSet/>
      <dgm:spPr/>
      <dgm:t>
        <a:bodyPr/>
        <a:lstStyle/>
        <a:p>
          <a:endParaRPr lang="de-DE"/>
        </a:p>
      </dgm:t>
    </dgm:pt>
    <dgm:pt modelId="{67F5683F-8AD3-4A16-ACEF-00B76559022C}">
      <dgm:prSet phldrT="[Text]"/>
      <dgm:spPr/>
      <dgm:t>
        <a:bodyPr/>
        <a:lstStyle/>
        <a:p>
          <a:r>
            <a:rPr lang="de-DE" dirty="0"/>
            <a:t>System B / C / D</a:t>
          </a:r>
        </a:p>
      </dgm:t>
    </dgm:pt>
    <dgm:pt modelId="{7EBD1144-3077-4B3E-8AEB-D592C98CDADC}" type="parTrans" cxnId="{66912D5D-E345-43C1-A2F7-01D3455B4706}">
      <dgm:prSet/>
      <dgm:spPr/>
      <dgm:t>
        <a:bodyPr/>
        <a:lstStyle/>
        <a:p>
          <a:endParaRPr lang="de-DE"/>
        </a:p>
      </dgm:t>
    </dgm:pt>
    <dgm:pt modelId="{94597996-CF4A-434F-8D17-AA1C95772C06}" type="sibTrans" cxnId="{66912D5D-E345-43C1-A2F7-01D3455B4706}">
      <dgm:prSet/>
      <dgm:spPr/>
      <dgm:t>
        <a:bodyPr/>
        <a:lstStyle/>
        <a:p>
          <a:endParaRPr lang="de-DE"/>
        </a:p>
      </dgm:t>
    </dgm:pt>
    <dgm:pt modelId="{0C3F4708-1B1F-4AF2-A178-9BB37B6B7834}" type="pres">
      <dgm:prSet presAssocID="{71A4A871-34A2-4544-845B-78F97D6054F8}" presName="Name0" presStyleCnt="0">
        <dgm:presLayoutVars>
          <dgm:dir/>
          <dgm:resizeHandles val="exact"/>
        </dgm:presLayoutVars>
      </dgm:prSet>
      <dgm:spPr/>
    </dgm:pt>
    <dgm:pt modelId="{FE31DABD-4CC3-4C1A-A53F-24422AC7FC3F}" type="pres">
      <dgm:prSet presAssocID="{E7A0E499-D05E-4097-B15C-33FD498B0BA0}" presName="node" presStyleLbl="node1" presStyleIdx="0" presStyleCnt="3" custScaleX="184756" custLinFactX="155028" custLinFactY="-193900" custLinFactNeighborX="200000" custLinFactNeighborY="-200000">
        <dgm:presLayoutVars>
          <dgm:bulletEnabled val="1"/>
        </dgm:presLayoutVars>
      </dgm:prSet>
      <dgm:spPr/>
    </dgm:pt>
    <dgm:pt modelId="{EBC68EF2-C7A6-4361-B762-03EAB19A3EBD}" type="pres">
      <dgm:prSet presAssocID="{446919A0-E45B-4D05-8D95-650942AC9E52}" presName="sibTrans" presStyleLbl="sibTrans2D1" presStyleIdx="0" presStyleCnt="2"/>
      <dgm:spPr/>
    </dgm:pt>
    <dgm:pt modelId="{2E054E13-623F-48BC-853C-7095C0357919}" type="pres">
      <dgm:prSet presAssocID="{446919A0-E45B-4D05-8D95-650942AC9E52}" presName="connectorText" presStyleLbl="sibTrans2D1" presStyleIdx="0" presStyleCnt="2"/>
      <dgm:spPr/>
    </dgm:pt>
    <dgm:pt modelId="{9358AFAC-60DA-4310-900E-1AB74CEE8223}" type="pres">
      <dgm:prSet presAssocID="{E1111838-87B2-4C27-B48A-63FE5A5BF8C2}" presName="node" presStyleLbl="node1" presStyleIdx="1" presStyleCnt="3" custScaleX="199224" custLinFactY="-100000" custLinFactNeighborX="10689" custLinFactNeighborY="-126195">
        <dgm:presLayoutVars>
          <dgm:bulletEnabled val="1"/>
        </dgm:presLayoutVars>
      </dgm:prSet>
      <dgm:spPr/>
    </dgm:pt>
    <dgm:pt modelId="{CFA4C43B-D8B7-42AD-A8D2-E03DBC879D85}" type="pres">
      <dgm:prSet presAssocID="{22205716-AC6B-4BF3-859A-28379A65D568}" presName="sibTrans" presStyleLbl="sibTrans2D1" presStyleIdx="1" presStyleCnt="2"/>
      <dgm:spPr/>
    </dgm:pt>
    <dgm:pt modelId="{665D15CE-518D-4C6D-BA5A-25D91C7F1809}" type="pres">
      <dgm:prSet presAssocID="{22205716-AC6B-4BF3-859A-28379A65D568}" presName="connectorText" presStyleLbl="sibTrans2D1" presStyleIdx="1" presStyleCnt="2"/>
      <dgm:spPr/>
    </dgm:pt>
    <dgm:pt modelId="{89F52926-E9B1-4E98-A064-2F6A48471878}" type="pres">
      <dgm:prSet presAssocID="{67F5683F-8AD3-4A16-ACEF-00B76559022C}" presName="node" presStyleLbl="node1" presStyleIdx="2" presStyleCnt="3" custScaleX="292538" custLinFactX="-200000" custLinFactNeighborX="-206494" custLinFactNeighborY="-66481">
        <dgm:presLayoutVars>
          <dgm:bulletEnabled val="1"/>
        </dgm:presLayoutVars>
      </dgm:prSet>
      <dgm:spPr/>
    </dgm:pt>
  </dgm:ptLst>
  <dgm:cxnLst>
    <dgm:cxn modelId="{05054802-95A9-4905-A234-A4C0F5446010}" type="presOf" srcId="{446919A0-E45B-4D05-8D95-650942AC9E52}" destId="{2E054E13-623F-48BC-853C-7095C0357919}" srcOrd="1" destOrd="0" presId="urn:microsoft.com/office/officeart/2005/8/layout/process1"/>
    <dgm:cxn modelId="{D021FC30-4FB5-4083-A0EE-D77C2BBD661D}" type="presOf" srcId="{22205716-AC6B-4BF3-859A-28379A65D568}" destId="{CFA4C43B-D8B7-42AD-A8D2-E03DBC879D85}" srcOrd="0" destOrd="0" presId="urn:microsoft.com/office/officeart/2005/8/layout/process1"/>
    <dgm:cxn modelId="{66912D5D-E345-43C1-A2F7-01D3455B4706}" srcId="{71A4A871-34A2-4544-845B-78F97D6054F8}" destId="{67F5683F-8AD3-4A16-ACEF-00B76559022C}" srcOrd="2" destOrd="0" parTransId="{7EBD1144-3077-4B3E-8AEB-D592C98CDADC}" sibTransId="{94597996-CF4A-434F-8D17-AA1C95772C06}"/>
    <dgm:cxn modelId="{D30EEF41-1C9D-4278-B879-5AE2C21C13B1}" type="presOf" srcId="{E7A0E499-D05E-4097-B15C-33FD498B0BA0}" destId="{FE31DABD-4CC3-4C1A-A53F-24422AC7FC3F}" srcOrd="0" destOrd="0" presId="urn:microsoft.com/office/officeart/2005/8/layout/process1"/>
    <dgm:cxn modelId="{FB4FF346-2C76-4826-82FB-AAD5E0FA2A9D}" type="presOf" srcId="{22205716-AC6B-4BF3-859A-28379A65D568}" destId="{665D15CE-518D-4C6D-BA5A-25D91C7F1809}" srcOrd="1" destOrd="0" presId="urn:microsoft.com/office/officeart/2005/8/layout/process1"/>
    <dgm:cxn modelId="{8B2DAA73-447A-4AF4-A7B4-46D8D646058A}" type="presOf" srcId="{67F5683F-8AD3-4A16-ACEF-00B76559022C}" destId="{89F52926-E9B1-4E98-A064-2F6A48471878}" srcOrd="0" destOrd="0" presId="urn:microsoft.com/office/officeart/2005/8/layout/process1"/>
    <dgm:cxn modelId="{CBE5EA75-035D-45A0-A2A1-1F093689E518}" type="presOf" srcId="{71A4A871-34A2-4544-845B-78F97D6054F8}" destId="{0C3F4708-1B1F-4AF2-A178-9BB37B6B7834}" srcOrd="0" destOrd="0" presId="urn:microsoft.com/office/officeart/2005/8/layout/process1"/>
    <dgm:cxn modelId="{F0DDF679-C04D-4AF9-8D21-99F3B757DEE0}" srcId="{71A4A871-34A2-4544-845B-78F97D6054F8}" destId="{E7A0E499-D05E-4097-B15C-33FD498B0BA0}" srcOrd="0" destOrd="0" parTransId="{A3F4C4B0-5D09-4AB3-9181-43D8EBE6D450}" sibTransId="{446919A0-E45B-4D05-8D95-650942AC9E52}"/>
    <dgm:cxn modelId="{65932FA5-3D1B-4DC6-BABD-67C7385CF07A}" srcId="{71A4A871-34A2-4544-845B-78F97D6054F8}" destId="{E1111838-87B2-4C27-B48A-63FE5A5BF8C2}" srcOrd="1" destOrd="0" parTransId="{A4A7EF14-887E-4664-9E10-9A62AA4D2130}" sibTransId="{22205716-AC6B-4BF3-859A-28379A65D568}"/>
    <dgm:cxn modelId="{954252D3-9355-4E7E-9397-0ED5C606145E}" type="presOf" srcId="{E1111838-87B2-4C27-B48A-63FE5A5BF8C2}" destId="{9358AFAC-60DA-4310-900E-1AB74CEE8223}" srcOrd="0" destOrd="0" presId="urn:microsoft.com/office/officeart/2005/8/layout/process1"/>
    <dgm:cxn modelId="{A76247EC-0D08-4690-AC60-7203D47CCD19}" type="presOf" srcId="{446919A0-E45B-4D05-8D95-650942AC9E52}" destId="{EBC68EF2-C7A6-4361-B762-03EAB19A3EBD}" srcOrd="0" destOrd="0" presId="urn:microsoft.com/office/officeart/2005/8/layout/process1"/>
    <dgm:cxn modelId="{60E926DB-1DBE-420B-B27A-59D94A36C23C}" type="presParOf" srcId="{0C3F4708-1B1F-4AF2-A178-9BB37B6B7834}" destId="{FE31DABD-4CC3-4C1A-A53F-24422AC7FC3F}" srcOrd="0" destOrd="0" presId="urn:microsoft.com/office/officeart/2005/8/layout/process1"/>
    <dgm:cxn modelId="{AC6D341C-5891-468F-9859-AE79290A7A61}" type="presParOf" srcId="{0C3F4708-1B1F-4AF2-A178-9BB37B6B7834}" destId="{EBC68EF2-C7A6-4361-B762-03EAB19A3EBD}" srcOrd="1" destOrd="0" presId="urn:microsoft.com/office/officeart/2005/8/layout/process1"/>
    <dgm:cxn modelId="{4E789D1F-28E1-4F82-A2C1-E13AE1709DC4}" type="presParOf" srcId="{EBC68EF2-C7A6-4361-B762-03EAB19A3EBD}" destId="{2E054E13-623F-48BC-853C-7095C0357919}" srcOrd="0" destOrd="0" presId="urn:microsoft.com/office/officeart/2005/8/layout/process1"/>
    <dgm:cxn modelId="{CDB27DB7-E370-41DD-A2FE-26021DFCEA07}" type="presParOf" srcId="{0C3F4708-1B1F-4AF2-A178-9BB37B6B7834}" destId="{9358AFAC-60DA-4310-900E-1AB74CEE8223}" srcOrd="2" destOrd="0" presId="urn:microsoft.com/office/officeart/2005/8/layout/process1"/>
    <dgm:cxn modelId="{83998EA3-7AA4-4F5A-BAEC-48A1E403B735}" type="presParOf" srcId="{0C3F4708-1B1F-4AF2-A178-9BB37B6B7834}" destId="{CFA4C43B-D8B7-42AD-A8D2-E03DBC879D85}" srcOrd="3" destOrd="0" presId="urn:microsoft.com/office/officeart/2005/8/layout/process1"/>
    <dgm:cxn modelId="{8F30D435-C3B2-4BB1-BE62-C0C5A3A8BD29}" type="presParOf" srcId="{CFA4C43B-D8B7-42AD-A8D2-E03DBC879D85}" destId="{665D15CE-518D-4C6D-BA5A-25D91C7F1809}" srcOrd="0" destOrd="0" presId="urn:microsoft.com/office/officeart/2005/8/layout/process1"/>
    <dgm:cxn modelId="{90BE3EA5-0311-4E98-AA10-10A839726BF8}" type="presParOf" srcId="{0C3F4708-1B1F-4AF2-A178-9BB37B6B7834}" destId="{89F52926-E9B1-4E98-A064-2F6A48471878}" srcOrd="4"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1A4A871-34A2-4544-845B-78F97D6054F8}" type="doc">
      <dgm:prSet loTypeId="urn:microsoft.com/office/officeart/2005/8/layout/process1" loCatId="process" qsTypeId="urn:microsoft.com/office/officeart/2005/8/quickstyle/simple1" qsCatId="simple" csTypeId="urn:microsoft.com/office/officeart/2005/8/colors/accent1_2" csCatId="accent1" phldr="1"/>
      <dgm:spPr/>
    </dgm:pt>
    <dgm:pt modelId="{E7A0E499-D05E-4097-B15C-33FD498B0BA0}">
      <dgm:prSet phldrT="[Text]"/>
      <dgm:spPr/>
      <dgm:t>
        <a:bodyPr/>
        <a:lstStyle/>
        <a:p>
          <a:r>
            <a:rPr lang="de-DE" dirty="0"/>
            <a:t>System A</a:t>
          </a:r>
        </a:p>
      </dgm:t>
    </dgm:pt>
    <dgm:pt modelId="{A3F4C4B0-5D09-4AB3-9181-43D8EBE6D450}" type="parTrans" cxnId="{F0DDF679-C04D-4AF9-8D21-99F3B757DEE0}">
      <dgm:prSet/>
      <dgm:spPr/>
      <dgm:t>
        <a:bodyPr/>
        <a:lstStyle/>
        <a:p>
          <a:endParaRPr lang="de-DE"/>
        </a:p>
      </dgm:t>
    </dgm:pt>
    <dgm:pt modelId="{446919A0-E45B-4D05-8D95-650942AC9E52}" type="sibTrans" cxnId="{F0DDF679-C04D-4AF9-8D21-99F3B757DEE0}">
      <dgm:prSet/>
      <dgm:spPr/>
      <dgm:t>
        <a:bodyPr/>
        <a:lstStyle/>
        <a:p>
          <a:endParaRPr lang="de-DE"/>
        </a:p>
      </dgm:t>
    </dgm:pt>
    <dgm:pt modelId="{E1111838-87B2-4C27-B48A-63FE5A5BF8C2}">
      <dgm:prSet phldrT="[Text]"/>
      <dgm:spPr/>
      <dgm:t>
        <a:bodyPr/>
        <a:lstStyle/>
        <a:p>
          <a:r>
            <a:rPr lang="de-DE" dirty="0"/>
            <a:t>Daten bewegen</a:t>
          </a:r>
        </a:p>
      </dgm:t>
    </dgm:pt>
    <dgm:pt modelId="{A4A7EF14-887E-4664-9E10-9A62AA4D2130}" type="parTrans" cxnId="{65932FA5-3D1B-4DC6-BABD-67C7385CF07A}">
      <dgm:prSet/>
      <dgm:spPr/>
      <dgm:t>
        <a:bodyPr/>
        <a:lstStyle/>
        <a:p>
          <a:endParaRPr lang="de-DE"/>
        </a:p>
      </dgm:t>
    </dgm:pt>
    <dgm:pt modelId="{22205716-AC6B-4BF3-859A-28379A65D568}" type="sibTrans" cxnId="{65932FA5-3D1B-4DC6-BABD-67C7385CF07A}">
      <dgm:prSet/>
      <dgm:spPr/>
      <dgm:t>
        <a:bodyPr/>
        <a:lstStyle/>
        <a:p>
          <a:endParaRPr lang="de-DE"/>
        </a:p>
      </dgm:t>
    </dgm:pt>
    <dgm:pt modelId="{67F5683F-8AD3-4A16-ACEF-00B76559022C}">
      <dgm:prSet phldrT="[Text]"/>
      <dgm:spPr/>
      <dgm:t>
        <a:bodyPr/>
        <a:lstStyle/>
        <a:p>
          <a:r>
            <a:rPr lang="de-DE" dirty="0"/>
            <a:t>System B</a:t>
          </a:r>
        </a:p>
      </dgm:t>
    </dgm:pt>
    <dgm:pt modelId="{7EBD1144-3077-4B3E-8AEB-D592C98CDADC}" type="parTrans" cxnId="{66912D5D-E345-43C1-A2F7-01D3455B4706}">
      <dgm:prSet/>
      <dgm:spPr/>
      <dgm:t>
        <a:bodyPr/>
        <a:lstStyle/>
        <a:p>
          <a:endParaRPr lang="de-DE"/>
        </a:p>
      </dgm:t>
    </dgm:pt>
    <dgm:pt modelId="{94597996-CF4A-434F-8D17-AA1C95772C06}" type="sibTrans" cxnId="{66912D5D-E345-43C1-A2F7-01D3455B4706}">
      <dgm:prSet/>
      <dgm:spPr/>
      <dgm:t>
        <a:bodyPr/>
        <a:lstStyle/>
        <a:p>
          <a:endParaRPr lang="de-DE"/>
        </a:p>
      </dgm:t>
    </dgm:pt>
    <dgm:pt modelId="{0C3F4708-1B1F-4AF2-A178-9BB37B6B7834}" type="pres">
      <dgm:prSet presAssocID="{71A4A871-34A2-4544-845B-78F97D6054F8}" presName="Name0" presStyleCnt="0">
        <dgm:presLayoutVars>
          <dgm:dir/>
          <dgm:resizeHandles val="exact"/>
        </dgm:presLayoutVars>
      </dgm:prSet>
      <dgm:spPr/>
    </dgm:pt>
    <dgm:pt modelId="{FE31DABD-4CC3-4C1A-A53F-24422AC7FC3F}" type="pres">
      <dgm:prSet presAssocID="{E7A0E499-D05E-4097-B15C-33FD498B0BA0}" presName="node" presStyleLbl="node1" presStyleIdx="0" presStyleCnt="3" custScaleX="184756" custLinFactX="155028" custLinFactY="-193900" custLinFactNeighborX="200000" custLinFactNeighborY="-200000">
        <dgm:presLayoutVars>
          <dgm:bulletEnabled val="1"/>
        </dgm:presLayoutVars>
      </dgm:prSet>
      <dgm:spPr/>
    </dgm:pt>
    <dgm:pt modelId="{EBC68EF2-C7A6-4361-B762-03EAB19A3EBD}" type="pres">
      <dgm:prSet presAssocID="{446919A0-E45B-4D05-8D95-650942AC9E52}" presName="sibTrans" presStyleLbl="sibTrans2D1" presStyleIdx="0" presStyleCnt="2"/>
      <dgm:spPr/>
    </dgm:pt>
    <dgm:pt modelId="{2E054E13-623F-48BC-853C-7095C0357919}" type="pres">
      <dgm:prSet presAssocID="{446919A0-E45B-4D05-8D95-650942AC9E52}" presName="connectorText" presStyleLbl="sibTrans2D1" presStyleIdx="0" presStyleCnt="2"/>
      <dgm:spPr/>
    </dgm:pt>
    <dgm:pt modelId="{9358AFAC-60DA-4310-900E-1AB74CEE8223}" type="pres">
      <dgm:prSet presAssocID="{E1111838-87B2-4C27-B48A-63FE5A5BF8C2}" presName="node" presStyleLbl="node1" presStyleIdx="1" presStyleCnt="3" custScaleX="199224" custLinFactY="-100000" custLinFactNeighborX="10689" custLinFactNeighborY="-126195">
        <dgm:presLayoutVars>
          <dgm:bulletEnabled val="1"/>
        </dgm:presLayoutVars>
      </dgm:prSet>
      <dgm:spPr/>
    </dgm:pt>
    <dgm:pt modelId="{CFA4C43B-D8B7-42AD-A8D2-E03DBC879D85}" type="pres">
      <dgm:prSet presAssocID="{22205716-AC6B-4BF3-859A-28379A65D568}" presName="sibTrans" presStyleLbl="sibTrans2D1" presStyleIdx="1" presStyleCnt="2"/>
      <dgm:spPr/>
    </dgm:pt>
    <dgm:pt modelId="{665D15CE-518D-4C6D-BA5A-25D91C7F1809}" type="pres">
      <dgm:prSet presAssocID="{22205716-AC6B-4BF3-859A-28379A65D568}" presName="connectorText" presStyleLbl="sibTrans2D1" presStyleIdx="1" presStyleCnt="2"/>
      <dgm:spPr/>
    </dgm:pt>
    <dgm:pt modelId="{89F52926-E9B1-4E98-A064-2F6A48471878}" type="pres">
      <dgm:prSet presAssocID="{67F5683F-8AD3-4A16-ACEF-00B76559022C}" presName="node" presStyleLbl="node1" presStyleIdx="2" presStyleCnt="3" custScaleX="292538" custLinFactX="-200000" custLinFactNeighborX="-206494" custLinFactNeighborY="-66481">
        <dgm:presLayoutVars>
          <dgm:bulletEnabled val="1"/>
        </dgm:presLayoutVars>
      </dgm:prSet>
      <dgm:spPr/>
    </dgm:pt>
  </dgm:ptLst>
  <dgm:cxnLst>
    <dgm:cxn modelId="{05054802-95A9-4905-A234-A4C0F5446010}" type="presOf" srcId="{446919A0-E45B-4D05-8D95-650942AC9E52}" destId="{2E054E13-623F-48BC-853C-7095C0357919}" srcOrd="1" destOrd="0" presId="urn:microsoft.com/office/officeart/2005/8/layout/process1"/>
    <dgm:cxn modelId="{D021FC30-4FB5-4083-A0EE-D77C2BBD661D}" type="presOf" srcId="{22205716-AC6B-4BF3-859A-28379A65D568}" destId="{CFA4C43B-D8B7-42AD-A8D2-E03DBC879D85}" srcOrd="0" destOrd="0" presId="urn:microsoft.com/office/officeart/2005/8/layout/process1"/>
    <dgm:cxn modelId="{66912D5D-E345-43C1-A2F7-01D3455B4706}" srcId="{71A4A871-34A2-4544-845B-78F97D6054F8}" destId="{67F5683F-8AD3-4A16-ACEF-00B76559022C}" srcOrd="2" destOrd="0" parTransId="{7EBD1144-3077-4B3E-8AEB-D592C98CDADC}" sibTransId="{94597996-CF4A-434F-8D17-AA1C95772C06}"/>
    <dgm:cxn modelId="{D30EEF41-1C9D-4278-B879-5AE2C21C13B1}" type="presOf" srcId="{E7A0E499-D05E-4097-B15C-33FD498B0BA0}" destId="{FE31DABD-4CC3-4C1A-A53F-24422AC7FC3F}" srcOrd="0" destOrd="0" presId="urn:microsoft.com/office/officeart/2005/8/layout/process1"/>
    <dgm:cxn modelId="{FB4FF346-2C76-4826-82FB-AAD5E0FA2A9D}" type="presOf" srcId="{22205716-AC6B-4BF3-859A-28379A65D568}" destId="{665D15CE-518D-4C6D-BA5A-25D91C7F1809}" srcOrd="1" destOrd="0" presId="urn:microsoft.com/office/officeart/2005/8/layout/process1"/>
    <dgm:cxn modelId="{8B2DAA73-447A-4AF4-A7B4-46D8D646058A}" type="presOf" srcId="{67F5683F-8AD3-4A16-ACEF-00B76559022C}" destId="{89F52926-E9B1-4E98-A064-2F6A48471878}" srcOrd="0" destOrd="0" presId="urn:microsoft.com/office/officeart/2005/8/layout/process1"/>
    <dgm:cxn modelId="{CBE5EA75-035D-45A0-A2A1-1F093689E518}" type="presOf" srcId="{71A4A871-34A2-4544-845B-78F97D6054F8}" destId="{0C3F4708-1B1F-4AF2-A178-9BB37B6B7834}" srcOrd="0" destOrd="0" presId="urn:microsoft.com/office/officeart/2005/8/layout/process1"/>
    <dgm:cxn modelId="{F0DDF679-C04D-4AF9-8D21-99F3B757DEE0}" srcId="{71A4A871-34A2-4544-845B-78F97D6054F8}" destId="{E7A0E499-D05E-4097-B15C-33FD498B0BA0}" srcOrd="0" destOrd="0" parTransId="{A3F4C4B0-5D09-4AB3-9181-43D8EBE6D450}" sibTransId="{446919A0-E45B-4D05-8D95-650942AC9E52}"/>
    <dgm:cxn modelId="{65932FA5-3D1B-4DC6-BABD-67C7385CF07A}" srcId="{71A4A871-34A2-4544-845B-78F97D6054F8}" destId="{E1111838-87B2-4C27-B48A-63FE5A5BF8C2}" srcOrd="1" destOrd="0" parTransId="{A4A7EF14-887E-4664-9E10-9A62AA4D2130}" sibTransId="{22205716-AC6B-4BF3-859A-28379A65D568}"/>
    <dgm:cxn modelId="{954252D3-9355-4E7E-9397-0ED5C606145E}" type="presOf" srcId="{E1111838-87B2-4C27-B48A-63FE5A5BF8C2}" destId="{9358AFAC-60DA-4310-900E-1AB74CEE8223}" srcOrd="0" destOrd="0" presId="urn:microsoft.com/office/officeart/2005/8/layout/process1"/>
    <dgm:cxn modelId="{A76247EC-0D08-4690-AC60-7203D47CCD19}" type="presOf" srcId="{446919A0-E45B-4D05-8D95-650942AC9E52}" destId="{EBC68EF2-C7A6-4361-B762-03EAB19A3EBD}" srcOrd="0" destOrd="0" presId="urn:microsoft.com/office/officeart/2005/8/layout/process1"/>
    <dgm:cxn modelId="{60E926DB-1DBE-420B-B27A-59D94A36C23C}" type="presParOf" srcId="{0C3F4708-1B1F-4AF2-A178-9BB37B6B7834}" destId="{FE31DABD-4CC3-4C1A-A53F-24422AC7FC3F}" srcOrd="0" destOrd="0" presId="urn:microsoft.com/office/officeart/2005/8/layout/process1"/>
    <dgm:cxn modelId="{AC6D341C-5891-468F-9859-AE79290A7A61}" type="presParOf" srcId="{0C3F4708-1B1F-4AF2-A178-9BB37B6B7834}" destId="{EBC68EF2-C7A6-4361-B762-03EAB19A3EBD}" srcOrd="1" destOrd="0" presId="urn:microsoft.com/office/officeart/2005/8/layout/process1"/>
    <dgm:cxn modelId="{4E789D1F-28E1-4F82-A2C1-E13AE1709DC4}" type="presParOf" srcId="{EBC68EF2-C7A6-4361-B762-03EAB19A3EBD}" destId="{2E054E13-623F-48BC-853C-7095C0357919}" srcOrd="0" destOrd="0" presId="urn:microsoft.com/office/officeart/2005/8/layout/process1"/>
    <dgm:cxn modelId="{CDB27DB7-E370-41DD-A2FE-26021DFCEA07}" type="presParOf" srcId="{0C3F4708-1B1F-4AF2-A178-9BB37B6B7834}" destId="{9358AFAC-60DA-4310-900E-1AB74CEE8223}" srcOrd="2" destOrd="0" presId="urn:microsoft.com/office/officeart/2005/8/layout/process1"/>
    <dgm:cxn modelId="{83998EA3-7AA4-4F5A-BAEC-48A1E403B735}" type="presParOf" srcId="{0C3F4708-1B1F-4AF2-A178-9BB37B6B7834}" destId="{CFA4C43B-D8B7-42AD-A8D2-E03DBC879D85}" srcOrd="3" destOrd="0" presId="urn:microsoft.com/office/officeart/2005/8/layout/process1"/>
    <dgm:cxn modelId="{8F30D435-C3B2-4BB1-BE62-C0C5A3A8BD29}" type="presParOf" srcId="{CFA4C43B-D8B7-42AD-A8D2-E03DBC879D85}" destId="{665D15CE-518D-4C6D-BA5A-25D91C7F1809}" srcOrd="0" destOrd="0" presId="urn:microsoft.com/office/officeart/2005/8/layout/process1"/>
    <dgm:cxn modelId="{90BE3EA5-0311-4E98-AA10-10A839726BF8}" type="presParOf" srcId="{0C3F4708-1B1F-4AF2-A178-9BB37B6B7834}" destId="{89F52926-E9B1-4E98-A064-2F6A48471878}" srcOrd="4"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EC2C680-C452-45B2-8F37-E85BCF32834C}"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de-DE"/>
        </a:p>
      </dgm:t>
    </dgm:pt>
    <dgm:pt modelId="{1CB26F26-654A-4408-9B00-CD40F9A0CEA6}">
      <dgm:prSet phldrT="[Text]"/>
      <dgm:spPr/>
      <dgm:t>
        <a:bodyPr/>
        <a:lstStyle/>
        <a:p>
          <a:r>
            <a:rPr lang="de-DE" dirty="0"/>
            <a:t>Integration Layer</a:t>
          </a:r>
        </a:p>
      </dgm:t>
    </dgm:pt>
    <dgm:pt modelId="{D37440F5-201D-4A99-9156-2AA8281A09F5}" type="parTrans" cxnId="{7C9686FE-F6EC-41BA-ACB0-C9BA953A5C4C}">
      <dgm:prSet/>
      <dgm:spPr/>
      <dgm:t>
        <a:bodyPr/>
        <a:lstStyle/>
        <a:p>
          <a:endParaRPr lang="de-DE"/>
        </a:p>
      </dgm:t>
    </dgm:pt>
    <dgm:pt modelId="{A2221137-8131-4345-8406-7F23270A7CEA}" type="sibTrans" cxnId="{7C9686FE-F6EC-41BA-ACB0-C9BA953A5C4C}">
      <dgm:prSet/>
      <dgm:spPr/>
      <dgm:t>
        <a:bodyPr/>
        <a:lstStyle/>
        <a:p>
          <a:endParaRPr lang="de-DE"/>
        </a:p>
      </dgm:t>
    </dgm:pt>
    <dgm:pt modelId="{1FC2CA61-9BBD-424E-8A0F-14D3B76FFEE8}">
      <dgm:prSet phldrT="[Text]"/>
      <dgm:spPr/>
      <dgm:t>
        <a:bodyPr/>
        <a:lstStyle/>
        <a:p>
          <a:r>
            <a:rPr lang="de-DE" dirty="0"/>
            <a:t>System A</a:t>
          </a:r>
        </a:p>
      </dgm:t>
    </dgm:pt>
    <dgm:pt modelId="{DC7E1BE1-AB1F-4EA6-B2D1-BA058B8FD97E}" type="parTrans" cxnId="{A5D0066A-D530-461B-B067-3331CCE8F000}">
      <dgm:prSet/>
      <dgm:spPr/>
      <dgm:t>
        <a:bodyPr/>
        <a:lstStyle/>
        <a:p>
          <a:endParaRPr lang="de-DE"/>
        </a:p>
      </dgm:t>
    </dgm:pt>
    <dgm:pt modelId="{FA0ED4AB-E24D-45E1-ABFC-75FC2D436836}" type="sibTrans" cxnId="{A5D0066A-D530-461B-B067-3331CCE8F000}">
      <dgm:prSet/>
      <dgm:spPr/>
      <dgm:t>
        <a:bodyPr/>
        <a:lstStyle/>
        <a:p>
          <a:endParaRPr lang="de-DE"/>
        </a:p>
      </dgm:t>
    </dgm:pt>
    <dgm:pt modelId="{FA03553B-E4C9-4D0D-8145-62DDAAF90783}">
      <dgm:prSet phldrT="[Text]"/>
      <dgm:spPr/>
      <dgm:t>
        <a:bodyPr/>
        <a:lstStyle/>
        <a:p>
          <a:r>
            <a:rPr lang="de-DE" dirty="0"/>
            <a:t>System B</a:t>
          </a:r>
        </a:p>
      </dgm:t>
    </dgm:pt>
    <dgm:pt modelId="{EF743888-6E6C-453C-ABFC-DEDE321547DC}" type="parTrans" cxnId="{2E407FCE-A231-4EAC-83E1-8DF0A701551D}">
      <dgm:prSet/>
      <dgm:spPr/>
      <dgm:t>
        <a:bodyPr/>
        <a:lstStyle/>
        <a:p>
          <a:endParaRPr lang="de-DE"/>
        </a:p>
      </dgm:t>
    </dgm:pt>
    <dgm:pt modelId="{568C6D31-A30B-488E-AC4D-07E9F618032F}" type="sibTrans" cxnId="{2E407FCE-A231-4EAC-83E1-8DF0A701551D}">
      <dgm:prSet/>
      <dgm:spPr/>
      <dgm:t>
        <a:bodyPr/>
        <a:lstStyle/>
        <a:p>
          <a:endParaRPr lang="de-DE"/>
        </a:p>
      </dgm:t>
    </dgm:pt>
    <dgm:pt modelId="{A1C3F2E9-E97A-4FA9-BF91-EB53932B6093}">
      <dgm:prSet phldrT="[Text]"/>
      <dgm:spPr/>
      <dgm:t>
        <a:bodyPr/>
        <a:lstStyle/>
        <a:p>
          <a:r>
            <a:rPr lang="de-DE" dirty="0"/>
            <a:t>System C</a:t>
          </a:r>
        </a:p>
      </dgm:t>
    </dgm:pt>
    <dgm:pt modelId="{21574AF5-55A0-49DA-81CC-D0645A8C934A}" type="parTrans" cxnId="{C7FC1E0C-C33D-44C2-9DF7-72FCB10FEFA4}">
      <dgm:prSet/>
      <dgm:spPr/>
      <dgm:t>
        <a:bodyPr/>
        <a:lstStyle/>
        <a:p>
          <a:endParaRPr lang="de-DE"/>
        </a:p>
      </dgm:t>
    </dgm:pt>
    <dgm:pt modelId="{A79BDE2C-C624-49F1-8CB9-5B3E82BE68BE}" type="sibTrans" cxnId="{C7FC1E0C-C33D-44C2-9DF7-72FCB10FEFA4}">
      <dgm:prSet/>
      <dgm:spPr/>
      <dgm:t>
        <a:bodyPr/>
        <a:lstStyle/>
        <a:p>
          <a:endParaRPr lang="de-DE"/>
        </a:p>
      </dgm:t>
    </dgm:pt>
    <dgm:pt modelId="{4B21EDF6-07F5-4FF3-88F4-1D97A1172FEC}" type="pres">
      <dgm:prSet presAssocID="{AEC2C680-C452-45B2-8F37-E85BCF32834C}" presName="hierChild1" presStyleCnt="0">
        <dgm:presLayoutVars>
          <dgm:orgChart val="1"/>
          <dgm:chPref val="1"/>
          <dgm:dir val="rev"/>
          <dgm:animOne val="branch"/>
          <dgm:animLvl val="lvl"/>
          <dgm:resizeHandles/>
        </dgm:presLayoutVars>
      </dgm:prSet>
      <dgm:spPr/>
    </dgm:pt>
    <dgm:pt modelId="{D38DE31B-89CB-411F-AED8-1346BCDE1FE8}" type="pres">
      <dgm:prSet presAssocID="{1CB26F26-654A-4408-9B00-CD40F9A0CEA6}" presName="hierRoot1" presStyleCnt="0">
        <dgm:presLayoutVars>
          <dgm:hierBranch val="init"/>
        </dgm:presLayoutVars>
      </dgm:prSet>
      <dgm:spPr/>
    </dgm:pt>
    <dgm:pt modelId="{DD19AB83-1344-447B-B9EC-4791001F6D0C}" type="pres">
      <dgm:prSet presAssocID="{1CB26F26-654A-4408-9B00-CD40F9A0CEA6}" presName="rootComposite1" presStyleCnt="0"/>
      <dgm:spPr/>
    </dgm:pt>
    <dgm:pt modelId="{7A273B85-D33A-40EC-A828-7FAD82CFC9C3}" type="pres">
      <dgm:prSet presAssocID="{1CB26F26-654A-4408-9B00-CD40F9A0CEA6}" presName="rootText1" presStyleLbl="node0" presStyleIdx="0" presStyleCnt="1">
        <dgm:presLayoutVars>
          <dgm:chPref val="3"/>
        </dgm:presLayoutVars>
      </dgm:prSet>
      <dgm:spPr/>
    </dgm:pt>
    <dgm:pt modelId="{0F1AB91E-9E13-48A3-B7B6-D77190E2F5D4}" type="pres">
      <dgm:prSet presAssocID="{1CB26F26-654A-4408-9B00-CD40F9A0CEA6}" presName="rootConnector1" presStyleLbl="node1" presStyleIdx="0" presStyleCnt="0"/>
      <dgm:spPr/>
    </dgm:pt>
    <dgm:pt modelId="{0CE55781-7ED2-4EAF-B4E3-994F06498410}" type="pres">
      <dgm:prSet presAssocID="{1CB26F26-654A-4408-9B00-CD40F9A0CEA6}" presName="hierChild2" presStyleCnt="0"/>
      <dgm:spPr/>
    </dgm:pt>
    <dgm:pt modelId="{F60B961E-74F4-4425-B5C2-0D4684661704}" type="pres">
      <dgm:prSet presAssocID="{DC7E1BE1-AB1F-4EA6-B2D1-BA058B8FD97E}" presName="Name66" presStyleLbl="parChTrans1D2" presStyleIdx="0" presStyleCnt="3"/>
      <dgm:spPr/>
    </dgm:pt>
    <dgm:pt modelId="{A07A77E3-17D9-472E-80C3-D2E8E1856697}" type="pres">
      <dgm:prSet presAssocID="{1FC2CA61-9BBD-424E-8A0F-14D3B76FFEE8}" presName="hierRoot2" presStyleCnt="0">
        <dgm:presLayoutVars>
          <dgm:hierBranch val="init"/>
        </dgm:presLayoutVars>
      </dgm:prSet>
      <dgm:spPr/>
    </dgm:pt>
    <dgm:pt modelId="{779F366A-8B40-468E-AFC6-5D6EA64472CA}" type="pres">
      <dgm:prSet presAssocID="{1FC2CA61-9BBD-424E-8A0F-14D3B76FFEE8}" presName="rootComposite" presStyleCnt="0"/>
      <dgm:spPr/>
    </dgm:pt>
    <dgm:pt modelId="{F4283819-7617-45DA-9DDF-5CB1BC673C42}" type="pres">
      <dgm:prSet presAssocID="{1FC2CA61-9BBD-424E-8A0F-14D3B76FFEE8}" presName="rootText" presStyleLbl="node2" presStyleIdx="0" presStyleCnt="3">
        <dgm:presLayoutVars>
          <dgm:chPref val="3"/>
        </dgm:presLayoutVars>
      </dgm:prSet>
      <dgm:spPr/>
    </dgm:pt>
    <dgm:pt modelId="{A1209C68-AE84-402E-A5A9-889AF57B33C3}" type="pres">
      <dgm:prSet presAssocID="{1FC2CA61-9BBD-424E-8A0F-14D3B76FFEE8}" presName="rootConnector" presStyleLbl="node2" presStyleIdx="0" presStyleCnt="3"/>
      <dgm:spPr/>
    </dgm:pt>
    <dgm:pt modelId="{AA8010C3-C6DA-4D00-8665-46EDA64976A6}" type="pres">
      <dgm:prSet presAssocID="{1FC2CA61-9BBD-424E-8A0F-14D3B76FFEE8}" presName="hierChild4" presStyleCnt="0"/>
      <dgm:spPr/>
    </dgm:pt>
    <dgm:pt modelId="{7D78C2AC-7B38-4850-AA42-6384D5463785}" type="pres">
      <dgm:prSet presAssocID="{1FC2CA61-9BBD-424E-8A0F-14D3B76FFEE8}" presName="hierChild5" presStyleCnt="0"/>
      <dgm:spPr/>
    </dgm:pt>
    <dgm:pt modelId="{E1EEE1C7-1DB7-42D5-BA69-AC353DF5E948}" type="pres">
      <dgm:prSet presAssocID="{EF743888-6E6C-453C-ABFC-DEDE321547DC}" presName="Name66" presStyleLbl="parChTrans1D2" presStyleIdx="1" presStyleCnt="3"/>
      <dgm:spPr/>
    </dgm:pt>
    <dgm:pt modelId="{A6FDBBF4-7F91-43F2-B48B-679344E72FA7}" type="pres">
      <dgm:prSet presAssocID="{FA03553B-E4C9-4D0D-8145-62DDAAF90783}" presName="hierRoot2" presStyleCnt="0">
        <dgm:presLayoutVars>
          <dgm:hierBranch val="init"/>
        </dgm:presLayoutVars>
      </dgm:prSet>
      <dgm:spPr/>
    </dgm:pt>
    <dgm:pt modelId="{336ED516-59C8-4F9E-9390-F08BAE218F54}" type="pres">
      <dgm:prSet presAssocID="{FA03553B-E4C9-4D0D-8145-62DDAAF90783}" presName="rootComposite" presStyleCnt="0"/>
      <dgm:spPr/>
    </dgm:pt>
    <dgm:pt modelId="{FC4643AA-1366-4709-B996-A0E0B46B7DE6}" type="pres">
      <dgm:prSet presAssocID="{FA03553B-E4C9-4D0D-8145-62DDAAF90783}" presName="rootText" presStyleLbl="node2" presStyleIdx="1" presStyleCnt="3">
        <dgm:presLayoutVars>
          <dgm:chPref val="3"/>
        </dgm:presLayoutVars>
      </dgm:prSet>
      <dgm:spPr/>
    </dgm:pt>
    <dgm:pt modelId="{90D7D87C-A655-4ED0-9E31-CDFE4708CA9B}" type="pres">
      <dgm:prSet presAssocID="{FA03553B-E4C9-4D0D-8145-62DDAAF90783}" presName="rootConnector" presStyleLbl="node2" presStyleIdx="1" presStyleCnt="3"/>
      <dgm:spPr/>
    </dgm:pt>
    <dgm:pt modelId="{DE6037CE-E7BF-49BA-8374-D92F04134B96}" type="pres">
      <dgm:prSet presAssocID="{FA03553B-E4C9-4D0D-8145-62DDAAF90783}" presName="hierChild4" presStyleCnt="0"/>
      <dgm:spPr/>
    </dgm:pt>
    <dgm:pt modelId="{C9D6478D-DDA1-466B-BB2C-B406A132DA14}" type="pres">
      <dgm:prSet presAssocID="{FA03553B-E4C9-4D0D-8145-62DDAAF90783}" presName="hierChild5" presStyleCnt="0"/>
      <dgm:spPr/>
    </dgm:pt>
    <dgm:pt modelId="{B0788EC0-6713-4A10-8A7D-EE2679623E3C}" type="pres">
      <dgm:prSet presAssocID="{21574AF5-55A0-49DA-81CC-D0645A8C934A}" presName="Name66" presStyleLbl="parChTrans1D2" presStyleIdx="2" presStyleCnt="3"/>
      <dgm:spPr/>
    </dgm:pt>
    <dgm:pt modelId="{F728D3F4-183E-4672-81CE-389E1E92E9B2}" type="pres">
      <dgm:prSet presAssocID="{A1C3F2E9-E97A-4FA9-BF91-EB53932B6093}" presName="hierRoot2" presStyleCnt="0">
        <dgm:presLayoutVars>
          <dgm:hierBranch val="init"/>
        </dgm:presLayoutVars>
      </dgm:prSet>
      <dgm:spPr/>
    </dgm:pt>
    <dgm:pt modelId="{C4123D78-F014-4B8C-90EF-F57BCB952B61}" type="pres">
      <dgm:prSet presAssocID="{A1C3F2E9-E97A-4FA9-BF91-EB53932B6093}" presName="rootComposite" presStyleCnt="0"/>
      <dgm:spPr/>
    </dgm:pt>
    <dgm:pt modelId="{FC44E726-D993-40FA-9544-BF6A56860638}" type="pres">
      <dgm:prSet presAssocID="{A1C3F2E9-E97A-4FA9-BF91-EB53932B6093}" presName="rootText" presStyleLbl="node2" presStyleIdx="2" presStyleCnt="3">
        <dgm:presLayoutVars>
          <dgm:chPref val="3"/>
        </dgm:presLayoutVars>
      </dgm:prSet>
      <dgm:spPr/>
    </dgm:pt>
    <dgm:pt modelId="{FA02CB15-5287-4977-ACAD-8104BC8B1EF0}" type="pres">
      <dgm:prSet presAssocID="{A1C3F2E9-E97A-4FA9-BF91-EB53932B6093}" presName="rootConnector" presStyleLbl="node2" presStyleIdx="2" presStyleCnt="3"/>
      <dgm:spPr/>
    </dgm:pt>
    <dgm:pt modelId="{35B84365-02CB-4630-87BF-A58010DE91BF}" type="pres">
      <dgm:prSet presAssocID="{A1C3F2E9-E97A-4FA9-BF91-EB53932B6093}" presName="hierChild4" presStyleCnt="0"/>
      <dgm:spPr/>
    </dgm:pt>
    <dgm:pt modelId="{1C1CE492-1A8D-43C6-AE9D-1318979575DD}" type="pres">
      <dgm:prSet presAssocID="{A1C3F2E9-E97A-4FA9-BF91-EB53932B6093}" presName="hierChild5" presStyleCnt="0"/>
      <dgm:spPr/>
    </dgm:pt>
    <dgm:pt modelId="{240B82EF-D88D-4A68-81D0-B373739D6798}" type="pres">
      <dgm:prSet presAssocID="{1CB26F26-654A-4408-9B00-CD40F9A0CEA6}" presName="hierChild3" presStyleCnt="0"/>
      <dgm:spPr/>
    </dgm:pt>
  </dgm:ptLst>
  <dgm:cxnLst>
    <dgm:cxn modelId="{C7FC1E0C-C33D-44C2-9DF7-72FCB10FEFA4}" srcId="{1CB26F26-654A-4408-9B00-CD40F9A0CEA6}" destId="{A1C3F2E9-E97A-4FA9-BF91-EB53932B6093}" srcOrd="2" destOrd="0" parTransId="{21574AF5-55A0-49DA-81CC-D0645A8C934A}" sibTransId="{A79BDE2C-C624-49F1-8CB9-5B3E82BE68BE}"/>
    <dgm:cxn modelId="{9111781D-679C-4E54-97F4-CC388F18CE50}" type="presOf" srcId="{1FC2CA61-9BBD-424E-8A0F-14D3B76FFEE8}" destId="{F4283819-7617-45DA-9DDF-5CB1BC673C42}" srcOrd="0" destOrd="0" presId="urn:microsoft.com/office/officeart/2009/3/layout/HorizontalOrganizationChart"/>
    <dgm:cxn modelId="{D72CA229-EE32-42CE-AABE-FE6898C0CAD7}" type="presOf" srcId="{FA03553B-E4C9-4D0D-8145-62DDAAF90783}" destId="{90D7D87C-A655-4ED0-9E31-CDFE4708CA9B}" srcOrd="1" destOrd="0" presId="urn:microsoft.com/office/officeart/2009/3/layout/HorizontalOrganizationChart"/>
    <dgm:cxn modelId="{6C995C34-5DC5-43C9-8956-F5C274021DBC}" type="presOf" srcId="{A1C3F2E9-E97A-4FA9-BF91-EB53932B6093}" destId="{FC44E726-D993-40FA-9544-BF6A56860638}" srcOrd="0" destOrd="0" presId="urn:microsoft.com/office/officeart/2009/3/layout/HorizontalOrganizationChart"/>
    <dgm:cxn modelId="{ACDFA636-7404-4B20-BEC3-1AFCE6F1885D}" type="presOf" srcId="{FA03553B-E4C9-4D0D-8145-62DDAAF90783}" destId="{FC4643AA-1366-4709-B996-A0E0B46B7DE6}" srcOrd="0" destOrd="0" presId="urn:microsoft.com/office/officeart/2009/3/layout/HorizontalOrganizationChart"/>
    <dgm:cxn modelId="{9EABD141-3740-4D55-9F22-6C5D14A5D3D7}" type="presOf" srcId="{DC7E1BE1-AB1F-4EA6-B2D1-BA058B8FD97E}" destId="{F60B961E-74F4-4425-B5C2-0D4684661704}" srcOrd="0" destOrd="0" presId="urn:microsoft.com/office/officeart/2009/3/layout/HorizontalOrganizationChart"/>
    <dgm:cxn modelId="{35A94642-CA77-431C-BD97-E6969CF98218}" type="presOf" srcId="{EF743888-6E6C-453C-ABFC-DEDE321547DC}" destId="{E1EEE1C7-1DB7-42D5-BA69-AC353DF5E948}" srcOrd="0" destOrd="0" presId="urn:microsoft.com/office/officeart/2009/3/layout/HorizontalOrganizationChart"/>
    <dgm:cxn modelId="{4A2D6043-D40C-484E-8EDB-4CA8B3A8E5B2}" type="presOf" srcId="{A1C3F2E9-E97A-4FA9-BF91-EB53932B6093}" destId="{FA02CB15-5287-4977-ACAD-8104BC8B1EF0}" srcOrd="1" destOrd="0" presId="urn:microsoft.com/office/officeart/2009/3/layout/HorizontalOrganizationChart"/>
    <dgm:cxn modelId="{4591B068-549F-448D-AAE8-AB38BD9F267D}" type="presOf" srcId="{1CB26F26-654A-4408-9B00-CD40F9A0CEA6}" destId="{7A273B85-D33A-40EC-A828-7FAD82CFC9C3}" srcOrd="0" destOrd="0" presId="urn:microsoft.com/office/officeart/2009/3/layout/HorizontalOrganizationChart"/>
    <dgm:cxn modelId="{A5D0066A-D530-461B-B067-3331CCE8F000}" srcId="{1CB26F26-654A-4408-9B00-CD40F9A0CEA6}" destId="{1FC2CA61-9BBD-424E-8A0F-14D3B76FFEE8}" srcOrd="0" destOrd="0" parTransId="{DC7E1BE1-AB1F-4EA6-B2D1-BA058B8FD97E}" sibTransId="{FA0ED4AB-E24D-45E1-ABFC-75FC2D436836}"/>
    <dgm:cxn modelId="{A83AC04C-3916-4951-8E69-282983F54EAE}" type="presOf" srcId="{AEC2C680-C452-45B2-8F37-E85BCF32834C}" destId="{4B21EDF6-07F5-4FF3-88F4-1D97A1172FEC}" srcOrd="0" destOrd="0" presId="urn:microsoft.com/office/officeart/2009/3/layout/HorizontalOrganizationChart"/>
    <dgm:cxn modelId="{2E407FCE-A231-4EAC-83E1-8DF0A701551D}" srcId="{1CB26F26-654A-4408-9B00-CD40F9A0CEA6}" destId="{FA03553B-E4C9-4D0D-8145-62DDAAF90783}" srcOrd="1" destOrd="0" parTransId="{EF743888-6E6C-453C-ABFC-DEDE321547DC}" sibTransId="{568C6D31-A30B-488E-AC4D-07E9F618032F}"/>
    <dgm:cxn modelId="{4C9D9ED5-372B-442B-93E4-272092E0FF35}" type="presOf" srcId="{1CB26F26-654A-4408-9B00-CD40F9A0CEA6}" destId="{0F1AB91E-9E13-48A3-B7B6-D77190E2F5D4}" srcOrd="1" destOrd="0" presId="urn:microsoft.com/office/officeart/2009/3/layout/HorizontalOrganizationChart"/>
    <dgm:cxn modelId="{E0ED27EB-E11A-49C5-B195-FF01790EF00F}" type="presOf" srcId="{21574AF5-55A0-49DA-81CC-D0645A8C934A}" destId="{B0788EC0-6713-4A10-8A7D-EE2679623E3C}" srcOrd="0" destOrd="0" presId="urn:microsoft.com/office/officeart/2009/3/layout/HorizontalOrganizationChart"/>
    <dgm:cxn modelId="{066544ED-59D2-4800-A6DD-22CC3954C420}" type="presOf" srcId="{1FC2CA61-9BBD-424E-8A0F-14D3B76FFEE8}" destId="{A1209C68-AE84-402E-A5A9-889AF57B33C3}" srcOrd="1" destOrd="0" presId="urn:microsoft.com/office/officeart/2009/3/layout/HorizontalOrganizationChart"/>
    <dgm:cxn modelId="{7C9686FE-F6EC-41BA-ACB0-C9BA953A5C4C}" srcId="{AEC2C680-C452-45B2-8F37-E85BCF32834C}" destId="{1CB26F26-654A-4408-9B00-CD40F9A0CEA6}" srcOrd="0" destOrd="0" parTransId="{D37440F5-201D-4A99-9156-2AA8281A09F5}" sibTransId="{A2221137-8131-4345-8406-7F23270A7CEA}"/>
    <dgm:cxn modelId="{BC40FAA4-F638-43BF-AAB9-C5B00DF8A28A}" type="presParOf" srcId="{4B21EDF6-07F5-4FF3-88F4-1D97A1172FEC}" destId="{D38DE31B-89CB-411F-AED8-1346BCDE1FE8}" srcOrd="0" destOrd="0" presId="urn:microsoft.com/office/officeart/2009/3/layout/HorizontalOrganizationChart"/>
    <dgm:cxn modelId="{A40C08BF-C6D8-4869-9139-7EB348841883}" type="presParOf" srcId="{D38DE31B-89CB-411F-AED8-1346BCDE1FE8}" destId="{DD19AB83-1344-447B-B9EC-4791001F6D0C}" srcOrd="0" destOrd="0" presId="urn:microsoft.com/office/officeart/2009/3/layout/HorizontalOrganizationChart"/>
    <dgm:cxn modelId="{56690FB1-05DB-40DD-B92C-2411BFB6A667}" type="presParOf" srcId="{DD19AB83-1344-447B-B9EC-4791001F6D0C}" destId="{7A273B85-D33A-40EC-A828-7FAD82CFC9C3}" srcOrd="0" destOrd="0" presId="urn:microsoft.com/office/officeart/2009/3/layout/HorizontalOrganizationChart"/>
    <dgm:cxn modelId="{18AF9C8B-D844-4383-8D9B-AF3EDCFC42CF}" type="presParOf" srcId="{DD19AB83-1344-447B-B9EC-4791001F6D0C}" destId="{0F1AB91E-9E13-48A3-B7B6-D77190E2F5D4}" srcOrd="1" destOrd="0" presId="urn:microsoft.com/office/officeart/2009/3/layout/HorizontalOrganizationChart"/>
    <dgm:cxn modelId="{AF4E0B08-8082-416D-A332-672CB74BF2C8}" type="presParOf" srcId="{D38DE31B-89CB-411F-AED8-1346BCDE1FE8}" destId="{0CE55781-7ED2-4EAF-B4E3-994F06498410}" srcOrd="1" destOrd="0" presId="urn:microsoft.com/office/officeart/2009/3/layout/HorizontalOrganizationChart"/>
    <dgm:cxn modelId="{60863B4D-9C62-48E4-BAE6-A22E97460ED3}" type="presParOf" srcId="{0CE55781-7ED2-4EAF-B4E3-994F06498410}" destId="{F60B961E-74F4-4425-B5C2-0D4684661704}" srcOrd="0" destOrd="0" presId="urn:microsoft.com/office/officeart/2009/3/layout/HorizontalOrganizationChart"/>
    <dgm:cxn modelId="{D42AE767-BADF-41F2-89C7-7A0E182D571D}" type="presParOf" srcId="{0CE55781-7ED2-4EAF-B4E3-994F06498410}" destId="{A07A77E3-17D9-472E-80C3-D2E8E1856697}" srcOrd="1" destOrd="0" presId="urn:microsoft.com/office/officeart/2009/3/layout/HorizontalOrganizationChart"/>
    <dgm:cxn modelId="{7A8B20A3-6B12-4866-BE3D-BE2CAA161B6D}" type="presParOf" srcId="{A07A77E3-17D9-472E-80C3-D2E8E1856697}" destId="{779F366A-8B40-468E-AFC6-5D6EA64472CA}" srcOrd="0" destOrd="0" presId="urn:microsoft.com/office/officeart/2009/3/layout/HorizontalOrganizationChart"/>
    <dgm:cxn modelId="{7D77AC9C-364F-442C-8C59-95AB9D5F1B6C}" type="presParOf" srcId="{779F366A-8B40-468E-AFC6-5D6EA64472CA}" destId="{F4283819-7617-45DA-9DDF-5CB1BC673C42}" srcOrd="0" destOrd="0" presId="urn:microsoft.com/office/officeart/2009/3/layout/HorizontalOrganizationChart"/>
    <dgm:cxn modelId="{8D6FD5BD-4A3C-430C-A6CE-1B99651A670B}" type="presParOf" srcId="{779F366A-8B40-468E-AFC6-5D6EA64472CA}" destId="{A1209C68-AE84-402E-A5A9-889AF57B33C3}" srcOrd="1" destOrd="0" presId="urn:microsoft.com/office/officeart/2009/3/layout/HorizontalOrganizationChart"/>
    <dgm:cxn modelId="{E2525E17-E4A1-4C89-9B05-CEC5422F2588}" type="presParOf" srcId="{A07A77E3-17D9-472E-80C3-D2E8E1856697}" destId="{AA8010C3-C6DA-4D00-8665-46EDA64976A6}" srcOrd="1" destOrd="0" presId="urn:microsoft.com/office/officeart/2009/3/layout/HorizontalOrganizationChart"/>
    <dgm:cxn modelId="{53BF56C7-4D60-412B-B417-5278479F28BA}" type="presParOf" srcId="{A07A77E3-17D9-472E-80C3-D2E8E1856697}" destId="{7D78C2AC-7B38-4850-AA42-6384D5463785}" srcOrd="2" destOrd="0" presId="urn:microsoft.com/office/officeart/2009/3/layout/HorizontalOrganizationChart"/>
    <dgm:cxn modelId="{D49FCFCE-3344-4D89-9F65-BB2E72D5A5E7}" type="presParOf" srcId="{0CE55781-7ED2-4EAF-B4E3-994F06498410}" destId="{E1EEE1C7-1DB7-42D5-BA69-AC353DF5E948}" srcOrd="2" destOrd="0" presId="urn:microsoft.com/office/officeart/2009/3/layout/HorizontalOrganizationChart"/>
    <dgm:cxn modelId="{8BDF3C99-4B68-4A28-A1D3-49D648C00F78}" type="presParOf" srcId="{0CE55781-7ED2-4EAF-B4E3-994F06498410}" destId="{A6FDBBF4-7F91-43F2-B48B-679344E72FA7}" srcOrd="3" destOrd="0" presId="urn:microsoft.com/office/officeart/2009/3/layout/HorizontalOrganizationChart"/>
    <dgm:cxn modelId="{9CFE5A05-646D-4860-BCDF-F2DD71A48339}" type="presParOf" srcId="{A6FDBBF4-7F91-43F2-B48B-679344E72FA7}" destId="{336ED516-59C8-4F9E-9390-F08BAE218F54}" srcOrd="0" destOrd="0" presId="urn:microsoft.com/office/officeart/2009/3/layout/HorizontalOrganizationChart"/>
    <dgm:cxn modelId="{5DBC17CD-1035-47B6-B92D-FC00062B8B1A}" type="presParOf" srcId="{336ED516-59C8-4F9E-9390-F08BAE218F54}" destId="{FC4643AA-1366-4709-B996-A0E0B46B7DE6}" srcOrd="0" destOrd="0" presId="urn:microsoft.com/office/officeart/2009/3/layout/HorizontalOrganizationChart"/>
    <dgm:cxn modelId="{B4FA8EC6-BC08-4532-BBB2-3462200BE721}" type="presParOf" srcId="{336ED516-59C8-4F9E-9390-F08BAE218F54}" destId="{90D7D87C-A655-4ED0-9E31-CDFE4708CA9B}" srcOrd="1" destOrd="0" presId="urn:microsoft.com/office/officeart/2009/3/layout/HorizontalOrganizationChart"/>
    <dgm:cxn modelId="{57F7CC9C-3F13-4092-AD79-87420F5C1E0C}" type="presParOf" srcId="{A6FDBBF4-7F91-43F2-B48B-679344E72FA7}" destId="{DE6037CE-E7BF-49BA-8374-D92F04134B96}" srcOrd="1" destOrd="0" presId="urn:microsoft.com/office/officeart/2009/3/layout/HorizontalOrganizationChart"/>
    <dgm:cxn modelId="{BF3941F8-05BB-4B06-8F2A-8E553F880FCA}" type="presParOf" srcId="{A6FDBBF4-7F91-43F2-B48B-679344E72FA7}" destId="{C9D6478D-DDA1-466B-BB2C-B406A132DA14}" srcOrd="2" destOrd="0" presId="urn:microsoft.com/office/officeart/2009/3/layout/HorizontalOrganizationChart"/>
    <dgm:cxn modelId="{7E0A903D-F61D-4017-B985-63BBF4DE6E3F}" type="presParOf" srcId="{0CE55781-7ED2-4EAF-B4E3-994F06498410}" destId="{B0788EC0-6713-4A10-8A7D-EE2679623E3C}" srcOrd="4" destOrd="0" presId="urn:microsoft.com/office/officeart/2009/3/layout/HorizontalOrganizationChart"/>
    <dgm:cxn modelId="{3887481B-868B-44C5-9548-7E30F51CA26B}" type="presParOf" srcId="{0CE55781-7ED2-4EAF-B4E3-994F06498410}" destId="{F728D3F4-183E-4672-81CE-389E1E92E9B2}" srcOrd="5" destOrd="0" presId="urn:microsoft.com/office/officeart/2009/3/layout/HorizontalOrganizationChart"/>
    <dgm:cxn modelId="{CABD0D4A-88C1-40AB-A762-8F5D7DD39D42}" type="presParOf" srcId="{F728D3F4-183E-4672-81CE-389E1E92E9B2}" destId="{C4123D78-F014-4B8C-90EF-F57BCB952B61}" srcOrd="0" destOrd="0" presId="urn:microsoft.com/office/officeart/2009/3/layout/HorizontalOrganizationChart"/>
    <dgm:cxn modelId="{C76B3657-CA7B-4398-A302-71531195D050}" type="presParOf" srcId="{C4123D78-F014-4B8C-90EF-F57BCB952B61}" destId="{FC44E726-D993-40FA-9544-BF6A56860638}" srcOrd="0" destOrd="0" presId="urn:microsoft.com/office/officeart/2009/3/layout/HorizontalOrganizationChart"/>
    <dgm:cxn modelId="{A1E965E1-87C4-41DF-B3F1-85D32EB54069}" type="presParOf" srcId="{C4123D78-F014-4B8C-90EF-F57BCB952B61}" destId="{FA02CB15-5287-4977-ACAD-8104BC8B1EF0}" srcOrd="1" destOrd="0" presId="urn:microsoft.com/office/officeart/2009/3/layout/HorizontalOrganizationChart"/>
    <dgm:cxn modelId="{9D1FC77C-F095-425E-9B66-BD244BD8273B}" type="presParOf" srcId="{F728D3F4-183E-4672-81CE-389E1E92E9B2}" destId="{35B84365-02CB-4630-87BF-A58010DE91BF}" srcOrd="1" destOrd="0" presId="urn:microsoft.com/office/officeart/2009/3/layout/HorizontalOrganizationChart"/>
    <dgm:cxn modelId="{79885187-8DC2-4E88-9BAA-36572C083988}" type="presParOf" srcId="{F728D3F4-183E-4672-81CE-389E1E92E9B2}" destId="{1C1CE492-1A8D-43C6-AE9D-1318979575DD}" srcOrd="2" destOrd="0" presId="urn:microsoft.com/office/officeart/2009/3/layout/HorizontalOrganizationChart"/>
    <dgm:cxn modelId="{3C5E5F92-8FD0-4104-A6F9-FB45A1CBCD8C}" type="presParOf" srcId="{D38DE31B-89CB-411F-AED8-1346BCDE1FE8}" destId="{240B82EF-D88D-4A68-81D0-B373739D6798}" srcOrd="2" destOrd="0" presId="urn:microsoft.com/office/officeart/2009/3/layout/HorizontalOrganizationChar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9C0904-7D54-421F-9550-074983F0D769}" type="doc">
      <dgm:prSet loTypeId="urn:microsoft.com/office/officeart/2005/8/layout/process1" loCatId="process" qsTypeId="urn:microsoft.com/office/officeart/2005/8/quickstyle/simple1" qsCatId="simple" csTypeId="urn:microsoft.com/office/officeart/2005/8/colors/accent1_2" csCatId="accent1" phldr="1"/>
      <dgm:spPr/>
    </dgm:pt>
    <dgm:pt modelId="{D0E41EE4-1441-4176-BD01-776DE5DE860C}">
      <dgm:prSet phldrT="[Text]"/>
      <dgm:spPr/>
      <dgm:t>
        <a:bodyPr/>
        <a:lstStyle/>
        <a:p>
          <a:r>
            <a:rPr lang="de-DE" dirty="0"/>
            <a:t>LLM/Agent</a:t>
          </a:r>
        </a:p>
      </dgm:t>
    </dgm:pt>
    <dgm:pt modelId="{D374DD47-EA56-446F-B9FA-D48975338BD0}" type="parTrans" cxnId="{6DF37C11-C97B-4A70-9DAA-B3167033EEBA}">
      <dgm:prSet/>
      <dgm:spPr/>
      <dgm:t>
        <a:bodyPr/>
        <a:lstStyle/>
        <a:p>
          <a:endParaRPr lang="de-DE"/>
        </a:p>
      </dgm:t>
    </dgm:pt>
    <dgm:pt modelId="{362D3FBF-9CC9-4DED-9854-3027D8DA320E}" type="sibTrans" cxnId="{6DF37C11-C97B-4A70-9DAA-B3167033EEBA}">
      <dgm:prSet/>
      <dgm:spPr/>
      <dgm:t>
        <a:bodyPr/>
        <a:lstStyle/>
        <a:p>
          <a:endParaRPr lang="de-DE"/>
        </a:p>
      </dgm:t>
    </dgm:pt>
    <dgm:pt modelId="{84117FC7-F650-4644-92C0-57B2C0D311E4}">
      <dgm:prSet phldrT="[Text]"/>
      <dgm:spPr/>
      <dgm:t>
        <a:bodyPr/>
        <a:lstStyle/>
        <a:p>
          <a:r>
            <a:rPr lang="de-DE" dirty="0"/>
            <a:t>MCP</a:t>
          </a:r>
        </a:p>
      </dgm:t>
    </dgm:pt>
    <dgm:pt modelId="{65B3BB0A-EA3D-4DBF-808E-21E154CFA989}" type="parTrans" cxnId="{26979924-65A6-47B7-B57C-69481A6A9E13}">
      <dgm:prSet/>
      <dgm:spPr/>
      <dgm:t>
        <a:bodyPr/>
        <a:lstStyle/>
        <a:p>
          <a:endParaRPr lang="de-DE"/>
        </a:p>
      </dgm:t>
    </dgm:pt>
    <dgm:pt modelId="{15BA3307-9F1D-487E-9D4E-9A098BB7DB55}" type="sibTrans" cxnId="{26979924-65A6-47B7-B57C-69481A6A9E13}">
      <dgm:prSet/>
      <dgm:spPr/>
      <dgm:t>
        <a:bodyPr/>
        <a:lstStyle/>
        <a:p>
          <a:endParaRPr lang="de-DE"/>
        </a:p>
      </dgm:t>
    </dgm:pt>
    <dgm:pt modelId="{9AD33B90-F07B-4588-A42F-43CF111692D3}">
      <dgm:prSet phldrT="[Text]"/>
      <dgm:spPr/>
      <dgm:t>
        <a:bodyPr/>
        <a:lstStyle/>
        <a:p>
          <a:r>
            <a:rPr lang="de-DE" dirty="0"/>
            <a:t>Systeme / Tools</a:t>
          </a:r>
        </a:p>
      </dgm:t>
    </dgm:pt>
    <dgm:pt modelId="{ED516802-6FAC-4ED5-A7B9-8FF0B17BA04E}" type="parTrans" cxnId="{714A6A60-C5EF-4360-BD0F-14B11E5E4C5A}">
      <dgm:prSet/>
      <dgm:spPr/>
      <dgm:t>
        <a:bodyPr/>
        <a:lstStyle/>
        <a:p>
          <a:endParaRPr lang="de-DE"/>
        </a:p>
      </dgm:t>
    </dgm:pt>
    <dgm:pt modelId="{F1CA3132-6296-4D0B-8CB1-1E3A12CB9547}" type="sibTrans" cxnId="{714A6A60-C5EF-4360-BD0F-14B11E5E4C5A}">
      <dgm:prSet/>
      <dgm:spPr/>
      <dgm:t>
        <a:bodyPr/>
        <a:lstStyle/>
        <a:p>
          <a:endParaRPr lang="de-DE"/>
        </a:p>
      </dgm:t>
    </dgm:pt>
    <dgm:pt modelId="{B2DD3E44-5344-4CAE-B4C7-F1501B72A366}" type="pres">
      <dgm:prSet presAssocID="{CF9C0904-7D54-421F-9550-074983F0D769}" presName="Name0" presStyleCnt="0">
        <dgm:presLayoutVars>
          <dgm:dir/>
          <dgm:resizeHandles val="exact"/>
        </dgm:presLayoutVars>
      </dgm:prSet>
      <dgm:spPr/>
    </dgm:pt>
    <dgm:pt modelId="{CB8A1DAE-2BE7-4B70-BECD-ECB07CD1A6EA}" type="pres">
      <dgm:prSet presAssocID="{D0E41EE4-1441-4176-BD01-776DE5DE860C}" presName="node" presStyleLbl="node1" presStyleIdx="0" presStyleCnt="3">
        <dgm:presLayoutVars>
          <dgm:bulletEnabled val="1"/>
        </dgm:presLayoutVars>
      </dgm:prSet>
      <dgm:spPr/>
    </dgm:pt>
    <dgm:pt modelId="{4A6EFE8C-EE21-44B6-87DE-90B2AAE08790}" type="pres">
      <dgm:prSet presAssocID="{362D3FBF-9CC9-4DED-9854-3027D8DA320E}" presName="sibTrans" presStyleLbl="sibTrans2D1" presStyleIdx="0" presStyleCnt="2"/>
      <dgm:spPr/>
    </dgm:pt>
    <dgm:pt modelId="{4BB4FE1E-E372-4A0B-B1F0-32212AA1B6D7}" type="pres">
      <dgm:prSet presAssocID="{362D3FBF-9CC9-4DED-9854-3027D8DA320E}" presName="connectorText" presStyleLbl="sibTrans2D1" presStyleIdx="0" presStyleCnt="2"/>
      <dgm:spPr/>
    </dgm:pt>
    <dgm:pt modelId="{00EF97AD-390D-4EBA-90F5-471E3E46A55C}" type="pres">
      <dgm:prSet presAssocID="{84117FC7-F650-4644-92C0-57B2C0D311E4}" presName="node" presStyleLbl="node1" presStyleIdx="1" presStyleCnt="3">
        <dgm:presLayoutVars>
          <dgm:bulletEnabled val="1"/>
        </dgm:presLayoutVars>
      </dgm:prSet>
      <dgm:spPr/>
    </dgm:pt>
    <dgm:pt modelId="{DFAA6673-9EC7-49AD-803F-7F432AC42186}" type="pres">
      <dgm:prSet presAssocID="{15BA3307-9F1D-487E-9D4E-9A098BB7DB55}" presName="sibTrans" presStyleLbl="sibTrans2D1" presStyleIdx="1" presStyleCnt="2"/>
      <dgm:spPr/>
    </dgm:pt>
    <dgm:pt modelId="{1F016B69-EBAF-45E6-BBC8-4D26AC86A33E}" type="pres">
      <dgm:prSet presAssocID="{15BA3307-9F1D-487E-9D4E-9A098BB7DB55}" presName="connectorText" presStyleLbl="sibTrans2D1" presStyleIdx="1" presStyleCnt="2"/>
      <dgm:spPr/>
    </dgm:pt>
    <dgm:pt modelId="{4F7AC645-FB6C-492F-AF0D-CD40B0AEA79E}" type="pres">
      <dgm:prSet presAssocID="{9AD33B90-F07B-4588-A42F-43CF111692D3}" presName="node" presStyleLbl="node1" presStyleIdx="2" presStyleCnt="3">
        <dgm:presLayoutVars>
          <dgm:bulletEnabled val="1"/>
        </dgm:presLayoutVars>
      </dgm:prSet>
      <dgm:spPr/>
    </dgm:pt>
  </dgm:ptLst>
  <dgm:cxnLst>
    <dgm:cxn modelId="{6DF37C11-C97B-4A70-9DAA-B3167033EEBA}" srcId="{CF9C0904-7D54-421F-9550-074983F0D769}" destId="{D0E41EE4-1441-4176-BD01-776DE5DE860C}" srcOrd="0" destOrd="0" parTransId="{D374DD47-EA56-446F-B9FA-D48975338BD0}" sibTransId="{362D3FBF-9CC9-4DED-9854-3027D8DA320E}"/>
    <dgm:cxn modelId="{24AD211E-25C6-4717-B2E9-34342CAB91B7}" type="presOf" srcId="{362D3FBF-9CC9-4DED-9854-3027D8DA320E}" destId="{4BB4FE1E-E372-4A0B-B1F0-32212AA1B6D7}" srcOrd="1" destOrd="0" presId="urn:microsoft.com/office/officeart/2005/8/layout/process1"/>
    <dgm:cxn modelId="{26979924-65A6-47B7-B57C-69481A6A9E13}" srcId="{CF9C0904-7D54-421F-9550-074983F0D769}" destId="{84117FC7-F650-4644-92C0-57B2C0D311E4}" srcOrd="1" destOrd="0" parTransId="{65B3BB0A-EA3D-4DBF-808E-21E154CFA989}" sibTransId="{15BA3307-9F1D-487E-9D4E-9A098BB7DB55}"/>
    <dgm:cxn modelId="{09808230-F7F4-44AE-A734-4ABDE9293537}" type="presOf" srcId="{9AD33B90-F07B-4588-A42F-43CF111692D3}" destId="{4F7AC645-FB6C-492F-AF0D-CD40B0AEA79E}" srcOrd="0" destOrd="0" presId="urn:microsoft.com/office/officeart/2005/8/layout/process1"/>
    <dgm:cxn modelId="{714A6A60-C5EF-4360-BD0F-14B11E5E4C5A}" srcId="{CF9C0904-7D54-421F-9550-074983F0D769}" destId="{9AD33B90-F07B-4588-A42F-43CF111692D3}" srcOrd="2" destOrd="0" parTransId="{ED516802-6FAC-4ED5-A7B9-8FF0B17BA04E}" sibTransId="{F1CA3132-6296-4D0B-8CB1-1E3A12CB9547}"/>
    <dgm:cxn modelId="{60E1AF4B-6B7D-4BC8-8C05-A7AF8C155C77}" type="presOf" srcId="{15BA3307-9F1D-487E-9D4E-9A098BB7DB55}" destId="{DFAA6673-9EC7-49AD-803F-7F432AC42186}" srcOrd="0" destOrd="0" presId="urn:microsoft.com/office/officeart/2005/8/layout/process1"/>
    <dgm:cxn modelId="{1D5E9577-2C0F-4740-A998-F71F8E4E467E}" type="presOf" srcId="{D0E41EE4-1441-4176-BD01-776DE5DE860C}" destId="{CB8A1DAE-2BE7-4B70-BECD-ECB07CD1A6EA}" srcOrd="0" destOrd="0" presId="urn:microsoft.com/office/officeart/2005/8/layout/process1"/>
    <dgm:cxn modelId="{1F49F279-F0B6-4679-AB0F-E55A074480D3}" type="presOf" srcId="{362D3FBF-9CC9-4DED-9854-3027D8DA320E}" destId="{4A6EFE8C-EE21-44B6-87DE-90B2AAE08790}" srcOrd="0" destOrd="0" presId="urn:microsoft.com/office/officeart/2005/8/layout/process1"/>
    <dgm:cxn modelId="{BA28318A-0D52-43A0-925D-30BF98C5BD43}" type="presOf" srcId="{84117FC7-F650-4644-92C0-57B2C0D311E4}" destId="{00EF97AD-390D-4EBA-90F5-471E3E46A55C}" srcOrd="0" destOrd="0" presId="urn:microsoft.com/office/officeart/2005/8/layout/process1"/>
    <dgm:cxn modelId="{7BFAAB94-C263-4A06-B602-391392AD1665}" type="presOf" srcId="{CF9C0904-7D54-421F-9550-074983F0D769}" destId="{B2DD3E44-5344-4CAE-B4C7-F1501B72A366}" srcOrd="0" destOrd="0" presId="urn:microsoft.com/office/officeart/2005/8/layout/process1"/>
    <dgm:cxn modelId="{C70820F7-3A1B-4DEA-BBC1-1A61910CDDD0}" type="presOf" srcId="{15BA3307-9F1D-487E-9D4E-9A098BB7DB55}" destId="{1F016B69-EBAF-45E6-BBC8-4D26AC86A33E}" srcOrd="1" destOrd="0" presId="urn:microsoft.com/office/officeart/2005/8/layout/process1"/>
    <dgm:cxn modelId="{A5864F1A-50C9-495F-8836-2EDFBFC36D85}" type="presParOf" srcId="{B2DD3E44-5344-4CAE-B4C7-F1501B72A366}" destId="{CB8A1DAE-2BE7-4B70-BECD-ECB07CD1A6EA}" srcOrd="0" destOrd="0" presId="urn:microsoft.com/office/officeart/2005/8/layout/process1"/>
    <dgm:cxn modelId="{A9831036-2E05-43A6-91E7-9F4E4CDA33F2}" type="presParOf" srcId="{B2DD3E44-5344-4CAE-B4C7-F1501B72A366}" destId="{4A6EFE8C-EE21-44B6-87DE-90B2AAE08790}" srcOrd="1" destOrd="0" presId="urn:microsoft.com/office/officeart/2005/8/layout/process1"/>
    <dgm:cxn modelId="{AE765395-AB49-44AA-A012-300BF805FEB1}" type="presParOf" srcId="{4A6EFE8C-EE21-44B6-87DE-90B2AAE08790}" destId="{4BB4FE1E-E372-4A0B-B1F0-32212AA1B6D7}" srcOrd="0" destOrd="0" presId="urn:microsoft.com/office/officeart/2005/8/layout/process1"/>
    <dgm:cxn modelId="{F10B6921-EF13-430F-B659-67D6DA224467}" type="presParOf" srcId="{B2DD3E44-5344-4CAE-B4C7-F1501B72A366}" destId="{00EF97AD-390D-4EBA-90F5-471E3E46A55C}" srcOrd="2" destOrd="0" presId="urn:microsoft.com/office/officeart/2005/8/layout/process1"/>
    <dgm:cxn modelId="{7F7E2517-30B6-4947-A8B0-C5885D01B239}" type="presParOf" srcId="{B2DD3E44-5344-4CAE-B4C7-F1501B72A366}" destId="{DFAA6673-9EC7-49AD-803F-7F432AC42186}" srcOrd="3" destOrd="0" presId="urn:microsoft.com/office/officeart/2005/8/layout/process1"/>
    <dgm:cxn modelId="{85FD041E-C4A4-4421-B298-9AE5D048A82D}" type="presParOf" srcId="{DFAA6673-9EC7-49AD-803F-7F432AC42186}" destId="{1F016B69-EBAF-45E6-BBC8-4D26AC86A33E}" srcOrd="0" destOrd="0" presId="urn:microsoft.com/office/officeart/2005/8/layout/process1"/>
    <dgm:cxn modelId="{00C7E98B-A1BC-4F84-8097-1678F14B6BD0}" type="presParOf" srcId="{B2DD3E44-5344-4CAE-B4C7-F1501B72A366}" destId="{4F7AC645-FB6C-492F-AF0D-CD40B0AEA79E}" srcOrd="4" destOrd="0" presId="urn:microsoft.com/office/officeart/2005/8/layout/process1"/>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ABAB429-DC9C-4259-90D1-8C8B04895B4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E553D2A9-735E-40DC-915D-7A1B8EE918CB}">
      <dgm:prSet phldrT="[Text]"/>
      <dgm:spPr/>
      <dgm:t>
        <a:bodyPr/>
        <a:lstStyle/>
        <a:p>
          <a:r>
            <a:rPr lang="de-DE" dirty="0"/>
            <a:t>Anwendung</a:t>
          </a:r>
        </a:p>
      </dgm:t>
    </dgm:pt>
    <dgm:pt modelId="{3E8B5CB6-501B-4358-883E-43307F69EC7E}" type="parTrans" cxnId="{2B7EB773-0715-495C-BD16-837806C67B92}">
      <dgm:prSet/>
      <dgm:spPr/>
      <dgm:t>
        <a:bodyPr/>
        <a:lstStyle/>
        <a:p>
          <a:endParaRPr lang="de-DE"/>
        </a:p>
      </dgm:t>
    </dgm:pt>
    <dgm:pt modelId="{2AB718DA-BD91-47C4-AF85-7D495350EC22}" type="sibTrans" cxnId="{2B7EB773-0715-495C-BD16-837806C67B92}">
      <dgm:prSet/>
      <dgm:spPr/>
      <dgm:t>
        <a:bodyPr/>
        <a:lstStyle/>
        <a:p>
          <a:endParaRPr lang="de-DE"/>
        </a:p>
      </dgm:t>
    </dgm:pt>
    <dgm:pt modelId="{AD6F4DAE-9C7A-4D47-87B3-97E115E89A43}" type="asst">
      <dgm:prSet phldrT="[Text]"/>
      <dgm:spPr>
        <a:solidFill>
          <a:schemeClr val="bg1">
            <a:lumMod val="65000"/>
          </a:schemeClr>
        </a:solidFill>
      </dgm:spPr>
      <dgm:t>
        <a:bodyPr/>
        <a:lstStyle/>
        <a:p>
          <a:r>
            <a:rPr lang="de-DE" dirty="0"/>
            <a:t>GET /</a:t>
          </a:r>
          <a:r>
            <a:rPr lang="de-DE" dirty="0" err="1"/>
            <a:t>technologiesX</a:t>
          </a:r>
          <a:endParaRPr lang="de-DE" dirty="0"/>
        </a:p>
      </dgm:t>
    </dgm:pt>
    <dgm:pt modelId="{38F7BD04-1216-4EF3-AA83-DDE753F8EC28}" type="parTrans" cxnId="{220BCE84-0E58-493B-A8A2-DE87EF3C2A7F}">
      <dgm:prSet/>
      <dgm:spPr/>
      <dgm:t>
        <a:bodyPr/>
        <a:lstStyle/>
        <a:p>
          <a:endParaRPr lang="de-DE"/>
        </a:p>
      </dgm:t>
    </dgm:pt>
    <dgm:pt modelId="{68B717C7-06D3-4785-8DBD-7EE1814764DC}" type="sibTrans" cxnId="{220BCE84-0E58-493B-A8A2-DE87EF3C2A7F}">
      <dgm:prSet/>
      <dgm:spPr/>
      <dgm:t>
        <a:bodyPr/>
        <a:lstStyle/>
        <a:p>
          <a:endParaRPr lang="de-DE"/>
        </a:p>
      </dgm:t>
    </dgm:pt>
    <dgm:pt modelId="{F5AA4A6A-4578-4AE9-9D12-0D0ED59E66C8}">
      <dgm:prSet phldrT="[Text]"/>
      <dgm:spPr/>
      <dgm:t>
        <a:bodyPr/>
        <a:lstStyle/>
        <a:p>
          <a:r>
            <a:rPr lang="de-DE" dirty="0"/>
            <a:t>API</a:t>
          </a:r>
        </a:p>
      </dgm:t>
    </dgm:pt>
    <dgm:pt modelId="{6F139F07-2DBF-4BF1-960F-AA0AF6B9BE15}" type="parTrans" cxnId="{487A14C3-0B08-4AB6-9724-ECCE846FBB1F}">
      <dgm:prSet/>
      <dgm:spPr/>
      <dgm:t>
        <a:bodyPr/>
        <a:lstStyle/>
        <a:p>
          <a:endParaRPr lang="de-DE"/>
        </a:p>
      </dgm:t>
    </dgm:pt>
    <dgm:pt modelId="{CBFCB63C-7A8A-43BA-BEA9-440AE758E7CF}" type="sibTrans" cxnId="{487A14C3-0B08-4AB6-9724-ECCE846FBB1F}">
      <dgm:prSet/>
      <dgm:spPr/>
      <dgm:t>
        <a:bodyPr/>
        <a:lstStyle/>
        <a:p>
          <a:endParaRPr lang="de-DE"/>
        </a:p>
      </dgm:t>
    </dgm:pt>
    <dgm:pt modelId="{25AA8FD3-31B2-4860-A53D-27E2464E33EC}">
      <dgm:prSet phldrT="[Text]"/>
      <dgm:spPr/>
      <dgm:t>
        <a:bodyPr/>
        <a:lstStyle/>
        <a:p>
          <a:r>
            <a:rPr lang="de-DE" dirty="0" err="1"/>
            <a:t>InnoHub</a:t>
          </a:r>
          <a:endParaRPr lang="de-DE" dirty="0"/>
        </a:p>
      </dgm:t>
    </dgm:pt>
    <dgm:pt modelId="{F1D32562-4AA9-4D79-90E5-0CE2B5AE6463}" type="parTrans" cxnId="{CA60E490-B2DB-4210-A5A9-CD6EFC7B2CFC}">
      <dgm:prSet/>
      <dgm:spPr/>
      <dgm:t>
        <a:bodyPr/>
        <a:lstStyle/>
        <a:p>
          <a:endParaRPr lang="de-DE"/>
        </a:p>
      </dgm:t>
    </dgm:pt>
    <dgm:pt modelId="{A5158EEF-2293-4653-A112-61624DC3AD94}" type="sibTrans" cxnId="{CA60E490-B2DB-4210-A5A9-CD6EFC7B2CFC}">
      <dgm:prSet/>
      <dgm:spPr/>
      <dgm:t>
        <a:bodyPr/>
        <a:lstStyle/>
        <a:p>
          <a:endParaRPr lang="de-DE"/>
        </a:p>
      </dgm:t>
    </dgm:pt>
    <dgm:pt modelId="{DB2A9D1F-0902-48DA-B744-71836176ECB8}">
      <dgm:prSet phldrT="[Text]"/>
      <dgm:spPr/>
      <dgm:t>
        <a:bodyPr/>
        <a:lstStyle/>
        <a:p>
          <a:r>
            <a:rPr lang="de-DE" dirty="0"/>
            <a:t>Anwendung</a:t>
          </a:r>
        </a:p>
      </dgm:t>
    </dgm:pt>
    <dgm:pt modelId="{40CB6D78-2D7A-4EC4-8F84-32930BB3D8A9}" type="parTrans" cxnId="{DC2761F1-F2BB-4535-AE97-6CC6F935F909}">
      <dgm:prSet/>
      <dgm:spPr/>
      <dgm:t>
        <a:bodyPr/>
        <a:lstStyle/>
        <a:p>
          <a:endParaRPr lang="de-DE"/>
        </a:p>
      </dgm:t>
    </dgm:pt>
    <dgm:pt modelId="{29CFF16B-797E-495E-AA48-931FD39B487F}" type="sibTrans" cxnId="{DC2761F1-F2BB-4535-AE97-6CC6F935F909}">
      <dgm:prSet/>
      <dgm:spPr/>
      <dgm:t>
        <a:bodyPr/>
        <a:lstStyle/>
        <a:p>
          <a:endParaRPr lang="de-DE"/>
        </a:p>
      </dgm:t>
    </dgm:pt>
    <dgm:pt modelId="{C108077B-3E95-450C-A065-B97A7E912A49}" type="asst">
      <dgm:prSet phldrT="[Text]"/>
      <dgm:spPr>
        <a:solidFill>
          <a:schemeClr val="bg1">
            <a:lumMod val="65000"/>
          </a:schemeClr>
        </a:solidFill>
      </dgm:spPr>
      <dgm:t>
        <a:bodyPr/>
        <a:lstStyle/>
        <a:p>
          <a:r>
            <a:rPr lang="de-DE" dirty="0"/>
            <a:t>Daten</a:t>
          </a:r>
        </a:p>
      </dgm:t>
    </dgm:pt>
    <dgm:pt modelId="{FE5E103E-2179-424B-82B4-DD84D714570B}" type="sibTrans" cxnId="{1B3F0991-3FA8-4C55-99D1-3BAD02AB9A38}">
      <dgm:prSet/>
      <dgm:spPr/>
      <dgm:t>
        <a:bodyPr/>
        <a:lstStyle/>
        <a:p>
          <a:endParaRPr lang="de-DE"/>
        </a:p>
      </dgm:t>
    </dgm:pt>
    <dgm:pt modelId="{FBDE720B-09FD-4020-9F21-64B9F33B715D}" type="parTrans" cxnId="{1B3F0991-3FA8-4C55-99D1-3BAD02AB9A38}">
      <dgm:prSet/>
      <dgm:spPr/>
      <dgm:t>
        <a:bodyPr/>
        <a:lstStyle/>
        <a:p>
          <a:endParaRPr lang="de-DE"/>
        </a:p>
      </dgm:t>
    </dgm:pt>
    <dgm:pt modelId="{EF7BB4BD-27D1-4F48-AC4C-D28A85E6042B}" type="pres">
      <dgm:prSet presAssocID="{0ABAB429-DC9C-4259-90D1-8C8B04895B4A}" presName="hierChild1" presStyleCnt="0">
        <dgm:presLayoutVars>
          <dgm:orgChart val="1"/>
          <dgm:chPref val="1"/>
          <dgm:dir/>
          <dgm:animOne val="branch"/>
          <dgm:animLvl val="lvl"/>
          <dgm:resizeHandles/>
        </dgm:presLayoutVars>
      </dgm:prSet>
      <dgm:spPr/>
    </dgm:pt>
    <dgm:pt modelId="{10FCEF4E-DAB6-401F-944D-63CAE5BFDABA}" type="pres">
      <dgm:prSet presAssocID="{E553D2A9-735E-40DC-915D-7A1B8EE918CB}" presName="hierRoot1" presStyleCnt="0">
        <dgm:presLayoutVars>
          <dgm:hierBranch val="init"/>
        </dgm:presLayoutVars>
      </dgm:prSet>
      <dgm:spPr/>
    </dgm:pt>
    <dgm:pt modelId="{1F5731DD-B814-4F50-829B-F765136E8B56}" type="pres">
      <dgm:prSet presAssocID="{E553D2A9-735E-40DC-915D-7A1B8EE918CB}" presName="rootComposite1" presStyleCnt="0"/>
      <dgm:spPr/>
    </dgm:pt>
    <dgm:pt modelId="{82DF9967-C334-4301-8C1B-A5262092BE0D}" type="pres">
      <dgm:prSet presAssocID="{E553D2A9-735E-40DC-915D-7A1B8EE918CB}" presName="rootText1" presStyleLbl="node0" presStyleIdx="0" presStyleCnt="1">
        <dgm:presLayoutVars>
          <dgm:chPref val="3"/>
        </dgm:presLayoutVars>
      </dgm:prSet>
      <dgm:spPr/>
    </dgm:pt>
    <dgm:pt modelId="{6703A7BA-2189-4B9C-8C63-A064E03A5E2F}" type="pres">
      <dgm:prSet presAssocID="{E553D2A9-735E-40DC-915D-7A1B8EE918CB}" presName="rootConnector1" presStyleLbl="node1" presStyleIdx="0" presStyleCnt="0"/>
      <dgm:spPr/>
    </dgm:pt>
    <dgm:pt modelId="{60072D55-5FC3-4A1B-A780-DFEF6C552852}" type="pres">
      <dgm:prSet presAssocID="{E553D2A9-735E-40DC-915D-7A1B8EE918CB}" presName="hierChild2" presStyleCnt="0"/>
      <dgm:spPr/>
    </dgm:pt>
    <dgm:pt modelId="{91A01190-B114-4E7C-A7AC-B8639D23CF99}" type="pres">
      <dgm:prSet presAssocID="{6F139F07-2DBF-4BF1-960F-AA0AF6B9BE15}" presName="Name37" presStyleLbl="parChTrans1D2" presStyleIdx="0" presStyleCnt="2"/>
      <dgm:spPr/>
    </dgm:pt>
    <dgm:pt modelId="{52D18469-6751-404F-977F-C6D2C8648905}" type="pres">
      <dgm:prSet presAssocID="{F5AA4A6A-4578-4AE9-9D12-0D0ED59E66C8}" presName="hierRoot2" presStyleCnt="0">
        <dgm:presLayoutVars>
          <dgm:hierBranch val="init"/>
        </dgm:presLayoutVars>
      </dgm:prSet>
      <dgm:spPr/>
    </dgm:pt>
    <dgm:pt modelId="{125ABD0B-9834-4E3A-B43C-99D6CFF73638}" type="pres">
      <dgm:prSet presAssocID="{F5AA4A6A-4578-4AE9-9D12-0D0ED59E66C8}" presName="rootComposite" presStyleCnt="0"/>
      <dgm:spPr/>
    </dgm:pt>
    <dgm:pt modelId="{709275A3-9D8E-4602-B1EA-BB5F9A10DC21}" type="pres">
      <dgm:prSet presAssocID="{F5AA4A6A-4578-4AE9-9D12-0D0ED59E66C8}" presName="rootText" presStyleLbl="node2" presStyleIdx="0" presStyleCnt="1">
        <dgm:presLayoutVars>
          <dgm:chPref val="3"/>
        </dgm:presLayoutVars>
      </dgm:prSet>
      <dgm:spPr/>
    </dgm:pt>
    <dgm:pt modelId="{61908286-D4F6-4AC2-A52C-821DEA798A72}" type="pres">
      <dgm:prSet presAssocID="{F5AA4A6A-4578-4AE9-9D12-0D0ED59E66C8}" presName="rootConnector" presStyleLbl="node2" presStyleIdx="0" presStyleCnt="1"/>
      <dgm:spPr/>
    </dgm:pt>
    <dgm:pt modelId="{9840160B-584E-435F-AB0A-BB1F406461B8}" type="pres">
      <dgm:prSet presAssocID="{F5AA4A6A-4578-4AE9-9D12-0D0ED59E66C8}" presName="hierChild4" presStyleCnt="0"/>
      <dgm:spPr/>
    </dgm:pt>
    <dgm:pt modelId="{6262D549-FDE5-4DF7-B141-C6543EA3D049}" type="pres">
      <dgm:prSet presAssocID="{F1D32562-4AA9-4D79-90E5-0CE2B5AE6463}" presName="Name37" presStyleLbl="parChTrans1D3" presStyleIdx="0" presStyleCnt="1"/>
      <dgm:spPr/>
    </dgm:pt>
    <dgm:pt modelId="{42645805-B715-4D7F-BB3E-90F416DC3A27}" type="pres">
      <dgm:prSet presAssocID="{25AA8FD3-31B2-4860-A53D-27E2464E33EC}" presName="hierRoot2" presStyleCnt="0">
        <dgm:presLayoutVars>
          <dgm:hierBranch val="init"/>
        </dgm:presLayoutVars>
      </dgm:prSet>
      <dgm:spPr/>
    </dgm:pt>
    <dgm:pt modelId="{EF6A81A3-7C63-488E-BC2D-9CE6A51B7498}" type="pres">
      <dgm:prSet presAssocID="{25AA8FD3-31B2-4860-A53D-27E2464E33EC}" presName="rootComposite" presStyleCnt="0"/>
      <dgm:spPr/>
    </dgm:pt>
    <dgm:pt modelId="{9714BA0E-0848-479D-84A1-A12509788AF9}" type="pres">
      <dgm:prSet presAssocID="{25AA8FD3-31B2-4860-A53D-27E2464E33EC}" presName="rootText" presStyleLbl="node3" presStyleIdx="0" presStyleCnt="1">
        <dgm:presLayoutVars>
          <dgm:chPref val="3"/>
        </dgm:presLayoutVars>
      </dgm:prSet>
      <dgm:spPr/>
    </dgm:pt>
    <dgm:pt modelId="{EE45124C-A379-4DA2-A203-F7873144A4C9}" type="pres">
      <dgm:prSet presAssocID="{25AA8FD3-31B2-4860-A53D-27E2464E33EC}" presName="rootConnector" presStyleLbl="node3" presStyleIdx="0" presStyleCnt="1"/>
      <dgm:spPr/>
    </dgm:pt>
    <dgm:pt modelId="{1C9583EE-C6AD-489D-BCCB-EB34AFD1C692}" type="pres">
      <dgm:prSet presAssocID="{25AA8FD3-31B2-4860-A53D-27E2464E33EC}" presName="hierChild4" presStyleCnt="0"/>
      <dgm:spPr/>
    </dgm:pt>
    <dgm:pt modelId="{657B407A-C3B0-457F-96BB-FECBB700998B}" type="pres">
      <dgm:prSet presAssocID="{40CB6D78-2D7A-4EC4-8F84-32930BB3D8A9}" presName="Name37" presStyleLbl="parChTrans1D4" presStyleIdx="0" presStyleCnt="2"/>
      <dgm:spPr/>
    </dgm:pt>
    <dgm:pt modelId="{DB39983C-5639-4E28-A8E6-6A245EC4B85E}" type="pres">
      <dgm:prSet presAssocID="{DB2A9D1F-0902-48DA-B744-71836176ECB8}" presName="hierRoot2" presStyleCnt="0">
        <dgm:presLayoutVars>
          <dgm:hierBranch val="init"/>
        </dgm:presLayoutVars>
      </dgm:prSet>
      <dgm:spPr/>
    </dgm:pt>
    <dgm:pt modelId="{BBCD0B72-B397-4060-813E-B4F068A5F06E}" type="pres">
      <dgm:prSet presAssocID="{DB2A9D1F-0902-48DA-B744-71836176ECB8}" presName="rootComposite" presStyleCnt="0"/>
      <dgm:spPr/>
    </dgm:pt>
    <dgm:pt modelId="{EC2CC2DC-4EF9-41B5-9FB9-F7CF2984A59E}" type="pres">
      <dgm:prSet presAssocID="{DB2A9D1F-0902-48DA-B744-71836176ECB8}" presName="rootText" presStyleLbl="node4" presStyleIdx="0" presStyleCnt="1">
        <dgm:presLayoutVars>
          <dgm:chPref val="3"/>
        </dgm:presLayoutVars>
      </dgm:prSet>
      <dgm:spPr/>
    </dgm:pt>
    <dgm:pt modelId="{A1C04BC4-C931-439D-B1C8-A18938F7956F}" type="pres">
      <dgm:prSet presAssocID="{DB2A9D1F-0902-48DA-B744-71836176ECB8}" presName="rootConnector" presStyleLbl="node4" presStyleIdx="0" presStyleCnt="1"/>
      <dgm:spPr/>
    </dgm:pt>
    <dgm:pt modelId="{440DC5E0-D85E-436B-987A-5B92654DDB0B}" type="pres">
      <dgm:prSet presAssocID="{DB2A9D1F-0902-48DA-B744-71836176ECB8}" presName="hierChild4" presStyleCnt="0"/>
      <dgm:spPr/>
    </dgm:pt>
    <dgm:pt modelId="{E3931E1D-F2EC-42B1-A65C-04D671504D22}" type="pres">
      <dgm:prSet presAssocID="{DB2A9D1F-0902-48DA-B744-71836176ECB8}" presName="hierChild5" presStyleCnt="0"/>
      <dgm:spPr/>
    </dgm:pt>
    <dgm:pt modelId="{F23348E7-BC24-4DA8-A017-9C677499EBE5}" type="pres">
      <dgm:prSet presAssocID="{25AA8FD3-31B2-4860-A53D-27E2464E33EC}" presName="hierChild5" presStyleCnt="0"/>
      <dgm:spPr/>
    </dgm:pt>
    <dgm:pt modelId="{800EE087-36CA-473B-B7C1-08F46EDFFC9F}" type="pres">
      <dgm:prSet presAssocID="{FBDE720B-09FD-4020-9F21-64B9F33B715D}" presName="Name111" presStyleLbl="parChTrans1D4" presStyleIdx="1" presStyleCnt="2"/>
      <dgm:spPr/>
    </dgm:pt>
    <dgm:pt modelId="{ABA253CA-B987-4432-A7FA-8BDC52F5564E}" type="pres">
      <dgm:prSet presAssocID="{C108077B-3E95-450C-A065-B97A7E912A49}" presName="hierRoot3" presStyleCnt="0">
        <dgm:presLayoutVars>
          <dgm:hierBranch val="init"/>
        </dgm:presLayoutVars>
      </dgm:prSet>
      <dgm:spPr/>
    </dgm:pt>
    <dgm:pt modelId="{5C3DAFEE-D06B-4B86-B28D-680D02B7816C}" type="pres">
      <dgm:prSet presAssocID="{C108077B-3E95-450C-A065-B97A7E912A49}" presName="rootComposite3" presStyleCnt="0"/>
      <dgm:spPr/>
    </dgm:pt>
    <dgm:pt modelId="{98CB0963-2DC6-4FE8-ABE6-6D27DF5C9EF4}" type="pres">
      <dgm:prSet presAssocID="{C108077B-3E95-450C-A065-B97A7E912A49}" presName="rootText3" presStyleLbl="asst3" presStyleIdx="0" presStyleCnt="1">
        <dgm:presLayoutVars>
          <dgm:chPref val="3"/>
        </dgm:presLayoutVars>
      </dgm:prSet>
      <dgm:spPr/>
    </dgm:pt>
    <dgm:pt modelId="{74704D6D-92F2-42CB-A299-2F41E8500C59}" type="pres">
      <dgm:prSet presAssocID="{C108077B-3E95-450C-A065-B97A7E912A49}" presName="rootConnector3" presStyleLbl="asst3" presStyleIdx="0" presStyleCnt="1"/>
      <dgm:spPr/>
    </dgm:pt>
    <dgm:pt modelId="{E1A073E1-B9C1-4D09-B10B-A3670F3045D1}" type="pres">
      <dgm:prSet presAssocID="{C108077B-3E95-450C-A065-B97A7E912A49}" presName="hierChild6" presStyleCnt="0"/>
      <dgm:spPr/>
    </dgm:pt>
    <dgm:pt modelId="{334CD846-A2B3-48C1-947F-F6B1CA10EAE8}" type="pres">
      <dgm:prSet presAssocID="{C108077B-3E95-450C-A065-B97A7E912A49}" presName="hierChild7" presStyleCnt="0"/>
      <dgm:spPr/>
    </dgm:pt>
    <dgm:pt modelId="{77A2909E-6D43-4541-B1D0-3D51FA1A51BD}" type="pres">
      <dgm:prSet presAssocID="{F5AA4A6A-4578-4AE9-9D12-0D0ED59E66C8}" presName="hierChild5" presStyleCnt="0"/>
      <dgm:spPr/>
    </dgm:pt>
    <dgm:pt modelId="{ED1C8AEF-6390-411C-A282-2FF2F10DF40D}" type="pres">
      <dgm:prSet presAssocID="{E553D2A9-735E-40DC-915D-7A1B8EE918CB}" presName="hierChild3" presStyleCnt="0"/>
      <dgm:spPr/>
    </dgm:pt>
    <dgm:pt modelId="{CE730F0C-F8F2-4A63-B20C-1C881784AE79}" type="pres">
      <dgm:prSet presAssocID="{38F7BD04-1216-4EF3-AA83-DDE753F8EC28}" presName="Name111" presStyleLbl="parChTrans1D2" presStyleIdx="1" presStyleCnt="2"/>
      <dgm:spPr/>
    </dgm:pt>
    <dgm:pt modelId="{CC07F248-06D7-4A4B-8A00-86E8ABC0F396}" type="pres">
      <dgm:prSet presAssocID="{AD6F4DAE-9C7A-4D47-87B3-97E115E89A43}" presName="hierRoot3" presStyleCnt="0">
        <dgm:presLayoutVars>
          <dgm:hierBranch val="init"/>
        </dgm:presLayoutVars>
      </dgm:prSet>
      <dgm:spPr/>
    </dgm:pt>
    <dgm:pt modelId="{F75D4C7D-27A5-43E3-A419-B80E64492C92}" type="pres">
      <dgm:prSet presAssocID="{AD6F4DAE-9C7A-4D47-87B3-97E115E89A43}" presName="rootComposite3" presStyleCnt="0"/>
      <dgm:spPr/>
    </dgm:pt>
    <dgm:pt modelId="{94748E49-1BE4-4E2D-929E-0017E8C2B75D}" type="pres">
      <dgm:prSet presAssocID="{AD6F4DAE-9C7A-4D47-87B3-97E115E89A43}" presName="rootText3" presStyleLbl="asst1" presStyleIdx="0" presStyleCnt="1">
        <dgm:presLayoutVars>
          <dgm:chPref val="3"/>
        </dgm:presLayoutVars>
      </dgm:prSet>
      <dgm:spPr/>
    </dgm:pt>
    <dgm:pt modelId="{1C6CBB4C-5B54-4910-BA86-F1363568291F}" type="pres">
      <dgm:prSet presAssocID="{AD6F4DAE-9C7A-4D47-87B3-97E115E89A43}" presName="rootConnector3" presStyleLbl="asst1" presStyleIdx="0" presStyleCnt="1"/>
      <dgm:spPr/>
    </dgm:pt>
    <dgm:pt modelId="{2CB6D408-8975-4A50-BF47-973E7AE3E098}" type="pres">
      <dgm:prSet presAssocID="{AD6F4DAE-9C7A-4D47-87B3-97E115E89A43}" presName="hierChild6" presStyleCnt="0"/>
      <dgm:spPr/>
    </dgm:pt>
    <dgm:pt modelId="{C6A9E78D-3676-49CC-92AB-332AF31A1E31}" type="pres">
      <dgm:prSet presAssocID="{AD6F4DAE-9C7A-4D47-87B3-97E115E89A43}" presName="hierChild7" presStyleCnt="0"/>
      <dgm:spPr/>
    </dgm:pt>
  </dgm:ptLst>
  <dgm:cxnLst>
    <dgm:cxn modelId="{04A78F0C-4D18-4B65-8DA2-DE11608A681A}" type="presOf" srcId="{F5AA4A6A-4578-4AE9-9D12-0D0ED59E66C8}" destId="{709275A3-9D8E-4602-B1EA-BB5F9A10DC21}" srcOrd="0" destOrd="0" presId="urn:microsoft.com/office/officeart/2005/8/layout/orgChart1"/>
    <dgm:cxn modelId="{ACBBE42E-D9FA-479C-98DB-1B36EE162142}" type="presOf" srcId="{C108077B-3E95-450C-A065-B97A7E912A49}" destId="{98CB0963-2DC6-4FE8-ABE6-6D27DF5C9EF4}" srcOrd="0" destOrd="0" presId="urn:microsoft.com/office/officeart/2005/8/layout/orgChart1"/>
    <dgm:cxn modelId="{615E5B34-5F30-439B-A680-41ED2587102B}" type="presOf" srcId="{FBDE720B-09FD-4020-9F21-64B9F33B715D}" destId="{800EE087-36CA-473B-B7C1-08F46EDFFC9F}" srcOrd="0" destOrd="0" presId="urn:microsoft.com/office/officeart/2005/8/layout/orgChart1"/>
    <dgm:cxn modelId="{8982D73A-B9F6-497B-BEC5-34DA7A3A5FCE}" type="presOf" srcId="{C108077B-3E95-450C-A065-B97A7E912A49}" destId="{74704D6D-92F2-42CB-A299-2F41E8500C59}" srcOrd="1" destOrd="0" presId="urn:microsoft.com/office/officeart/2005/8/layout/orgChart1"/>
    <dgm:cxn modelId="{668B2540-F575-4FBF-8ECF-F21DE97F43B1}" type="presOf" srcId="{40CB6D78-2D7A-4EC4-8F84-32930BB3D8A9}" destId="{657B407A-C3B0-457F-96BB-FECBB700998B}" srcOrd="0" destOrd="0" presId="urn:microsoft.com/office/officeart/2005/8/layout/orgChart1"/>
    <dgm:cxn modelId="{54D2D242-D144-4780-B980-9940EA110B0B}" type="presOf" srcId="{25AA8FD3-31B2-4860-A53D-27E2464E33EC}" destId="{9714BA0E-0848-479D-84A1-A12509788AF9}" srcOrd="0" destOrd="0" presId="urn:microsoft.com/office/officeart/2005/8/layout/orgChart1"/>
    <dgm:cxn modelId="{20F8C344-5963-44F8-8A46-6BE4B72BE3BD}" type="presOf" srcId="{AD6F4DAE-9C7A-4D47-87B3-97E115E89A43}" destId="{94748E49-1BE4-4E2D-929E-0017E8C2B75D}" srcOrd="0" destOrd="0" presId="urn:microsoft.com/office/officeart/2005/8/layout/orgChart1"/>
    <dgm:cxn modelId="{31FB694D-D66C-4DA2-BE18-1899F70680B7}" type="presOf" srcId="{38F7BD04-1216-4EF3-AA83-DDE753F8EC28}" destId="{CE730F0C-F8F2-4A63-B20C-1C881784AE79}" srcOrd="0" destOrd="0" presId="urn:microsoft.com/office/officeart/2005/8/layout/orgChart1"/>
    <dgm:cxn modelId="{8898B452-5541-42B9-9B2B-E5C25DD1141B}" type="presOf" srcId="{E553D2A9-735E-40DC-915D-7A1B8EE918CB}" destId="{82DF9967-C334-4301-8C1B-A5262092BE0D}" srcOrd="0" destOrd="0" presId="urn:microsoft.com/office/officeart/2005/8/layout/orgChart1"/>
    <dgm:cxn modelId="{2B7EB773-0715-495C-BD16-837806C67B92}" srcId="{0ABAB429-DC9C-4259-90D1-8C8B04895B4A}" destId="{E553D2A9-735E-40DC-915D-7A1B8EE918CB}" srcOrd="0" destOrd="0" parTransId="{3E8B5CB6-501B-4358-883E-43307F69EC7E}" sibTransId="{2AB718DA-BD91-47C4-AF85-7D495350EC22}"/>
    <dgm:cxn modelId="{B29FB658-7421-4CC2-9F3A-7D4A367AD27E}" type="presOf" srcId="{E553D2A9-735E-40DC-915D-7A1B8EE918CB}" destId="{6703A7BA-2189-4B9C-8C63-A064E03A5E2F}" srcOrd="1" destOrd="0" presId="urn:microsoft.com/office/officeart/2005/8/layout/orgChart1"/>
    <dgm:cxn modelId="{856F6580-4AFC-4A73-8837-85F20CA64CC3}" type="presOf" srcId="{F5AA4A6A-4578-4AE9-9D12-0D0ED59E66C8}" destId="{61908286-D4F6-4AC2-A52C-821DEA798A72}" srcOrd="1" destOrd="0" presId="urn:microsoft.com/office/officeart/2005/8/layout/orgChart1"/>
    <dgm:cxn modelId="{220BCE84-0E58-493B-A8A2-DE87EF3C2A7F}" srcId="{E553D2A9-735E-40DC-915D-7A1B8EE918CB}" destId="{AD6F4DAE-9C7A-4D47-87B3-97E115E89A43}" srcOrd="0" destOrd="0" parTransId="{38F7BD04-1216-4EF3-AA83-DDE753F8EC28}" sibTransId="{68B717C7-06D3-4785-8DBD-7EE1814764DC}"/>
    <dgm:cxn modelId="{CA60E490-B2DB-4210-A5A9-CD6EFC7B2CFC}" srcId="{F5AA4A6A-4578-4AE9-9D12-0D0ED59E66C8}" destId="{25AA8FD3-31B2-4860-A53D-27E2464E33EC}" srcOrd="0" destOrd="0" parTransId="{F1D32562-4AA9-4D79-90E5-0CE2B5AE6463}" sibTransId="{A5158EEF-2293-4653-A112-61624DC3AD94}"/>
    <dgm:cxn modelId="{1B3F0991-3FA8-4C55-99D1-3BAD02AB9A38}" srcId="{25AA8FD3-31B2-4860-A53D-27E2464E33EC}" destId="{C108077B-3E95-450C-A065-B97A7E912A49}" srcOrd="0" destOrd="0" parTransId="{FBDE720B-09FD-4020-9F21-64B9F33B715D}" sibTransId="{FE5E103E-2179-424B-82B4-DD84D714570B}"/>
    <dgm:cxn modelId="{678808BB-F3CE-4184-AE27-8076BACAFCEC}" type="presOf" srcId="{F1D32562-4AA9-4D79-90E5-0CE2B5AE6463}" destId="{6262D549-FDE5-4DF7-B141-C6543EA3D049}" srcOrd="0" destOrd="0" presId="urn:microsoft.com/office/officeart/2005/8/layout/orgChart1"/>
    <dgm:cxn modelId="{487A14C3-0B08-4AB6-9724-ECCE846FBB1F}" srcId="{E553D2A9-735E-40DC-915D-7A1B8EE918CB}" destId="{F5AA4A6A-4578-4AE9-9D12-0D0ED59E66C8}" srcOrd="1" destOrd="0" parTransId="{6F139F07-2DBF-4BF1-960F-AA0AF6B9BE15}" sibTransId="{CBFCB63C-7A8A-43BA-BEA9-440AE758E7CF}"/>
    <dgm:cxn modelId="{0E0CF9D5-696C-4416-AE40-4638F34F68E2}" type="presOf" srcId="{AD6F4DAE-9C7A-4D47-87B3-97E115E89A43}" destId="{1C6CBB4C-5B54-4910-BA86-F1363568291F}" srcOrd="1" destOrd="0" presId="urn:microsoft.com/office/officeart/2005/8/layout/orgChart1"/>
    <dgm:cxn modelId="{CCC551D7-AFAE-4D3C-AD51-A02032E26611}" type="presOf" srcId="{DB2A9D1F-0902-48DA-B744-71836176ECB8}" destId="{A1C04BC4-C931-439D-B1C8-A18938F7956F}" srcOrd="1" destOrd="0" presId="urn:microsoft.com/office/officeart/2005/8/layout/orgChart1"/>
    <dgm:cxn modelId="{E3135DE0-BD83-4DAC-8C48-D307C066B6AB}" type="presOf" srcId="{25AA8FD3-31B2-4860-A53D-27E2464E33EC}" destId="{EE45124C-A379-4DA2-A203-F7873144A4C9}" srcOrd="1" destOrd="0" presId="urn:microsoft.com/office/officeart/2005/8/layout/orgChart1"/>
    <dgm:cxn modelId="{44D708EB-887E-4DDF-A00E-4A44CA665E70}" type="presOf" srcId="{6F139F07-2DBF-4BF1-960F-AA0AF6B9BE15}" destId="{91A01190-B114-4E7C-A7AC-B8639D23CF99}" srcOrd="0" destOrd="0" presId="urn:microsoft.com/office/officeart/2005/8/layout/orgChart1"/>
    <dgm:cxn modelId="{DC2761F1-F2BB-4535-AE97-6CC6F935F909}" srcId="{25AA8FD3-31B2-4860-A53D-27E2464E33EC}" destId="{DB2A9D1F-0902-48DA-B744-71836176ECB8}" srcOrd="1" destOrd="0" parTransId="{40CB6D78-2D7A-4EC4-8F84-32930BB3D8A9}" sibTransId="{29CFF16B-797E-495E-AA48-931FD39B487F}"/>
    <dgm:cxn modelId="{474CB5F7-8602-4B5D-A9A8-6755616DD077}" type="presOf" srcId="{0ABAB429-DC9C-4259-90D1-8C8B04895B4A}" destId="{EF7BB4BD-27D1-4F48-AC4C-D28A85E6042B}" srcOrd="0" destOrd="0" presId="urn:microsoft.com/office/officeart/2005/8/layout/orgChart1"/>
    <dgm:cxn modelId="{D89DC6F7-3900-43B5-B81A-DB15708FA6FA}" type="presOf" srcId="{DB2A9D1F-0902-48DA-B744-71836176ECB8}" destId="{EC2CC2DC-4EF9-41B5-9FB9-F7CF2984A59E}" srcOrd="0" destOrd="0" presId="urn:microsoft.com/office/officeart/2005/8/layout/orgChart1"/>
    <dgm:cxn modelId="{5792B5C6-BCF8-47B8-9E8F-4CFFE9065E79}" type="presParOf" srcId="{EF7BB4BD-27D1-4F48-AC4C-D28A85E6042B}" destId="{10FCEF4E-DAB6-401F-944D-63CAE5BFDABA}" srcOrd="0" destOrd="0" presId="urn:microsoft.com/office/officeart/2005/8/layout/orgChart1"/>
    <dgm:cxn modelId="{8F221C57-8B53-4D75-9687-53F81806DCD1}" type="presParOf" srcId="{10FCEF4E-DAB6-401F-944D-63CAE5BFDABA}" destId="{1F5731DD-B814-4F50-829B-F765136E8B56}" srcOrd="0" destOrd="0" presId="urn:microsoft.com/office/officeart/2005/8/layout/orgChart1"/>
    <dgm:cxn modelId="{67A42B59-A83D-467D-985D-8514B9F83DA9}" type="presParOf" srcId="{1F5731DD-B814-4F50-829B-F765136E8B56}" destId="{82DF9967-C334-4301-8C1B-A5262092BE0D}" srcOrd="0" destOrd="0" presId="urn:microsoft.com/office/officeart/2005/8/layout/orgChart1"/>
    <dgm:cxn modelId="{16ACA8CF-2326-49E4-B540-C8EB12B245D3}" type="presParOf" srcId="{1F5731DD-B814-4F50-829B-F765136E8B56}" destId="{6703A7BA-2189-4B9C-8C63-A064E03A5E2F}" srcOrd="1" destOrd="0" presId="urn:microsoft.com/office/officeart/2005/8/layout/orgChart1"/>
    <dgm:cxn modelId="{E71DE4AF-2E91-412A-B771-2D66230C6F08}" type="presParOf" srcId="{10FCEF4E-DAB6-401F-944D-63CAE5BFDABA}" destId="{60072D55-5FC3-4A1B-A780-DFEF6C552852}" srcOrd="1" destOrd="0" presId="urn:microsoft.com/office/officeart/2005/8/layout/orgChart1"/>
    <dgm:cxn modelId="{3AA657AB-199C-4ABF-8AA9-4723B606C73E}" type="presParOf" srcId="{60072D55-5FC3-4A1B-A780-DFEF6C552852}" destId="{91A01190-B114-4E7C-A7AC-B8639D23CF99}" srcOrd="0" destOrd="0" presId="urn:microsoft.com/office/officeart/2005/8/layout/orgChart1"/>
    <dgm:cxn modelId="{9B6DFFC3-DEC9-40DA-ADD9-1E2FF484E0E3}" type="presParOf" srcId="{60072D55-5FC3-4A1B-A780-DFEF6C552852}" destId="{52D18469-6751-404F-977F-C6D2C8648905}" srcOrd="1" destOrd="0" presId="urn:microsoft.com/office/officeart/2005/8/layout/orgChart1"/>
    <dgm:cxn modelId="{922E2208-3C77-4FBD-9D39-1AD5FA57479A}" type="presParOf" srcId="{52D18469-6751-404F-977F-C6D2C8648905}" destId="{125ABD0B-9834-4E3A-B43C-99D6CFF73638}" srcOrd="0" destOrd="0" presId="urn:microsoft.com/office/officeart/2005/8/layout/orgChart1"/>
    <dgm:cxn modelId="{41380A56-4618-4994-894F-D669E45EFC5F}" type="presParOf" srcId="{125ABD0B-9834-4E3A-B43C-99D6CFF73638}" destId="{709275A3-9D8E-4602-B1EA-BB5F9A10DC21}" srcOrd="0" destOrd="0" presId="urn:microsoft.com/office/officeart/2005/8/layout/orgChart1"/>
    <dgm:cxn modelId="{7EF9DCEC-5158-449C-9C9E-EB9781748B2B}" type="presParOf" srcId="{125ABD0B-9834-4E3A-B43C-99D6CFF73638}" destId="{61908286-D4F6-4AC2-A52C-821DEA798A72}" srcOrd="1" destOrd="0" presId="urn:microsoft.com/office/officeart/2005/8/layout/orgChart1"/>
    <dgm:cxn modelId="{89D968F5-D915-436C-88C3-F741A973587A}" type="presParOf" srcId="{52D18469-6751-404F-977F-C6D2C8648905}" destId="{9840160B-584E-435F-AB0A-BB1F406461B8}" srcOrd="1" destOrd="0" presId="urn:microsoft.com/office/officeart/2005/8/layout/orgChart1"/>
    <dgm:cxn modelId="{90EA37A1-606C-4376-B991-838674471357}" type="presParOf" srcId="{9840160B-584E-435F-AB0A-BB1F406461B8}" destId="{6262D549-FDE5-4DF7-B141-C6543EA3D049}" srcOrd="0" destOrd="0" presId="urn:microsoft.com/office/officeart/2005/8/layout/orgChart1"/>
    <dgm:cxn modelId="{979759EE-32C9-4933-97A2-BDC0BF5B4546}" type="presParOf" srcId="{9840160B-584E-435F-AB0A-BB1F406461B8}" destId="{42645805-B715-4D7F-BB3E-90F416DC3A27}" srcOrd="1" destOrd="0" presId="urn:microsoft.com/office/officeart/2005/8/layout/orgChart1"/>
    <dgm:cxn modelId="{0B2E6F93-830F-46AE-A124-BFBC9BEEA04D}" type="presParOf" srcId="{42645805-B715-4D7F-BB3E-90F416DC3A27}" destId="{EF6A81A3-7C63-488E-BC2D-9CE6A51B7498}" srcOrd="0" destOrd="0" presId="urn:microsoft.com/office/officeart/2005/8/layout/orgChart1"/>
    <dgm:cxn modelId="{6AC4FE6A-7760-469A-8AB3-D7928022F210}" type="presParOf" srcId="{EF6A81A3-7C63-488E-BC2D-9CE6A51B7498}" destId="{9714BA0E-0848-479D-84A1-A12509788AF9}" srcOrd="0" destOrd="0" presId="urn:microsoft.com/office/officeart/2005/8/layout/orgChart1"/>
    <dgm:cxn modelId="{EA9005BF-7EC7-4D70-9249-17C8361C42EB}" type="presParOf" srcId="{EF6A81A3-7C63-488E-BC2D-9CE6A51B7498}" destId="{EE45124C-A379-4DA2-A203-F7873144A4C9}" srcOrd="1" destOrd="0" presId="urn:microsoft.com/office/officeart/2005/8/layout/orgChart1"/>
    <dgm:cxn modelId="{492AED69-3232-4607-BFCF-5046CC3F3B20}" type="presParOf" srcId="{42645805-B715-4D7F-BB3E-90F416DC3A27}" destId="{1C9583EE-C6AD-489D-BCCB-EB34AFD1C692}" srcOrd="1" destOrd="0" presId="urn:microsoft.com/office/officeart/2005/8/layout/orgChart1"/>
    <dgm:cxn modelId="{CC690C82-2F9A-4B8F-BD88-5D74F984151A}" type="presParOf" srcId="{1C9583EE-C6AD-489D-BCCB-EB34AFD1C692}" destId="{657B407A-C3B0-457F-96BB-FECBB700998B}" srcOrd="0" destOrd="0" presId="urn:microsoft.com/office/officeart/2005/8/layout/orgChart1"/>
    <dgm:cxn modelId="{DA914DB2-05B8-4647-9DC1-C90E172AFC1E}" type="presParOf" srcId="{1C9583EE-C6AD-489D-BCCB-EB34AFD1C692}" destId="{DB39983C-5639-4E28-A8E6-6A245EC4B85E}" srcOrd="1" destOrd="0" presId="urn:microsoft.com/office/officeart/2005/8/layout/orgChart1"/>
    <dgm:cxn modelId="{9D09EE9A-995F-49B6-9037-3F52F6B08250}" type="presParOf" srcId="{DB39983C-5639-4E28-A8E6-6A245EC4B85E}" destId="{BBCD0B72-B397-4060-813E-B4F068A5F06E}" srcOrd="0" destOrd="0" presId="urn:microsoft.com/office/officeart/2005/8/layout/orgChart1"/>
    <dgm:cxn modelId="{7905B337-E75F-4E8E-8AEB-FF9225BB2FA9}" type="presParOf" srcId="{BBCD0B72-B397-4060-813E-B4F068A5F06E}" destId="{EC2CC2DC-4EF9-41B5-9FB9-F7CF2984A59E}" srcOrd="0" destOrd="0" presId="urn:microsoft.com/office/officeart/2005/8/layout/orgChart1"/>
    <dgm:cxn modelId="{DB51BE6E-88B9-40DF-B4A0-BE15E949B5E2}" type="presParOf" srcId="{BBCD0B72-B397-4060-813E-B4F068A5F06E}" destId="{A1C04BC4-C931-439D-B1C8-A18938F7956F}" srcOrd="1" destOrd="0" presId="urn:microsoft.com/office/officeart/2005/8/layout/orgChart1"/>
    <dgm:cxn modelId="{F075C682-722F-4515-A3DD-7D5BE8154E73}" type="presParOf" srcId="{DB39983C-5639-4E28-A8E6-6A245EC4B85E}" destId="{440DC5E0-D85E-436B-987A-5B92654DDB0B}" srcOrd="1" destOrd="0" presId="urn:microsoft.com/office/officeart/2005/8/layout/orgChart1"/>
    <dgm:cxn modelId="{38B6CB4B-7B2D-495F-85B1-781D7C1C5018}" type="presParOf" srcId="{DB39983C-5639-4E28-A8E6-6A245EC4B85E}" destId="{E3931E1D-F2EC-42B1-A65C-04D671504D22}" srcOrd="2" destOrd="0" presId="urn:microsoft.com/office/officeart/2005/8/layout/orgChart1"/>
    <dgm:cxn modelId="{0DC8A2D0-3898-4714-AFC0-26797961D931}" type="presParOf" srcId="{42645805-B715-4D7F-BB3E-90F416DC3A27}" destId="{F23348E7-BC24-4DA8-A017-9C677499EBE5}" srcOrd="2" destOrd="0" presId="urn:microsoft.com/office/officeart/2005/8/layout/orgChart1"/>
    <dgm:cxn modelId="{326FF0BD-60E4-408A-9090-B284B9CB8CA3}" type="presParOf" srcId="{F23348E7-BC24-4DA8-A017-9C677499EBE5}" destId="{800EE087-36CA-473B-B7C1-08F46EDFFC9F}" srcOrd="0" destOrd="0" presId="urn:microsoft.com/office/officeart/2005/8/layout/orgChart1"/>
    <dgm:cxn modelId="{92CC77D2-13D7-4595-B584-CC22F561C154}" type="presParOf" srcId="{F23348E7-BC24-4DA8-A017-9C677499EBE5}" destId="{ABA253CA-B987-4432-A7FA-8BDC52F5564E}" srcOrd="1" destOrd="0" presId="urn:microsoft.com/office/officeart/2005/8/layout/orgChart1"/>
    <dgm:cxn modelId="{F41E86D8-03C3-4D4E-AB3A-B14BA0283BB4}" type="presParOf" srcId="{ABA253CA-B987-4432-A7FA-8BDC52F5564E}" destId="{5C3DAFEE-D06B-4B86-B28D-680D02B7816C}" srcOrd="0" destOrd="0" presId="urn:microsoft.com/office/officeart/2005/8/layout/orgChart1"/>
    <dgm:cxn modelId="{D7639D43-A2FA-4EB0-B84F-596479033814}" type="presParOf" srcId="{5C3DAFEE-D06B-4B86-B28D-680D02B7816C}" destId="{98CB0963-2DC6-4FE8-ABE6-6D27DF5C9EF4}" srcOrd="0" destOrd="0" presId="urn:microsoft.com/office/officeart/2005/8/layout/orgChart1"/>
    <dgm:cxn modelId="{172A8F0D-B378-4F35-AD7A-A6B389146724}" type="presParOf" srcId="{5C3DAFEE-D06B-4B86-B28D-680D02B7816C}" destId="{74704D6D-92F2-42CB-A299-2F41E8500C59}" srcOrd="1" destOrd="0" presId="urn:microsoft.com/office/officeart/2005/8/layout/orgChart1"/>
    <dgm:cxn modelId="{9E95BDA8-F924-427B-9441-2E3499323075}" type="presParOf" srcId="{ABA253CA-B987-4432-A7FA-8BDC52F5564E}" destId="{E1A073E1-B9C1-4D09-B10B-A3670F3045D1}" srcOrd="1" destOrd="0" presId="urn:microsoft.com/office/officeart/2005/8/layout/orgChart1"/>
    <dgm:cxn modelId="{8FE2E965-615E-44A8-8CF5-3863753E86C9}" type="presParOf" srcId="{ABA253CA-B987-4432-A7FA-8BDC52F5564E}" destId="{334CD846-A2B3-48C1-947F-F6B1CA10EAE8}" srcOrd="2" destOrd="0" presId="urn:microsoft.com/office/officeart/2005/8/layout/orgChart1"/>
    <dgm:cxn modelId="{9718DA53-3063-4E63-9562-90697FF63F0A}" type="presParOf" srcId="{52D18469-6751-404F-977F-C6D2C8648905}" destId="{77A2909E-6D43-4541-B1D0-3D51FA1A51BD}" srcOrd="2" destOrd="0" presId="urn:microsoft.com/office/officeart/2005/8/layout/orgChart1"/>
    <dgm:cxn modelId="{3CA38562-D051-48E2-A3A7-2DD3E2E783D2}" type="presParOf" srcId="{10FCEF4E-DAB6-401F-944D-63CAE5BFDABA}" destId="{ED1C8AEF-6390-411C-A282-2FF2F10DF40D}" srcOrd="2" destOrd="0" presId="urn:microsoft.com/office/officeart/2005/8/layout/orgChart1"/>
    <dgm:cxn modelId="{50EEE71D-3319-465F-B3FB-30F18367DA9D}" type="presParOf" srcId="{ED1C8AEF-6390-411C-A282-2FF2F10DF40D}" destId="{CE730F0C-F8F2-4A63-B20C-1C881784AE79}" srcOrd="0" destOrd="0" presId="urn:microsoft.com/office/officeart/2005/8/layout/orgChart1"/>
    <dgm:cxn modelId="{9B400611-CB05-4EAD-98C6-F6F3090384F3}" type="presParOf" srcId="{ED1C8AEF-6390-411C-A282-2FF2F10DF40D}" destId="{CC07F248-06D7-4A4B-8A00-86E8ABC0F396}" srcOrd="1" destOrd="0" presId="urn:microsoft.com/office/officeart/2005/8/layout/orgChart1"/>
    <dgm:cxn modelId="{172FC458-5B7F-41D5-9D01-084B8EEC31BB}" type="presParOf" srcId="{CC07F248-06D7-4A4B-8A00-86E8ABC0F396}" destId="{F75D4C7D-27A5-43E3-A419-B80E64492C92}" srcOrd="0" destOrd="0" presId="urn:microsoft.com/office/officeart/2005/8/layout/orgChart1"/>
    <dgm:cxn modelId="{73827F56-4FF8-4223-955A-B04AE8B87C80}" type="presParOf" srcId="{F75D4C7D-27A5-43E3-A419-B80E64492C92}" destId="{94748E49-1BE4-4E2D-929E-0017E8C2B75D}" srcOrd="0" destOrd="0" presId="urn:microsoft.com/office/officeart/2005/8/layout/orgChart1"/>
    <dgm:cxn modelId="{C3B2EECC-3317-41D5-B61D-1C2617EFD3A7}" type="presParOf" srcId="{F75D4C7D-27A5-43E3-A419-B80E64492C92}" destId="{1C6CBB4C-5B54-4910-BA86-F1363568291F}" srcOrd="1" destOrd="0" presId="urn:microsoft.com/office/officeart/2005/8/layout/orgChart1"/>
    <dgm:cxn modelId="{1B618FED-3C46-4850-A877-F9C1B3021709}" type="presParOf" srcId="{CC07F248-06D7-4A4B-8A00-86E8ABC0F396}" destId="{2CB6D408-8975-4A50-BF47-973E7AE3E098}" srcOrd="1" destOrd="0" presId="urn:microsoft.com/office/officeart/2005/8/layout/orgChart1"/>
    <dgm:cxn modelId="{BCD834F0-3C3F-40EA-9CC8-03050B0924FF}" type="presParOf" srcId="{CC07F248-06D7-4A4B-8A00-86E8ABC0F396}" destId="{C6A9E78D-3676-49CC-92AB-332AF31A1E3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807A38A-B1C4-45BE-B667-D921CF71A89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5FF54496-B870-49DB-B879-861463B166FA}">
      <dgm:prSet phldrT="[Text]"/>
      <dgm:spPr/>
      <dgm:t>
        <a:bodyPr/>
        <a:lstStyle/>
        <a:p>
          <a:r>
            <a:rPr lang="de-DE" dirty="0"/>
            <a:t>System A</a:t>
          </a:r>
        </a:p>
      </dgm:t>
    </dgm:pt>
    <dgm:pt modelId="{DACC6961-FCAF-413C-8E14-64770CCAAFEE}" type="parTrans" cxnId="{4C09AF68-680D-4154-BCB3-7970426C1741}">
      <dgm:prSet/>
      <dgm:spPr/>
      <dgm:t>
        <a:bodyPr/>
        <a:lstStyle/>
        <a:p>
          <a:endParaRPr lang="de-DE"/>
        </a:p>
      </dgm:t>
    </dgm:pt>
    <dgm:pt modelId="{B79F508E-3B6E-47BF-97E2-B7D64D0FA25E}" type="sibTrans" cxnId="{4C09AF68-680D-4154-BCB3-7970426C1741}">
      <dgm:prSet/>
      <dgm:spPr/>
      <dgm:t>
        <a:bodyPr/>
        <a:lstStyle/>
        <a:p>
          <a:endParaRPr lang="de-DE"/>
        </a:p>
      </dgm:t>
    </dgm:pt>
    <dgm:pt modelId="{D108DCD1-5AA2-48BE-ADDB-9BC3A0FE9FE3}" type="asst">
      <dgm:prSet phldrT="[Text]"/>
      <dgm:spPr>
        <a:solidFill>
          <a:schemeClr val="bg1">
            <a:lumMod val="65000"/>
          </a:schemeClr>
        </a:solidFill>
      </dgm:spPr>
      <dgm:t>
        <a:bodyPr/>
        <a:lstStyle/>
        <a:p>
          <a:r>
            <a:rPr lang="de-DE" dirty="0"/>
            <a:t>„Gib mir aktuelle Information zu Technologie X“</a:t>
          </a:r>
        </a:p>
      </dgm:t>
    </dgm:pt>
    <dgm:pt modelId="{B55E32F0-69AD-49A9-94E4-0006C0416CA0}" type="parTrans" cxnId="{676EFB0D-EC05-4D84-88B0-F14A01B9A40A}">
      <dgm:prSet/>
      <dgm:spPr/>
      <dgm:t>
        <a:bodyPr/>
        <a:lstStyle/>
        <a:p>
          <a:endParaRPr lang="de-DE"/>
        </a:p>
      </dgm:t>
    </dgm:pt>
    <dgm:pt modelId="{750E6662-81AE-4E3A-B92C-8EE6C3382ED5}" type="sibTrans" cxnId="{676EFB0D-EC05-4D84-88B0-F14A01B9A40A}">
      <dgm:prSet/>
      <dgm:spPr/>
      <dgm:t>
        <a:bodyPr/>
        <a:lstStyle/>
        <a:p>
          <a:endParaRPr lang="de-DE"/>
        </a:p>
      </dgm:t>
    </dgm:pt>
    <dgm:pt modelId="{FBCDAA45-5BD1-49C2-BBE9-A6EA3445B12F}">
      <dgm:prSet phldrT="[Text]"/>
      <dgm:spPr/>
      <dgm:t>
        <a:bodyPr/>
        <a:lstStyle/>
        <a:p>
          <a:r>
            <a:rPr lang="de-DE" dirty="0"/>
            <a:t>System B</a:t>
          </a:r>
        </a:p>
      </dgm:t>
    </dgm:pt>
    <dgm:pt modelId="{E5165792-35D5-4301-92B2-5951883BC454}" type="parTrans" cxnId="{C94918F0-04F3-4411-B37C-52DCA333CBAF}">
      <dgm:prSet/>
      <dgm:spPr/>
      <dgm:t>
        <a:bodyPr/>
        <a:lstStyle/>
        <a:p>
          <a:endParaRPr lang="de-DE"/>
        </a:p>
      </dgm:t>
    </dgm:pt>
    <dgm:pt modelId="{AC825C38-798E-4222-8AF0-BB2C31A0E303}" type="sibTrans" cxnId="{C94918F0-04F3-4411-B37C-52DCA333CBAF}">
      <dgm:prSet/>
      <dgm:spPr/>
      <dgm:t>
        <a:bodyPr/>
        <a:lstStyle/>
        <a:p>
          <a:endParaRPr lang="de-DE"/>
        </a:p>
      </dgm:t>
    </dgm:pt>
    <dgm:pt modelId="{D032AC09-6009-45FD-A78E-E79210DA7275}">
      <dgm:prSet phldrT="[Text]"/>
      <dgm:spPr/>
      <dgm:t>
        <a:bodyPr/>
        <a:lstStyle/>
        <a:p>
          <a:r>
            <a:rPr lang="de-DE" dirty="0"/>
            <a:t>System A</a:t>
          </a:r>
        </a:p>
      </dgm:t>
    </dgm:pt>
    <dgm:pt modelId="{CB3A1F42-5887-401E-B285-73A5020492F2}" type="parTrans" cxnId="{CFC727FD-462D-44EC-B7AB-6E46B2E642F1}">
      <dgm:prSet/>
      <dgm:spPr/>
      <dgm:t>
        <a:bodyPr/>
        <a:lstStyle/>
        <a:p>
          <a:endParaRPr lang="de-DE"/>
        </a:p>
      </dgm:t>
    </dgm:pt>
    <dgm:pt modelId="{C1482906-334E-492D-B255-33B9AE874A11}" type="sibTrans" cxnId="{CFC727FD-462D-44EC-B7AB-6E46B2E642F1}">
      <dgm:prSet/>
      <dgm:spPr/>
      <dgm:t>
        <a:bodyPr/>
        <a:lstStyle/>
        <a:p>
          <a:endParaRPr lang="de-DE"/>
        </a:p>
      </dgm:t>
    </dgm:pt>
    <dgm:pt modelId="{1EC23AC1-18FB-49DA-96D0-B60C273C069F}" type="asst">
      <dgm:prSet phldrT="[Text]"/>
      <dgm:spPr>
        <a:solidFill>
          <a:schemeClr val="bg1">
            <a:lumMod val="65000"/>
          </a:schemeClr>
        </a:solidFill>
      </dgm:spPr>
      <dgm:t>
        <a:bodyPr/>
        <a:lstStyle/>
        <a:p>
          <a:r>
            <a:rPr lang="de-DE" dirty="0"/>
            <a:t>„Hier sind Informationen zu X“</a:t>
          </a:r>
        </a:p>
      </dgm:t>
    </dgm:pt>
    <dgm:pt modelId="{2CA48713-2A13-4388-9EEA-64A18062BFED}" type="sibTrans" cxnId="{21C2A432-E457-4258-AE26-E4E1E6E8A756}">
      <dgm:prSet/>
      <dgm:spPr/>
      <dgm:t>
        <a:bodyPr/>
        <a:lstStyle/>
        <a:p>
          <a:endParaRPr lang="de-DE"/>
        </a:p>
      </dgm:t>
    </dgm:pt>
    <dgm:pt modelId="{C92DC532-2CB0-4360-86D2-208AAD89405A}" type="parTrans" cxnId="{21C2A432-E457-4258-AE26-E4E1E6E8A756}">
      <dgm:prSet/>
      <dgm:spPr/>
      <dgm:t>
        <a:bodyPr/>
        <a:lstStyle/>
        <a:p>
          <a:endParaRPr lang="de-DE"/>
        </a:p>
      </dgm:t>
    </dgm:pt>
    <dgm:pt modelId="{D3E37AB4-EE43-4AFA-A89A-2F0071E24AE5}" type="pres">
      <dgm:prSet presAssocID="{C807A38A-B1C4-45BE-B667-D921CF71A89D}" presName="hierChild1" presStyleCnt="0">
        <dgm:presLayoutVars>
          <dgm:orgChart val="1"/>
          <dgm:chPref val="1"/>
          <dgm:dir/>
          <dgm:animOne val="branch"/>
          <dgm:animLvl val="lvl"/>
          <dgm:resizeHandles/>
        </dgm:presLayoutVars>
      </dgm:prSet>
      <dgm:spPr/>
    </dgm:pt>
    <dgm:pt modelId="{670134EA-CB9B-46A2-9C82-E0288D36E686}" type="pres">
      <dgm:prSet presAssocID="{5FF54496-B870-49DB-B879-861463B166FA}" presName="hierRoot1" presStyleCnt="0">
        <dgm:presLayoutVars>
          <dgm:hierBranch val="init"/>
        </dgm:presLayoutVars>
      </dgm:prSet>
      <dgm:spPr/>
    </dgm:pt>
    <dgm:pt modelId="{A5795C88-870D-4F8E-BD36-4A1CF8994860}" type="pres">
      <dgm:prSet presAssocID="{5FF54496-B870-49DB-B879-861463B166FA}" presName="rootComposite1" presStyleCnt="0"/>
      <dgm:spPr/>
    </dgm:pt>
    <dgm:pt modelId="{07DB99D3-17DD-4164-A9FE-C806AA88FC5A}" type="pres">
      <dgm:prSet presAssocID="{5FF54496-B870-49DB-B879-861463B166FA}" presName="rootText1" presStyleLbl="node0" presStyleIdx="0" presStyleCnt="1">
        <dgm:presLayoutVars>
          <dgm:chPref val="3"/>
        </dgm:presLayoutVars>
      </dgm:prSet>
      <dgm:spPr/>
    </dgm:pt>
    <dgm:pt modelId="{6D309A05-2DB8-473D-9680-7958DED5B0D3}" type="pres">
      <dgm:prSet presAssocID="{5FF54496-B870-49DB-B879-861463B166FA}" presName="rootConnector1" presStyleLbl="node1" presStyleIdx="0" presStyleCnt="0"/>
      <dgm:spPr/>
    </dgm:pt>
    <dgm:pt modelId="{CDB75EDD-E73F-48BA-86EE-70F75CF08F87}" type="pres">
      <dgm:prSet presAssocID="{5FF54496-B870-49DB-B879-861463B166FA}" presName="hierChild2" presStyleCnt="0"/>
      <dgm:spPr/>
    </dgm:pt>
    <dgm:pt modelId="{C5F8E064-E627-4F76-ACAD-3C63A42C6CED}" type="pres">
      <dgm:prSet presAssocID="{E5165792-35D5-4301-92B2-5951883BC454}" presName="Name37" presStyleLbl="parChTrans1D2" presStyleIdx="0" presStyleCnt="2"/>
      <dgm:spPr/>
    </dgm:pt>
    <dgm:pt modelId="{DC6AD693-3BD5-4FD5-A502-4D7C0D08A291}" type="pres">
      <dgm:prSet presAssocID="{FBCDAA45-5BD1-49C2-BBE9-A6EA3445B12F}" presName="hierRoot2" presStyleCnt="0">
        <dgm:presLayoutVars>
          <dgm:hierBranch val="init"/>
        </dgm:presLayoutVars>
      </dgm:prSet>
      <dgm:spPr/>
    </dgm:pt>
    <dgm:pt modelId="{7025687D-6F33-400E-ABBB-4F26155E5A4F}" type="pres">
      <dgm:prSet presAssocID="{FBCDAA45-5BD1-49C2-BBE9-A6EA3445B12F}" presName="rootComposite" presStyleCnt="0"/>
      <dgm:spPr/>
    </dgm:pt>
    <dgm:pt modelId="{CF3A5A7D-FEA9-47E8-A1BD-C2541FB5D51F}" type="pres">
      <dgm:prSet presAssocID="{FBCDAA45-5BD1-49C2-BBE9-A6EA3445B12F}" presName="rootText" presStyleLbl="node2" presStyleIdx="0" presStyleCnt="1">
        <dgm:presLayoutVars>
          <dgm:chPref val="3"/>
        </dgm:presLayoutVars>
      </dgm:prSet>
      <dgm:spPr/>
    </dgm:pt>
    <dgm:pt modelId="{D0FC1078-AF8E-4AF7-AE28-12258059F852}" type="pres">
      <dgm:prSet presAssocID="{FBCDAA45-5BD1-49C2-BBE9-A6EA3445B12F}" presName="rootConnector" presStyleLbl="node2" presStyleIdx="0" presStyleCnt="1"/>
      <dgm:spPr/>
    </dgm:pt>
    <dgm:pt modelId="{E3C2B634-59DA-4F64-AD8A-3BDFB18C420E}" type="pres">
      <dgm:prSet presAssocID="{FBCDAA45-5BD1-49C2-BBE9-A6EA3445B12F}" presName="hierChild4" presStyleCnt="0"/>
      <dgm:spPr/>
    </dgm:pt>
    <dgm:pt modelId="{C5C64E4B-FA27-486E-8B60-0F4F0984FDC7}" type="pres">
      <dgm:prSet presAssocID="{CB3A1F42-5887-401E-B285-73A5020492F2}" presName="Name37" presStyleLbl="parChTrans1D3" presStyleIdx="0" presStyleCnt="2"/>
      <dgm:spPr/>
    </dgm:pt>
    <dgm:pt modelId="{6CDBB042-F711-4200-BCD1-1E0AB7823ADC}" type="pres">
      <dgm:prSet presAssocID="{D032AC09-6009-45FD-A78E-E79210DA7275}" presName="hierRoot2" presStyleCnt="0">
        <dgm:presLayoutVars>
          <dgm:hierBranch val="init"/>
        </dgm:presLayoutVars>
      </dgm:prSet>
      <dgm:spPr/>
    </dgm:pt>
    <dgm:pt modelId="{0F2F1CF1-1AD6-4B15-8499-40B52D1AA0A2}" type="pres">
      <dgm:prSet presAssocID="{D032AC09-6009-45FD-A78E-E79210DA7275}" presName="rootComposite" presStyleCnt="0"/>
      <dgm:spPr/>
    </dgm:pt>
    <dgm:pt modelId="{761E73C1-483D-45A3-8B99-DF94B0755A9B}" type="pres">
      <dgm:prSet presAssocID="{D032AC09-6009-45FD-A78E-E79210DA7275}" presName="rootText" presStyleLbl="node3" presStyleIdx="0" presStyleCnt="1">
        <dgm:presLayoutVars>
          <dgm:chPref val="3"/>
        </dgm:presLayoutVars>
      </dgm:prSet>
      <dgm:spPr/>
    </dgm:pt>
    <dgm:pt modelId="{7B0BB878-3346-43E8-8DCD-1C5A9CD02545}" type="pres">
      <dgm:prSet presAssocID="{D032AC09-6009-45FD-A78E-E79210DA7275}" presName="rootConnector" presStyleLbl="node3" presStyleIdx="0" presStyleCnt="1"/>
      <dgm:spPr/>
    </dgm:pt>
    <dgm:pt modelId="{14FA1BB5-27E1-4C0A-BB17-2BC144021809}" type="pres">
      <dgm:prSet presAssocID="{D032AC09-6009-45FD-A78E-E79210DA7275}" presName="hierChild4" presStyleCnt="0"/>
      <dgm:spPr/>
    </dgm:pt>
    <dgm:pt modelId="{B503DCAA-C081-41BC-A3A3-5ADA1573ADA3}" type="pres">
      <dgm:prSet presAssocID="{D032AC09-6009-45FD-A78E-E79210DA7275}" presName="hierChild5" presStyleCnt="0"/>
      <dgm:spPr/>
    </dgm:pt>
    <dgm:pt modelId="{03461127-E65F-4EF9-8B2C-E4FEE469C410}" type="pres">
      <dgm:prSet presAssocID="{FBCDAA45-5BD1-49C2-BBE9-A6EA3445B12F}" presName="hierChild5" presStyleCnt="0"/>
      <dgm:spPr/>
    </dgm:pt>
    <dgm:pt modelId="{519F8F09-CCAB-4317-8925-9343E84139EC}" type="pres">
      <dgm:prSet presAssocID="{C92DC532-2CB0-4360-86D2-208AAD89405A}" presName="Name111" presStyleLbl="parChTrans1D3" presStyleIdx="1" presStyleCnt="2"/>
      <dgm:spPr/>
    </dgm:pt>
    <dgm:pt modelId="{201A4424-27EA-46D9-9251-B23B9839F415}" type="pres">
      <dgm:prSet presAssocID="{1EC23AC1-18FB-49DA-96D0-B60C273C069F}" presName="hierRoot3" presStyleCnt="0">
        <dgm:presLayoutVars>
          <dgm:hierBranch val="init"/>
        </dgm:presLayoutVars>
      </dgm:prSet>
      <dgm:spPr/>
    </dgm:pt>
    <dgm:pt modelId="{0B5B0D3A-A611-4819-9FAD-65DC4ABF2752}" type="pres">
      <dgm:prSet presAssocID="{1EC23AC1-18FB-49DA-96D0-B60C273C069F}" presName="rootComposite3" presStyleCnt="0"/>
      <dgm:spPr/>
    </dgm:pt>
    <dgm:pt modelId="{E153AF3D-9434-45F6-BF62-FBEBDDB680FC}" type="pres">
      <dgm:prSet presAssocID="{1EC23AC1-18FB-49DA-96D0-B60C273C069F}" presName="rootText3" presStyleLbl="asst2" presStyleIdx="0" presStyleCnt="1">
        <dgm:presLayoutVars>
          <dgm:chPref val="3"/>
        </dgm:presLayoutVars>
      </dgm:prSet>
      <dgm:spPr/>
    </dgm:pt>
    <dgm:pt modelId="{CCC268A8-4259-40FD-8C37-CF80DB53CED6}" type="pres">
      <dgm:prSet presAssocID="{1EC23AC1-18FB-49DA-96D0-B60C273C069F}" presName="rootConnector3" presStyleLbl="asst2" presStyleIdx="0" presStyleCnt="1"/>
      <dgm:spPr/>
    </dgm:pt>
    <dgm:pt modelId="{35F5D764-E0DE-4D0B-9AD2-DBDB8BEC0520}" type="pres">
      <dgm:prSet presAssocID="{1EC23AC1-18FB-49DA-96D0-B60C273C069F}" presName="hierChild6" presStyleCnt="0"/>
      <dgm:spPr/>
    </dgm:pt>
    <dgm:pt modelId="{8F1BDD81-402A-4ABE-B6AE-5D966DBBBF93}" type="pres">
      <dgm:prSet presAssocID="{1EC23AC1-18FB-49DA-96D0-B60C273C069F}" presName="hierChild7" presStyleCnt="0"/>
      <dgm:spPr/>
    </dgm:pt>
    <dgm:pt modelId="{60B5B4E8-B1AF-4D30-8B6D-398C4D17F0AB}" type="pres">
      <dgm:prSet presAssocID="{5FF54496-B870-49DB-B879-861463B166FA}" presName="hierChild3" presStyleCnt="0"/>
      <dgm:spPr/>
    </dgm:pt>
    <dgm:pt modelId="{5298C837-D90B-4D85-A9FC-D1D052E2BFE7}" type="pres">
      <dgm:prSet presAssocID="{B55E32F0-69AD-49A9-94E4-0006C0416CA0}" presName="Name111" presStyleLbl="parChTrans1D2" presStyleIdx="1" presStyleCnt="2"/>
      <dgm:spPr/>
    </dgm:pt>
    <dgm:pt modelId="{E716E477-0240-4A2B-89E0-73E8C677C0E8}" type="pres">
      <dgm:prSet presAssocID="{D108DCD1-5AA2-48BE-ADDB-9BC3A0FE9FE3}" presName="hierRoot3" presStyleCnt="0">
        <dgm:presLayoutVars>
          <dgm:hierBranch val="init"/>
        </dgm:presLayoutVars>
      </dgm:prSet>
      <dgm:spPr/>
    </dgm:pt>
    <dgm:pt modelId="{D2F80C42-FDD8-45BC-9E41-99CFECE2DB85}" type="pres">
      <dgm:prSet presAssocID="{D108DCD1-5AA2-48BE-ADDB-9BC3A0FE9FE3}" presName="rootComposite3" presStyleCnt="0"/>
      <dgm:spPr/>
    </dgm:pt>
    <dgm:pt modelId="{3E537D1F-DEA6-4810-8D01-E2AA27025F3C}" type="pres">
      <dgm:prSet presAssocID="{D108DCD1-5AA2-48BE-ADDB-9BC3A0FE9FE3}" presName="rootText3" presStyleLbl="asst1" presStyleIdx="0" presStyleCnt="1">
        <dgm:presLayoutVars>
          <dgm:chPref val="3"/>
        </dgm:presLayoutVars>
      </dgm:prSet>
      <dgm:spPr/>
    </dgm:pt>
    <dgm:pt modelId="{10A88390-74DA-42C1-A166-8BFFAF2216BB}" type="pres">
      <dgm:prSet presAssocID="{D108DCD1-5AA2-48BE-ADDB-9BC3A0FE9FE3}" presName="rootConnector3" presStyleLbl="asst1" presStyleIdx="0" presStyleCnt="1"/>
      <dgm:spPr/>
    </dgm:pt>
    <dgm:pt modelId="{41DBFDA9-CAFE-4D95-AE06-C47DF5E5F8DB}" type="pres">
      <dgm:prSet presAssocID="{D108DCD1-5AA2-48BE-ADDB-9BC3A0FE9FE3}" presName="hierChild6" presStyleCnt="0"/>
      <dgm:spPr/>
    </dgm:pt>
    <dgm:pt modelId="{C3A1FA29-7316-44BC-A2EA-A70448C58CE1}" type="pres">
      <dgm:prSet presAssocID="{D108DCD1-5AA2-48BE-ADDB-9BC3A0FE9FE3}" presName="hierChild7" presStyleCnt="0"/>
      <dgm:spPr/>
    </dgm:pt>
  </dgm:ptLst>
  <dgm:cxnLst>
    <dgm:cxn modelId="{EA4FC805-6421-49FE-986D-E86EE8B57FDC}" type="presOf" srcId="{1EC23AC1-18FB-49DA-96D0-B60C273C069F}" destId="{E153AF3D-9434-45F6-BF62-FBEBDDB680FC}" srcOrd="0" destOrd="0" presId="urn:microsoft.com/office/officeart/2005/8/layout/orgChart1"/>
    <dgm:cxn modelId="{B593110D-687D-489C-80CC-30FCC0616546}" type="presOf" srcId="{FBCDAA45-5BD1-49C2-BBE9-A6EA3445B12F}" destId="{D0FC1078-AF8E-4AF7-AE28-12258059F852}" srcOrd="1" destOrd="0" presId="urn:microsoft.com/office/officeart/2005/8/layout/orgChart1"/>
    <dgm:cxn modelId="{676EFB0D-EC05-4D84-88B0-F14A01B9A40A}" srcId="{5FF54496-B870-49DB-B879-861463B166FA}" destId="{D108DCD1-5AA2-48BE-ADDB-9BC3A0FE9FE3}" srcOrd="0" destOrd="0" parTransId="{B55E32F0-69AD-49A9-94E4-0006C0416CA0}" sibTransId="{750E6662-81AE-4E3A-B92C-8EE6C3382ED5}"/>
    <dgm:cxn modelId="{81E5842C-C8D7-43AF-80F1-CD651FCE45A4}" type="presOf" srcId="{D032AC09-6009-45FD-A78E-E79210DA7275}" destId="{761E73C1-483D-45A3-8B99-DF94B0755A9B}" srcOrd="0" destOrd="0" presId="urn:microsoft.com/office/officeart/2005/8/layout/orgChart1"/>
    <dgm:cxn modelId="{21C2A432-E457-4258-AE26-E4E1E6E8A756}" srcId="{FBCDAA45-5BD1-49C2-BBE9-A6EA3445B12F}" destId="{1EC23AC1-18FB-49DA-96D0-B60C273C069F}" srcOrd="0" destOrd="0" parTransId="{C92DC532-2CB0-4360-86D2-208AAD89405A}" sibTransId="{2CA48713-2A13-4388-9EEA-64A18062BFED}"/>
    <dgm:cxn modelId="{FD6C2E5B-5536-4AF6-80B0-A523692057C8}" type="presOf" srcId="{5FF54496-B870-49DB-B879-861463B166FA}" destId="{07DB99D3-17DD-4164-A9FE-C806AA88FC5A}" srcOrd="0" destOrd="0" presId="urn:microsoft.com/office/officeart/2005/8/layout/orgChart1"/>
    <dgm:cxn modelId="{4C09AF68-680D-4154-BCB3-7970426C1741}" srcId="{C807A38A-B1C4-45BE-B667-D921CF71A89D}" destId="{5FF54496-B870-49DB-B879-861463B166FA}" srcOrd="0" destOrd="0" parTransId="{DACC6961-FCAF-413C-8E14-64770CCAAFEE}" sibTransId="{B79F508E-3B6E-47BF-97E2-B7D64D0FA25E}"/>
    <dgm:cxn modelId="{3209AE74-6FEB-4084-994E-4F605E39F0C9}" type="presOf" srcId="{1EC23AC1-18FB-49DA-96D0-B60C273C069F}" destId="{CCC268A8-4259-40FD-8C37-CF80DB53CED6}" srcOrd="1" destOrd="0" presId="urn:microsoft.com/office/officeart/2005/8/layout/orgChart1"/>
    <dgm:cxn modelId="{25C43F8A-43C4-4334-8E52-871E6736F40C}" type="presOf" srcId="{B55E32F0-69AD-49A9-94E4-0006C0416CA0}" destId="{5298C837-D90B-4D85-A9FC-D1D052E2BFE7}" srcOrd="0" destOrd="0" presId="urn:microsoft.com/office/officeart/2005/8/layout/orgChart1"/>
    <dgm:cxn modelId="{F8B2EA8C-BFEF-4451-9CB5-70B7976FC9C8}" type="presOf" srcId="{FBCDAA45-5BD1-49C2-BBE9-A6EA3445B12F}" destId="{CF3A5A7D-FEA9-47E8-A1BD-C2541FB5D51F}" srcOrd="0" destOrd="0" presId="urn:microsoft.com/office/officeart/2005/8/layout/orgChart1"/>
    <dgm:cxn modelId="{303482B0-7234-42E9-8F0E-F6F9F5F2A45F}" type="presOf" srcId="{D108DCD1-5AA2-48BE-ADDB-9BC3A0FE9FE3}" destId="{3E537D1F-DEA6-4810-8D01-E2AA27025F3C}" srcOrd="0" destOrd="0" presId="urn:microsoft.com/office/officeart/2005/8/layout/orgChart1"/>
    <dgm:cxn modelId="{2E6809B3-611F-4930-A6A2-8CB365D8F52E}" type="presOf" srcId="{D108DCD1-5AA2-48BE-ADDB-9BC3A0FE9FE3}" destId="{10A88390-74DA-42C1-A166-8BFFAF2216BB}" srcOrd="1" destOrd="0" presId="urn:microsoft.com/office/officeart/2005/8/layout/orgChart1"/>
    <dgm:cxn modelId="{54EB96C4-684E-4D22-BDB3-C2F1191B1470}" type="presOf" srcId="{D032AC09-6009-45FD-A78E-E79210DA7275}" destId="{7B0BB878-3346-43E8-8DCD-1C5A9CD02545}" srcOrd="1" destOrd="0" presId="urn:microsoft.com/office/officeart/2005/8/layout/orgChart1"/>
    <dgm:cxn modelId="{98B1C4CE-582C-40E6-82B3-F968972F113C}" type="presOf" srcId="{5FF54496-B870-49DB-B879-861463B166FA}" destId="{6D309A05-2DB8-473D-9680-7958DED5B0D3}" srcOrd="1" destOrd="0" presId="urn:microsoft.com/office/officeart/2005/8/layout/orgChart1"/>
    <dgm:cxn modelId="{70D415E5-2637-4315-B71E-3F79CB358207}" type="presOf" srcId="{E5165792-35D5-4301-92B2-5951883BC454}" destId="{C5F8E064-E627-4F76-ACAD-3C63A42C6CED}" srcOrd="0" destOrd="0" presId="urn:microsoft.com/office/officeart/2005/8/layout/orgChart1"/>
    <dgm:cxn modelId="{8BD026EE-46B6-4A08-B0F2-FFC8C7929A20}" type="presOf" srcId="{C92DC532-2CB0-4360-86D2-208AAD89405A}" destId="{519F8F09-CCAB-4317-8925-9343E84139EC}" srcOrd="0" destOrd="0" presId="urn:microsoft.com/office/officeart/2005/8/layout/orgChart1"/>
    <dgm:cxn modelId="{E5ED2AEF-1869-4CCC-8E82-34EA9D9EE86F}" type="presOf" srcId="{CB3A1F42-5887-401E-B285-73A5020492F2}" destId="{C5C64E4B-FA27-486E-8B60-0F4F0984FDC7}" srcOrd="0" destOrd="0" presId="urn:microsoft.com/office/officeart/2005/8/layout/orgChart1"/>
    <dgm:cxn modelId="{C94918F0-04F3-4411-B37C-52DCA333CBAF}" srcId="{5FF54496-B870-49DB-B879-861463B166FA}" destId="{FBCDAA45-5BD1-49C2-BBE9-A6EA3445B12F}" srcOrd="1" destOrd="0" parTransId="{E5165792-35D5-4301-92B2-5951883BC454}" sibTransId="{AC825C38-798E-4222-8AF0-BB2C31A0E303}"/>
    <dgm:cxn modelId="{FDAA0EF5-A651-49CC-85CF-FFA2EFE3FB8C}" type="presOf" srcId="{C807A38A-B1C4-45BE-B667-D921CF71A89D}" destId="{D3E37AB4-EE43-4AFA-A89A-2F0071E24AE5}" srcOrd="0" destOrd="0" presId="urn:microsoft.com/office/officeart/2005/8/layout/orgChart1"/>
    <dgm:cxn modelId="{CFC727FD-462D-44EC-B7AB-6E46B2E642F1}" srcId="{FBCDAA45-5BD1-49C2-BBE9-A6EA3445B12F}" destId="{D032AC09-6009-45FD-A78E-E79210DA7275}" srcOrd="1" destOrd="0" parTransId="{CB3A1F42-5887-401E-B285-73A5020492F2}" sibTransId="{C1482906-334E-492D-B255-33B9AE874A11}"/>
    <dgm:cxn modelId="{59909106-7DE0-43B8-A51C-7F286E10F25D}" type="presParOf" srcId="{D3E37AB4-EE43-4AFA-A89A-2F0071E24AE5}" destId="{670134EA-CB9B-46A2-9C82-E0288D36E686}" srcOrd="0" destOrd="0" presId="urn:microsoft.com/office/officeart/2005/8/layout/orgChart1"/>
    <dgm:cxn modelId="{C48E8B14-0AC2-458F-B57A-8B77007AFE6D}" type="presParOf" srcId="{670134EA-CB9B-46A2-9C82-E0288D36E686}" destId="{A5795C88-870D-4F8E-BD36-4A1CF8994860}" srcOrd="0" destOrd="0" presId="urn:microsoft.com/office/officeart/2005/8/layout/orgChart1"/>
    <dgm:cxn modelId="{F9C4959B-2F17-4951-A99F-F58D3E00947E}" type="presParOf" srcId="{A5795C88-870D-4F8E-BD36-4A1CF8994860}" destId="{07DB99D3-17DD-4164-A9FE-C806AA88FC5A}" srcOrd="0" destOrd="0" presId="urn:microsoft.com/office/officeart/2005/8/layout/orgChart1"/>
    <dgm:cxn modelId="{6879CEB0-8A7C-4317-8D94-FD751797B124}" type="presParOf" srcId="{A5795C88-870D-4F8E-BD36-4A1CF8994860}" destId="{6D309A05-2DB8-473D-9680-7958DED5B0D3}" srcOrd="1" destOrd="0" presId="urn:microsoft.com/office/officeart/2005/8/layout/orgChart1"/>
    <dgm:cxn modelId="{81A1052F-B286-46E2-AA7C-425E7FF5A60C}" type="presParOf" srcId="{670134EA-CB9B-46A2-9C82-E0288D36E686}" destId="{CDB75EDD-E73F-48BA-86EE-70F75CF08F87}" srcOrd="1" destOrd="0" presId="urn:microsoft.com/office/officeart/2005/8/layout/orgChart1"/>
    <dgm:cxn modelId="{DBD28C33-F498-44F5-8BBE-920C41B943E8}" type="presParOf" srcId="{CDB75EDD-E73F-48BA-86EE-70F75CF08F87}" destId="{C5F8E064-E627-4F76-ACAD-3C63A42C6CED}" srcOrd="0" destOrd="0" presId="urn:microsoft.com/office/officeart/2005/8/layout/orgChart1"/>
    <dgm:cxn modelId="{3C54D345-6A30-44D6-ACA3-ECB958B4F523}" type="presParOf" srcId="{CDB75EDD-E73F-48BA-86EE-70F75CF08F87}" destId="{DC6AD693-3BD5-4FD5-A502-4D7C0D08A291}" srcOrd="1" destOrd="0" presId="urn:microsoft.com/office/officeart/2005/8/layout/orgChart1"/>
    <dgm:cxn modelId="{9499DC39-41B6-4E80-B6BB-2007867DC513}" type="presParOf" srcId="{DC6AD693-3BD5-4FD5-A502-4D7C0D08A291}" destId="{7025687D-6F33-400E-ABBB-4F26155E5A4F}" srcOrd="0" destOrd="0" presId="urn:microsoft.com/office/officeart/2005/8/layout/orgChart1"/>
    <dgm:cxn modelId="{F0D744CF-64E9-4612-96C9-7814A833B60C}" type="presParOf" srcId="{7025687D-6F33-400E-ABBB-4F26155E5A4F}" destId="{CF3A5A7D-FEA9-47E8-A1BD-C2541FB5D51F}" srcOrd="0" destOrd="0" presId="urn:microsoft.com/office/officeart/2005/8/layout/orgChart1"/>
    <dgm:cxn modelId="{3E7E2F2D-67CD-45B7-96C6-85CFB80FFA49}" type="presParOf" srcId="{7025687D-6F33-400E-ABBB-4F26155E5A4F}" destId="{D0FC1078-AF8E-4AF7-AE28-12258059F852}" srcOrd="1" destOrd="0" presId="urn:microsoft.com/office/officeart/2005/8/layout/orgChart1"/>
    <dgm:cxn modelId="{F5AD811F-F2FF-4611-9D56-BFCF4D950F5A}" type="presParOf" srcId="{DC6AD693-3BD5-4FD5-A502-4D7C0D08A291}" destId="{E3C2B634-59DA-4F64-AD8A-3BDFB18C420E}" srcOrd="1" destOrd="0" presId="urn:microsoft.com/office/officeart/2005/8/layout/orgChart1"/>
    <dgm:cxn modelId="{CDD525E4-F60A-4CAC-B2E3-CB1749BBD162}" type="presParOf" srcId="{E3C2B634-59DA-4F64-AD8A-3BDFB18C420E}" destId="{C5C64E4B-FA27-486E-8B60-0F4F0984FDC7}" srcOrd="0" destOrd="0" presId="urn:microsoft.com/office/officeart/2005/8/layout/orgChart1"/>
    <dgm:cxn modelId="{B50F64E7-179B-4A9C-A7CE-74976124C8FB}" type="presParOf" srcId="{E3C2B634-59DA-4F64-AD8A-3BDFB18C420E}" destId="{6CDBB042-F711-4200-BCD1-1E0AB7823ADC}" srcOrd="1" destOrd="0" presId="urn:microsoft.com/office/officeart/2005/8/layout/orgChart1"/>
    <dgm:cxn modelId="{6087E6FD-6FFE-4AE1-B165-05252F99ECFE}" type="presParOf" srcId="{6CDBB042-F711-4200-BCD1-1E0AB7823ADC}" destId="{0F2F1CF1-1AD6-4B15-8499-40B52D1AA0A2}" srcOrd="0" destOrd="0" presId="urn:microsoft.com/office/officeart/2005/8/layout/orgChart1"/>
    <dgm:cxn modelId="{38E48475-DE16-4193-AC86-2280E8FD23F4}" type="presParOf" srcId="{0F2F1CF1-1AD6-4B15-8499-40B52D1AA0A2}" destId="{761E73C1-483D-45A3-8B99-DF94B0755A9B}" srcOrd="0" destOrd="0" presId="urn:microsoft.com/office/officeart/2005/8/layout/orgChart1"/>
    <dgm:cxn modelId="{8D8E3647-D4EB-407B-A3D5-FFE68937CBB4}" type="presParOf" srcId="{0F2F1CF1-1AD6-4B15-8499-40B52D1AA0A2}" destId="{7B0BB878-3346-43E8-8DCD-1C5A9CD02545}" srcOrd="1" destOrd="0" presId="urn:microsoft.com/office/officeart/2005/8/layout/orgChart1"/>
    <dgm:cxn modelId="{C72CF30B-BFD2-461D-8783-3F3193D72E63}" type="presParOf" srcId="{6CDBB042-F711-4200-BCD1-1E0AB7823ADC}" destId="{14FA1BB5-27E1-4C0A-BB17-2BC144021809}" srcOrd="1" destOrd="0" presId="urn:microsoft.com/office/officeart/2005/8/layout/orgChart1"/>
    <dgm:cxn modelId="{1CF86A61-26C2-427A-BF83-6227C8E4E1A6}" type="presParOf" srcId="{6CDBB042-F711-4200-BCD1-1E0AB7823ADC}" destId="{B503DCAA-C081-41BC-A3A3-5ADA1573ADA3}" srcOrd="2" destOrd="0" presId="urn:microsoft.com/office/officeart/2005/8/layout/orgChart1"/>
    <dgm:cxn modelId="{8210479E-39FA-4E6E-9A65-587882F2602C}" type="presParOf" srcId="{DC6AD693-3BD5-4FD5-A502-4D7C0D08A291}" destId="{03461127-E65F-4EF9-8B2C-E4FEE469C410}" srcOrd="2" destOrd="0" presId="urn:microsoft.com/office/officeart/2005/8/layout/orgChart1"/>
    <dgm:cxn modelId="{419851F0-0E15-4D5C-9FF3-52703E1BED18}" type="presParOf" srcId="{03461127-E65F-4EF9-8B2C-E4FEE469C410}" destId="{519F8F09-CCAB-4317-8925-9343E84139EC}" srcOrd="0" destOrd="0" presId="urn:microsoft.com/office/officeart/2005/8/layout/orgChart1"/>
    <dgm:cxn modelId="{530F92FD-259C-467F-A70E-FE363F191C8B}" type="presParOf" srcId="{03461127-E65F-4EF9-8B2C-E4FEE469C410}" destId="{201A4424-27EA-46D9-9251-B23B9839F415}" srcOrd="1" destOrd="0" presId="urn:microsoft.com/office/officeart/2005/8/layout/orgChart1"/>
    <dgm:cxn modelId="{2074A9FC-C4DB-4919-8B3A-9261C4142AC4}" type="presParOf" srcId="{201A4424-27EA-46D9-9251-B23B9839F415}" destId="{0B5B0D3A-A611-4819-9FAD-65DC4ABF2752}" srcOrd="0" destOrd="0" presId="urn:microsoft.com/office/officeart/2005/8/layout/orgChart1"/>
    <dgm:cxn modelId="{A223BB65-D9F0-43D9-90DA-827E67ADD7BD}" type="presParOf" srcId="{0B5B0D3A-A611-4819-9FAD-65DC4ABF2752}" destId="{E153AF3D-9434-45F6-BF62-FBEBDDB680FC}" srcOrd="0" destOrd="0" presId="urn:microsoft.com/office/officeart/2005/8/layout/orgChart1"/>
    <dgm:cxn modelId="{8C1AAF22-FE6F-4B1C-A1B0-5C52ADEF8048}" type="presParOf" srcId="{0B5B0D3A-A611-4819-9FAD-65DC4ABF2752}" destId="{CCC268A8-4259-40FD-8C37-CF80DB53CED6}" srcOrd="1" destOrd="0" presId="urn:microsoft.com/office/officeart/2005/8/layout/orgChart1"/>
    <dgm:cxn modelId="{2D8005A5-EB97-4308-93C0-E6F40541D3D8}" type="presParOf" srcId="{201A4424-27EA-46D9-9251-B23B9839F415}" destId="{35F5D764-E0DE-4D0B-9AD2-DBDB8BEC0520}" srcOrd="1" destOrd="0" presId="urn:microsoft.com/office/officeart/2005/8/layout/orgChart1"/>
    <dgm:cxn modelId="{CB83455D-3896-4E46-95AF-38667030103F}" type="presParOf" srcId="{201A4424-27EA-46D9-9251-B23B9839F415}" destId="{8F1BDD81-402A-4ABE-B6AE-5D966DBBBF93}" srcOrd="2" destOrd="0" presId="urn:microsoft.com/office/officeart/2005/8/layout/orgChart1"/>
    <dgm:cxn modelId="{BC1CB21C-00F3-48A7-900B-F376F070B0E7}" type="presParOf" srcId="{670134EA-CB9B-46A2-9C82-E0288D36E686}" destId="{60B5B4E8-B1AF-4D30-8B6D-398C4D17F0AB}" srcOrd="2" destOrd="0" presId="urn:microsoft.com/office/officeart/2005/8/layout/orgChart1"/>
    <dgm:cxn modelId="{A8C94539-17DB-4F17-A7EB-4F51C299D2AD}" type="presParOf" srcId="{60B5B4E8-B1AF-4D30-8B6D-398C4D17F0AB}" destId="{5298C837-D90B-4D85-A9FC-D1D052E2BFE7}" srcOrd="0" destOrd="0" presId="urn:microsoft.com/office/officeart/2005/8/layout/orgChart1"/>
    <dgm:cxn modelId="{8C86C46C-6AC7-4AF9-BE39-17FA0507266E}" type="presParOf" srcId="{60B5B4E8-B1AF-4D30-8B6D-398C4D17F0AB}" destId="{E716E477-0240-4A2B-89E0-73E8C677C0E8}" srcOrd="1" destOrd="0" presId="urn:microsoft.com/office/officeart/2005/8/layout/orgChart1"/>
    <dgm:cxn modelId="{D503766F-398D-40C9-816A-B6C899688CDF}" type="presParOf" srcId="{E716E477-0240-4A2B-89E0-73E8C677C0E8}" destId="{D2F80C42-FDD8-45BC-9E41-99CFECE2DB85}" srcOrd="0" destOrd="0" presId="urn:microsoft.com/office/officeart/2005/8/layout/orgChart1"/>
    <dgm:cxn modelId="{6D2E5FA9-D3AF-4AC6-9D9D-15344D796153}" type="presParOf" srcId="{D2F80C42-FDD8-45BC-9E41-99CFECE2DB85}" destId="{3E537D1F-DEA6-4810-8D01-E2AA27025F3C}" srcOrd="0" destOrd="0" presId="urn:microsoft.com/office/officeart/2005/8/layout/orgChart1"/>
    <dgm:cxn modelId="{DFCC7818-A0C7-4870-810A-87FEE5F843F3}" type="presParOf" srcId="{D2F80C42-FDD8-45BC-9E41-99CFECE2DB85}" destId="{10A88390-74DA-42C1-A166-8BFFAF2216BB}" srcOrd="1" destOrd="0" presId="urn:microsoft.com/office/officeart/2005/8/layout/orgChart1"/>
    <dgm:cxn modelId="{3427A812-1C5C-4CF2-8BC1-474CCC68C6AB}" type="presParOf" srcId="{E716E477-0240-4A2B-89E0-73E8C677C0E8}" destId="{41DBFDA9-CAFE-4D95-AE06-C47DF5E5F8DB}" srcOrd="1" destOrd="0" presId="urn:microsoft.com/office/officeart/2005/8/layout/orgChart1"/>
    <dgm:cxn modelId="{4DEE37C7-EBF9-4E69-8744-5703DF13A5F0}" type="presParOf" srcId="{E716E477-0240-4A2B-89E0-73E8C677C0E8}" destId="{C3A1FA29-7316-44BC-A2EA-A70448C58CE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6A4B877-367E-4D5C-969F-4FB867D14F5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0202B2C7-9F98-48A9-899F-BC1DD7DF5E66}">
      <dgm:prSet phldrT="[Text]"/>
      <dgm:spPr/>
      <dgm:t>
        <a:bodyPr/>
        <a:lstStyle/>
        <a:p>
          <a:r>
            <a:rPr lang="de-DE" dirty="0"/>
            <a:t>System A</a:t>
          </a:r>
        </a:p>
      </dgm:t>
    </dgm:pt>
    <dgm:pt modelId="{BC58D68C-00DE-4E55-93A8-FEC2BCF29FD8}" type="parTrans" cxnId="{C9CD33B3-02E9-49C8-BE22-6342CBE3B30A}">
      <dgm:prSet/>
      <dgm:spPr/>
      <dgm:t>
        <a:bodyPr/>
        <a:lstStyle/>
        <a:p>
          <a:endParaRPr lang="de-DE"/>
        </a:p>
      </dgm:t>
    </dgm:pt>
    <dgm:pt modelId="{0CA8F3FB-FA4B-498A-84E1-D6DC8F8E15B1}" type="sibTrans" cxnId="{C9CD33B3-02E9-49C8-BE22-6342CBE3B30A}">
      <dgm:prSet/>
      <dgm:spPr/>
      <dgm:t>
        <a:bodyPr/>
        <a:lstStyle/>
        <a:p>
          <a:endParaRPr lang="de-DE"/>
        </a:p>
      </dgm:t>
    </dgm:pt>
    <dgm:pt modelId="{45A042B4-C188-4C79-83BD-24960FBED1B8}" type="asst">
      <dgm:prSet phldrT="[Text]"/>
      <dgm:spPr>
        <a:solidFill>
          <a:schemeClr val="bg1">
            <a:lumMod val="65000"/>
          </a:schemeClr>
        </a:solidFill>
      </dgm:spPr>
      <dgm:t>
        <a:bodyPr/>
        <a:lstStyle/>
        <a:p>
          <a:r>
            <a:rPr lang="de-DE" dirty="0"/>
            <a:t>Event</a:t>
          </a:r>
        </a:p>
      </dgm:t>
    </dgm:pt>
    <dgm:pt modelId="{0F939B2C-10E3-4C1D-BD81-ACC7B5295284}" type="parTrans" cxnId="{D1C587E4-3F4F-45B3-AA74-64832E3B820A}">
      <dgm:prSet/>
      <dgm:spPr/>
      <dgm:t>
        <a:bodyPr/>
        <a:lstStyle/>
        <a:p>
          <a:endParaRPr lang="de-DE"/>
        </a:p>
      </dgm:t>
    </dgm:pt>
    <dgm:pt modelId="{221F3BAE-51B0-4B44-821D-74B8B2F1809A}" type="sibTrans" cxnId="{D1C587E4-3F4F-45B3-AA74-64832E3B820A}">
      <dgm:prSet/>
      <dgm:spPr/>
      <dgm:t>
        <a:bodyPr/>
        <a:lstStyle/>
        <a:p>
          <a:endParaRPr lang="de-DE"/>
        </a:p>
      </dgm:t>
    </dgm:pt>
    <dgm:pt modelId="{BA1C25D5-1A75-4E81-A893-BC4A2ED63E1A}">
      <dgm:prSet phldrT="[Text]"/>
      <dgm:spPr>
        <a:solidFill>
          <a:srgbClr val="00ACA9"/>
        </a:solidFill>
      </dgm:spPr>
      <dgm:t>
        <a:bodyPr/>
        <a:lstStyle/>
        <a:p>
          <a:r>
            <a:rPr lang="de-DE" dirty="0"/>
            <a:t>Message Broker</a:t>
          </a:r>
        </a:p>
      </dgm:t>
    </dgm:pt>
    <dgm:pt modelId="{AE473703-016F-4561-A700-24F3066CE71B}" type="sibTrans" cxnId="{17FBC60A-B003-445C-9ABB-BFB73C6F36EA}">
      <dgm:prSet/>
      <dgm:spPr/>
      <dgm:t>
        <a:bodyPr/>
        <a:lstStyle/>
        <a:p>
          <a:endParaRPr lang="de-DE"/>
        </a:p>
      </dgm:t>
    </dgm:pt>
    <dgm:pt modelId="{6A85382A-D016-4F08-B61A-F2323D1F5205}" type="parTrans" cxnId="{17FBC60A-B003-445C-9ABB-BFB73C6F36EA}">
      <dgm:prSet/>
      <dgm:spPr/>
      <dgm:t>
        <a:bodyPr/>
        <a:lstStyle/>
        <a:p>
          <a:endParaRPr lang="de-DE"/>
        </a:p>
      </dgm:t>
    </dgm:pt>
    <dgm:pt modelId="{68442395-1FEE-4750-8E2F-3AB1E91EE798}" type="asst">
      <dgm:prSet phldrT="[Text]"/>
      <dgm:spPr/>
      <dgm:t>
        <a:bodyPr/>
        <a:lstStyle/>
        <a:p>
          <a:r>
            <a:rPr lang="de-DE" dirty="0"/>
            <a:t>System B</a:t>
          </a:r>
        </a:p>
      </dgm:t>
    </dgm:pt>
    <dgm:pt modelId="{0FC9855B-6080-4ED8-A1A4-580098C97D58}" type="parTrans" cxnId="{77F1894C-0BF7-486A-B297-99CB3F6E95C4}">
      <dgm:prSet/>
      <dgm:spPr/>
      <dgm:t>
        <a:bodyPr/>
        <a:lstStyle/>
        <a:p>
          <a:endParaRPr lang="de-DE"/>
        </a:p>
      </dgm:t>
    </dgm:pt>
    <dgm:pt modelId="{1EA4F4C8-B123-4470-8F34-C104073E355A}" type="sibTrans" cxnId="{77F1894C-0BF7-486A-B297-99CB3F6E95C4}">
      <dgm:prSet/>
      <dgm:spPr/>
      <dgm:t>
        <a:bodyPr/>
        <a:lstStyle/>
        <a:p>
          <a:endParaRPr lang="de-DE"/>
        </a:p>
      </dgm:t>
    </dgm:pt>
    <dgm:pt modelId="{E9AEFD4F-C288-427F-8A4A-3887CDEF1E59}" type="asst">
      <dgm:prSet phldrT="[Text]"/>
      <dgm:spPr/>
      <dgm:t>
        <a:bodyPr/>
        <a:lstStyle/>
        <a:p>
          <a:r>
            <a:rPr lang="de-DE" dirty="0"/>
            <a:t>System C</a:t>
          </a:r>
        </a:p>
      </dgm:t>
    </dgm:pt>
    <dgm:pt modelId="{923A2A28-B756-4587-AFD2-65376CBC14E4}" type="parTrans" cxnId="{A78DE739-8B7D-419B-91D8-99A4E683AD41}">
      <dgm:prSet/>
      <dgm:spPr/>
      <dgm:t>
        <a:bodyPr/>
        <a:lstStyle/>
        <a:p>
          <a:endParaRPr lang="de-DE"/>
        </a:p>
      </dgm:t>
    </dgm:pt>
    <dgm:pt modelId="{DC99C421-F0A4-4D08-AEB8-8A2CE438DD3D}" type="sibTrans" cxnId="{A78DE739-8B7D-419B-91D8-99A4E683AD41}">
      <dgm:prSet/>
      <dgm:spPr/>
      <dgm:t>
        <a:bodyPr/>
        <a:lstStyle/>
        <a:p>
          <a:endParaRPr lang="de-DE"/>
        </a:p>
      </dgm:t>
    </dgm:pt>
    <dgm:pt modelId="{646FB277-DC53-4F14-AA52-9C5E4074B086}" type="asst">
      <dgm:prSet phldrT="[Text]"/>
      <dgm:spPr/>
      <dgm:t>
        <a:bodyPr/>
        <a:lstStyle/>
        <a:p>
          <a:r>
            <a:rPr lang="de-DE" dirty="0" err="1"/>
            <a:t>SystemD</a:t>
          </a:r>
          <a:endParaRPr lang="de-DE" dirty="0"/>
        </a:p>
      </dgm:t>
    </dgm:pt>
    <dgm:pt modelId="{2FC48FF2-EBC8-4CA4-B706-C76F4E70EDB8}" type="parTrans" cxnId="{C329C989-8687-4709-8712-26CC491813B8}">
      <dgm:prSet/>
      <dgm:spPr/>
      <dgm:t>
        <a:bodyPr/>
        <a:lstStyle/>
        <a:p>
          <a:endParaRPr lang="de-DE"/>
        </a:p>
      </dgm:t>
    </dgm:pt>
    <dgm:pt modelId="{D632A5EB-D275-44F0-8E51-54E4028BA5C7}" type="sibTrans" cxnId="{C329C989-8687-4709-8712-26CC491813B8}">
      <dgm:prSet/>
      <dgm:spPr/>
      <dgm:t>
        <a:bodyPr/>
        <a:lstStyle/>
        <a:p>
          <a:endParaRPr lang="de-DE"/>
        </a:p>
      </dgm:t>
    </dgm:pt>
    <dgm:pt modelId="{13A028F5-FE93-4D04-846E-B111967A4757}" type="pres">
      <dgm:prSet presAssocID="{46A4B877-367E-4D5C-969F-4FB867D14F5E}" presName="hierChild1" presStyleCnt="0">
        <dgm:presLayoutVars>
          <dgm:orgChart val="1"/>
          <dgm:chPref val="1"/>
          <dgm:dir/>
          <dgm:animOne val="branch"/>
          <dgm:animLvl val="lvl"/>
          <dgm:resizeHandles/>
        </dgm:presLayoutVars>
      </dgm:prSet>
      <dgm:spPr/>
    </dgm:pt>
    <dgm:pt modelId="{85EDFC35-EFC5-47B2-93EE-D69C94232B21}" type="pres">
      <dgm:prSet presAssocID="{0202B2C7-9F98-48A9-899F-BC1DD7DF5E66}" presName="hierRoot1" presStyleCnt="0">
        <dgm:presLayoutVars>
          <dgm:hierBranch val="init"/>
        </dgm:presLayoutVars>
      </dgm:prSet>
      <dgm:spPr/>
    </dgm:pt>
    <dgm:pt modelId="{5BC3BB83-2EC5-4BA2-8C64-852B6ABDA0EE}" type="pres">
      <dgm:prSet presAssocID="{0202B2C7-9F98-48A9-899F-BC1DD7DF5E66}" presName="rootComposite1" presStyleCnt="0"/>
      <dgm:spPr/>
    </dgm:pt>
    <dgm:pt modelId="{246D0416-5F87-47A1-A94D-110887BF5E6C}" type="pres">
      <dgm:prSet presAssocID="{0202B2C7-9F98-48A9-899F-BC1DD7DF5E66}" presName="rootText1" presStyleLbl="node0" presStyleIdx="0" presStyleCnt="1">
        <dgm:presLayoutVars>
          <dgm:chPref val="3"/>
        </dgm:presLayoutVars>
      </dgm:prSet>
      <dgm:spPr/>
    </dgm:pt>
    <dgm:pt modelId="{77092BC0-53F5-4E1B-BB7D-49E4ECE2CBE0}" type="pres">
      <dgm:prSet presAssocID="{0202B2C7-9F98-48A9-899F-BC1DD7DF5E66}" presName="rootConnector1" presStyleLbl="node1" presStyleIdx="0" presStyleCnt="0"/>
      <dgm:spPr/>
    </dgm:pt>
    <dgm:pt modelId="{F967262E-03B8-454C-AC8D-722329241D2B}" type="pres">
      <dgm:prSet presAssocID="{0202B2C7-9F98-48A9-899F-BC1DD7DF5E66}" presName="hierChild2" presStyleCnt="0"/>
      <dgm:spPr/>
    </dgm:pt>
    <dgm:pt modelId="{4CB0B1D7-029E-471D-81D1-11A2C5F6F0FF}" type="pres">
      <dgm:prSet presAssocID="{6A85382A-D016-4F08-B61A-F2323D1F5205}" presName="Name37" presStyleLbl="parChTrans1D2" presStyleIdx="0" presStyleCnt="2"/>
      <dgm:spPr/>
    </dgm:pt>
    <dgm:pt modelId="{B9C3811E-FA6B-4966-8E78-586D8C4D7879}" type="pres">
      <dgm:prSet presAssocID="{BA1C25D5-1A75-4E81-A893-BC4A2ED63E1A}" presName="hierRoot2" presStyleCnt="0">
        <dgm:presLayoutVars>
          <dgm:hierBranch val="init"/>
        </dgm:presLayoutVars>
      </dgm:prSet>
      <dgm:spPr/>
    </dgm:pt>
    <dgm:pt modelId="{DEB8D3BA-7822-4123-9106-DFA1C2ABD97F}" type="pres">
      <dgm:prSet presAssocID="{BA1C25D5-1A75-4E81-A893-BC4A2ED63E1A}" presName="rootComposite" presStyleCnt="0"/>
      <dgm:spPr/>
    </dgm:pt>
    <dgm:pt modelId="{C0A5ABBE-2BD6-4286-B4E9-254D7F910262}" type="pres">
      <dgm:prSet presAssocID="{BA1C25D5-1A75-4E81-A893-BC4A2ED63E1A}" presName="rootText" presStyleLbl="node2" presStyleIdx="0" presStyleCnt="1">
        <dgm:presLayoutVars>
          <dgm:chPref val="3"/>
        </dgm:presLayoutVars>
      </dgm:prSet>
      <dgm:spPr/>
    </dgm:pt>
    <dgm:pt modelId="{9B001A6A-F692-441D-B051-85040C93C273}" type="pres">
      <dgm:prSet presAssocID="{BA1C25D5-1A75-4E81-A893-BC4A2ED63E1A}" presName="rootConnector" presStyleLbl="node2" presStyleIdx="0" presStyleCnt="1"/>
      <dgm:spPr/>
    </dgm:pt>
    <dgm:pt modelId="{AA2653BD-D2E5-422B-B797-52B26B11E180}" type="pres">
      <dgm:prSet presAssocID="{BA1C25D5-1A75-4E81-A893-BC4A2ED63E1A}" presName="hierChild4" presStyleCnt="0"/>
      <dgm:spPr/>
    </dgm:pt>
    <dgm:pt modelId="{46133C24-258B-4BC8-A9AE-5BD9C7D4859B}" type="pres">
      <dgm:prSet presAssocID="{BA1C25D5-1A75-4E81-A893-BC4A2ED63E1A}" presName="hierChild5" presStyleCnt="0"/>
      <dgm:spPr/>
    </dgm:pt>
    <dgm:pt modelId="{70CA2076-9331-4643-ADBC-2CA417E963A1}" type="pres">
      <dgm:prSet presAssocID="{0FC9855B-6080-4ED8-A1A4-580098C97D58}" presName="Name111" presStyleLbl="parChTrans1D3" presStyleIdx="0" presStyleCnt="3"/>
      <dgm:spPr/>
    </dgm:pt>
    <dgm:pt modelId="{6A7940D8-6CD2-4344-8ADF-1B5B8BACC748}" type="pres">
      <dgm:prSet presAssocID="{68442395-1FEE-4750-8E2F-3AB1E91EE798}" presName="hierRoot3" presStyleCnt="0">
        <dgm:presLayoutVars>
          <dgm:hierBranch val="init"/>
        </dgm:presLayoutVars>
      </dgm:prSet>
      <dgm:spPr/>
    </dgm:pt>
    <dgm:pt modelId="{A2A64584-659B-4EDA-B097-B0F53F298E91}" type="pres">
      <dgm:prSet presAssocID="{68442395-1FEE-4750-8E2F-3AB1E91EE798}" presName="rootComposite3" presStyleCnt="0"/>
      <dgm:spPr/>
    </dgm:pt>
    <dgm:pt modelId="{F538F2F8-3C8E-463B-AD6A-00B17B50C609}" type="pres">
      <dgm:prSet presAssocID="{68442395-1FEE-4750-8E2F-3AB1E91EE798}" presName="rootText3" presStyleLbl="asst2" presStyleIdx="0" presStyleCnt="3" custScaleX="84573" custScaleY="72181" custLinFactNeighborY="-20958">
        <dgm:presLayoutVars>
          <dgm:chPref val="3"/>
        </dgm:presLayoutVars>
      </dgm:prSet>
      <dgm:spPr/>
    </dgm:pt>
    <dgm:pt modelId="{15520AD5-684D-4F55-A747-AE63191149E7}" type="pres">
      <dgm:prSet presAssocID="{68442395-1FEE-4750-8E2F-3AB1E91EE798}" presName="rootConnector3" presStyleLbl="asst2" presStyleIdx="0" presStyleCnt="3"/>
      <dgm:spPr/>
    </dgm:pt>
    <dgm:pt modelId="{0AFE6646-8F40-4530-AB7D-55223D263A06}" type="pres">
      <dgm:prSet presAssocID="{68442395-1FEE-4750-8E2F-3AB1E91EE798}" presName="hierChild6" presStyleCnt="0"/>
      <dgm:spPr/>
    </dgm:pt>
    <dgm:pt modelId="{73884D73-6C6F-4E6D-9C4A-C864DE7360D8}" type="pres">
      <dgm:prSet presAssocID="{68442395-1FEE-4750-8E2F-3AB1E91EE798}" presName="hierChild7" presStyleCnt="0"/>
      <dgm:spPr/>
    </dgm:pt>
    <dgm:pt modelId="{1C520D30-3509-4D48-83F7-331A1D06C98F}" type="pres">
      <dgm:prSet presAssocID="{923A2A28-B756-4587-AFD2-65376CBC14E4}" presName="Name111" presStyleLbl="parChTrans1D3" presStyleIdx="1" presStyleCnt="3"/>
      <dgm:spPr/>
    </dgm:pt>
    <dgm:pt modelId="{4FBF649D-591F-47CA-A19C-BCDC06923542}" type="pres">
      <dgm:prSet presAssocID="{E9AEFD4F-C288-427F-8A4A-3887CDEF1E59}" presName="hierRoot3" presStyleCnt="0">
        <dgm:presLayoutVars>
          <dgm:hierBranch val="init"/>
        </dgm:presLayoutVars>
      </dgm:prSet>
      <dgm:spPr/>
    </dgm:pt>
    <dgm:pt modelId="{EAD2AFD6-4A7D-4C06-85DF-F8B6AE30D740}" type="pres">
      <dgm:prSet presAssocID="{E9AEFD4F-C288-427F-8A4A-3887CDEF1E59}" presName="rootComposite3" presStyleCnt="0"/>
      <dgm:spPr/>
    </dgm:pt>
    <dgm:pt modelId="{883EABA5-DFAA-486D-A40D-C920170DE22B}" type="pres">
      <dgm:prSet presAssocID="{E9AEFD4F-C288-427F-8A4A-3887CDEF1E59}" presName="rootText3" presStyleLbl="asst2" presStyleIdx="1" presStyleCnt="3" custScaleX="84679" custScaleY="70838" custLinFactX="-13425" custLinFactNeighborX="-100000" custLinFactNeighborY="58871">
        <dgm:presLayoutVars>
          <dgm:chPref val="3"/>
        </dgm:presLayoutVars>
      </dgm:prSet>
      <dgm:spPr/>
    </dgm:pt>
    <dgm:pt modelId="{A0C90C18-A69F-4A8C-A72B-47A5FA399C64}" type="pres">
      <dgm:prSet presAssocID="{E9AEFD4F-C288-427F-8A4A-3887CDEF1E59}" presName="rootConnector3" presStyleLbl="asst2" presStyleIdx="1" presStyleCnt="3"/>
      <dgm:spPr/>
    </dgm:pt>
    <dgm:pt modelId="{93EBA908-0CD0-476E-B29E-859AB0891590}" type="pres">
      <dgm:prSet presAssocID="{E9AEFD4F-C288-427F-8A4A-3887CDEF1E59}" presName="hierChild6" presStyleCnt="0"/>
      <dgm:spPr/>
    </dgm:pt>
    <dgm:pt modelId="{0AD3A5E1-3195-48A5-926F-0E7FB080C707}" type="pres">
      <dgm:prSet presAssocID="{E9AEFD4F-C288-427F-8A4A-3887CDEF1E59}" presName="hierChild7" presStyleCnt="0"/>
      <dgm:spPr/>
    </dgm:pt>
    <dgm:pt modelId="{736D30EC-D7D1-455C-A2B7-8446CB2C0081}" type="pres">
      <dgm:prSet presAssocID="{2FC48FF2-EBC8-4CA4-B706-C76F4E70EDB8}" presName="Name111" presStyleLbl="parChTrans1D3" presStyleIdx="2" presStyleCnt="3"/>
      <dgm:spPr/>
    </dgm:pt>
    <dgm:pt modelId="{EDF3C156-7C10-4697-A814-9F56E01DBA8E}" type="pres">
      <dgm:prSet presAssocID="{646FB277-DC53-4F14-AA52-9C5E4074B086}" presName="hierRoot3" presStyleCnt="0">
        <dgm:presLayoutVars>
          <dgm:hierBranch val="init"/>
        </dgm:presLayoutVars>
      </dgm:prSet>
      <dgm:spPr/>
    </dgm:pt>
    <dgm:pt modelId="{C6EC9DB2-9DD6-410D-9DDB-2FD579B1E15E}" type="pres">
      <dgm:prSet presAssocID="{646FB277-DC53-4F14-AA52-9C5E4074B086}" presName="rootComposite3" presStyleCnt="0"/>
      <dgm:spPr/>
    </dgm:pt>
    <dgm:pt modelId="{BD1A4145-9FA1-4B92-951B-02768925733F}" type="pres">
      <dgm:prSet presAssocID="{646FB277-DC53-4F14-AA52-9C5E4074B086}" presName="rootText3" presStyleLbl="asst2" presStyleIdx="2" presStyleCnt="3" custScaleX="85651" custScaleY="72618" custLinFactNeighborX="821" custLinFactNeighborY="-5744">
        <dgm:presLayoutVars>
          <dgm:chPref val="3"/>
        </dgm:presLayoutVars>
      </dgm:prSet>
      <dgm:spPr/>
    </dgm:pt>
    <dgm:pt modelId="{842EE268-C69F-4A66-9361-029C88603027}" type="pres">
      <dgm:prSet presAssocID="{646FB277-DC53-4F14-AA52-9C5E4074B086}" presName="rootConnector3" presStyleLbl="asst2" presStyleIdx="2" presStyleCnt="3"/>
      <dgm:spPr/>
    </dgm:pt>
    <dgm:pt modelId="{DDEE4380-5875-4103-8482-9751CA9732B1}" type="pres">
      <dgm:prSet presAssocID="{646FB277-DC53-4F14-AA52-9C5E4074B086}" presName="hierChild6" presStyleCnt="0"/>
      <dgm:spPr/>
    </dgm:pt>
    <dgm:pt modelId="{2D2C4768-AB7B-4CA2-8438-78D7977591D6}" type="pres">
      <dgm:prSet presAssocID="{646FB277-DC53-4F14-AA52-9C5E4074B086}" presName="hierChild7" presStyleCnt="0"/>
      <dgm:spPr/>
    </dgm:pt>
    <dgm:pt modelId="{C6152AF0-7DAE-456C-9B65-19ED884BB8D3}" type="pres">
      <dgm:prSet presAssocID="{0202B2C7-9F98-48A9-899F-BC1DD7DF5E66}" presName="hierChild3" presStyleCnt="0"/>
      <dgm:spPr/>
    </dgm:pt>
    <dgm:pt modelId="{B89A425F-55A5-44AF-A569-8D4367243907}" type="pres">
      <dgm:prSet presAssocID="{0F939B2C-10E3-4C1D-BD81-ACC7B5295284}" presName="Name111" presStyleLbl="parChTrans1D2" presStyleIdx="1" presStyleCnt="2"/>
      <dgm:spPr/>
    </dgm:pt>
    <dgm:pt modelId="{F4E00048-73A5-4787-B690-8607197FCBC1}" type="pres">
      <dgm:prSet presAssocID="{45A042B4-C188-4C79-83BD-24960FBED1B8}" presName="hierRoot3" presStyleCnt="0">
        <dgm:presLayoutVars>
          <dgm:hierBranch val="init"/>
        </dgm:presLayoutVars>
      </dgm:prSet>
      <dgm:spPr/>
    </dgm:pt>
    <dgm:pt modelId="{E2236611-D8C5-4551-B4F8-EBED7C5AF09E}" type="pres">
      <dgm:prSet presAssocID="{45A042B4-C188-4C79-83BD-24960FBED1B8}" presName="rootComposite3" presStyleCnt="0"/>
      <dgm:spPr/>
    </dgm:pt>
    <dgm:pt modelId="{17D684DF-AF74-45BF-847A-71D232197074}" type="pres">
      <dgm:prSet presAssocID="{45A042B4-C188-4C79-83BD-24960FBED1B8}" presName="rootText3" presStyleLbl="asst1" presStyleIdx="0" presStyleCnt="1" custScaleX="85450" custScaleY="74726" custLinFactX="20214" custLinFactNeighborX="100000" custLinFactNeighborY="-3282">
        <dgm:presLayoutVars>
          <dgm:chPref val="3"/>
        </dgm:presLayoutVars>
      </dgm:prSet>
      <dgm:spPr/>
    </dgm:pt>
    <dgm:pt modelId="{DA941F1F-6EBD-4654-A316-FAE093ECADA3}" type="pres">
      <dgm:prSet presAssocID="{45A042B4-C188-4C79-83BD-24960FBED1B8}" presName="rootConnector3" presStyleLbl="asst1" presStyleIdx="0" presStyleCnt="1"/>
      <dgm:spPr/>
    </dgm:pt>
    <dgm:pt modelId="{00785070-E007-4995-B603-46FAE8DE331A}" type="pres">
      <dgm:prSet presAssocID="{45A042B4-C188-4C79-83BD-24960FBED1B8}" presName="hierChild6" presStyleCnt="0"/>
      <dgm:spPr/>
    </dgm:pt>
    <dgm:pt modelId="{EC0BCDB1-F9A4-4075-AF59-D542CDDB0346}" type="pres">
      <dgm:prSet presAssocID="{45A042B4-C188-4C79-83BD-24960FBED1B8}" presName="hierChild7" presStyleCnt="0"/>
      <dgm:spPr/>
    </dgm:pt>
  </dgm:ptLst>
  <dgm:cxnLst>
    <dgm:cxn modelId="{6EEFEC07-BDCB-4189-9438-2C0E79CC5567}" type="presOf" srcId="{BA1C25D5-1A75-4E81-A893-BC4A2ED63E1A}" destId="{C0A5ABBE-2BD6-4286-B4E9-254D7F910262}" srcOrd="0" destOrd="0" presId="urn:microsoft.com/office/officeart/2005/8/layout/orgChart1"/>
    <dgm:cxn modelId="{17FBC60A-B003-445C-9ABB-BFB73C6F36EA}" srcId="{0202B2C7-9F98-48A9-899F-BC1DD7DF5E66}" destId="{BA1C25D5-1A75-4E81-A893-BC4A2ED63E1A}" srcOrd="1" destOrd="0" parTransId="{6A85382A-D016-4F08-B61A-F2323D1F5205}" sibTransId="{AE473703-016F-4561-A700-24F3066CE71B}"/>
    <dgm:cxn modelId="{53F25012-84CF-4656-8077-BA170B320AE9}" type="presOf" srcId="{0FC9855B-6080-4ED8-A1A4-580098C97D58}" destId="{70CA2076-9331-4643-ADBC-2CA417E963A1}" srcOrd="0" destOrd="0" presId="urn:microsoft.com/office/officeart/2005/8/layout/orgChart1"/>
    <dgm:cxn modelId="{F9580818-690F-4CB4-A7DC-5768BAA55A37}" type="presOf" srcId="{BA1C25D5-1A75-4E81-A893-BC4A2ED63E1A}" destId="{9B001A6A-F692-441D-B051-85040C93C273}" srcOrd="1" destOrd="0" presId="urn:microsoft.com/office/officeart/2005/8/layout/orgChart1"/>
    <dgm:cxn modelId="{A78DE739-8B7D-419B-91D8-99A4E683AD41}" srcId="{BA1C25D5-1A75-4E81-A893-BC4A2ED63E1A}" destId="{E9AEFD4F-C288-427F-8A4A-3887CDEF1E59}" srcOrd="1" destOrd="0" parTransId="{923A2A28-B756-4587-AFD2-65376CBC14E4}" sibTransId="{DC99C421-F0A4-4D08-AEB8-8A2CE438DD3D}"/>
    <dgm:cxn modelId="{56ADFB3C-8095-4043-B5C5-E301A840EE23}" type="presOf" srcId="{923A2A28-B756-4587-AFD2-65376CBC14E4}" destId="{1C520D30-3509-4D48-83F7-331A1D06C98F}" srcOrd="0" destOrd="0" presId="urn:microsoft.com/office/officeart/2005/8/layout/orgChart1"/>
    <dgm:cxn modelId="{2962CF5F-96D0-4A82-A9A7-BD1BFF565307}" type="presOf" srcId="{0202B2C7-9F98-48A9-899F-BC1DD7DF5E66}" destId="{246D0416-5F87-47A1-A94D-110887BF5E6C}" srcOrd="0" destOrd="0" presId="urn:microsoft.com/office/officeart/2005/8/layout/orgChart1"/>
    <dgm:cxn modelId="{77F1894C-0BF7-486A-B297-99CB3F6E95C4}" srcId="{BA1C25D5-1A75-4E81-A893-BC4A2ED63E1A}" destId="{68442395-1FEE-4750-8E2F-3AB1E91EE798}" srcOrd="0" destOrd="0" parTransId="{0FC9855B-6080-4ED8-A1A4-580098C97D58}" sibTransId="{1EA4F4C8-B123-4470-8F34-C104073E355A}"/>
    <dgm:cxn modelId="{5AAE3250-9659-4040-BA5A-CD1687665FB1}" type="presOf" srcId="{646FB277-DC53-4F14-AA52-9C5E4074B086}" destId="{842EE268-C69F-4A66-9361-029C88603027}" srcOrd="1" destOrd="0" presId="urn:microsoft.com/office/officeart/2005/8/layout/orgChart1"/>
    <dgm:cxn modelId="{FD3F0D76-5A46-451C-8040-88AD763CE62B}" type="presOf" srcId="{6A85382A-D016-4F08-B61A-F2323D1F5205}" destId="{4CB0B1D7-029E-471D-81D1-11A2C5F6F0FF}" srcOrd="0" destOrd="0" presId="urn:microsoft.com/office/officeart/2005/8/layout/orgChart1"/>
    <dgm:cxn modelId="{C7EF9D76-2D93-4D41-82E0-79D130790F42}" type="presOf" srcId="{0202B2C7-9F98-48A9-899F-BC1DD7DF5E66}" destId="{77092BC0-53F5-4E1B-BB7D-49E4ECE2CBE0}" srcOrd="1" destOrd="0" presId="urn:microsoft.com/office/officeart/2005/8/layout/orgChart1"/>
    <dgm:cxn modelId="{C450755A-5895-4697-BF02-9278513DADCC}" type="presOf" srcId="{646FB277-DC53-4F14-AA52-9C5E4074B086}" destId="{BD1A4145-9FA1-4B92-951B-02768925733F}" srcOrd="0" destOrd="0" presId="urn:microsoft.com/office/officeart/2005/8/layout/orgChart1"/>
    <dgm:cxn modelId="{608C3A7E-8808-4F0F-A0EA-BBDFD2471162}" type="presOf" srcId="{68442395-1FEE-4750-8E2F-3AB1E91EE798}" destId="{15520AD5-684D-4F55-A747-AE63191149E7}" srcOrd="1" destOrd="0" presId="urn:microsoft.com/office/officeart/2005/8/layout/orgChart1"/>
    <dgm:cxn modelId="{C329C989-8687-4709-8712-26CC491813B8}" srcId="{BA1C25D5-1A75-4E81-A893-BC4A2ED63E1A}" destId="{646FB277-DC53-4F14-AA52-9C5E4074B086}" srcOrd="2" destOrd="0" parTransId="{2FC48FF2-EBC8-4CA4-B706-C76F4E70EDB8}" sibTransId="{D632A5EB-D275-44F0-8E51-54E4028BA5C7}"/>
    <dgm:cxn modelId="{DB5C018A-9B3B-4E98-A8C8-E4FD0EEB91EF}" type="presOf" srcId="{2FC48FF2-EBC8-4CA4-B706-C76F4E70EDB8}" destId="{736D30EC-D7D1-455C-A2B7-8446CB2C0081}" srcOrd="0" destOrd="0" presId="urn:microsoft.com/office/officeart/2005/8/layout/orgChart1"/>
    <dgm:cxn modelId="{D1A29D9B-A4B1-4D9A-B839-D116932CE3D9}" type="presOf" srcId="{E9AEFD4F-C288-427F-8A4A-3887CDEF1E59}" destId="{883EABA5-DFAA-486D-A40D-C920170DE22B}" srcOrd="0" destOrd="0" presId="urn:microsoft.com/office/officeart/2005/8/layout/orgChart1"/>
    <dgm:cxn modelId="{4FB0B89F-C377-4E40-9E7E-067B8E1B371F}" type="presOf" srcId="{E9AEFD4F-C288-427F-8A4A-3887CDEF1E59}" destId="{A0C90C18-A69F-4A8C-A72B-47A5FA399C64}" srcOrd="1" destOrd="0" presId="urn:microsoft.com/office/officeart/2005/8/layout/orgChart1"/>
    <dgm:cxn modelId="{F83245A9-5312-49EF-8E9A-8C3DBA5AFCE8}" type="presOf" srcId="{68442395-1FEE-4750-8E2F-3AB1E91EE798}" destId="{F538F2F8-3C8E-463B-AD6A-00B17B50C609}" srcOrd="0" destOrd="0" presId="urn:microsoft.com/office/officeart/2005/8/layout/orgChart1"/>
    <dgm:cxn modelId="{FCF08FAE-C721-4219-A742-E8475F72E5DE}" type="presOf" srcId="{45A042B4-C188-4C79-83BD-24960FBED1B8}" destId="{DA941F1F-6EBD-4654-A316-FAE093ECADA3}" srcOrd="1" destOrd="0" presId="urn:microsoft.com/office/officeart/2005/8/layout/orgChart1"/>
    <dgm:cxn modelId="{C9CD33B3-02E9-49C8-BE22-6342CBE3B30A}" srcId="{46A4B877-367E-4D5C-969F-4FB867D14F5E}" destId="{0202B2C7-9F98-48A9-899F-BC1DD7DF5E66}" srcOrd="0" destOrd="0" parTransId="{BC58D68C-00DE-4E55-93A8-FEC2BCF29FD8}" sibTransId="{0CA8F3FB-FA4B-498A-84E1-D6DC8F8E15B1}"/>
    <dgm:cxn modelId="{D390F5CD-2B6E-4E6F-8173-B47A90484D4F}" type="presOf" srcId="{45A042B4-C188-4C79-83BD-24960FBED1B8}" destId="{17D684DF-AF74-45BF-847A-71D232197074}" srcOrd="0" destOrd="0" presId="urn:microsoft.com/office/officeart/2005/8/layout/orgChart1"/>
    <dgm:cxn modelId="{89C9D6DF-3ECA-483D-B3A4-D10451448EAB}" type="presOf" srcId="{0F939B2C-10E3-4C1D-BD81-ACC7B5295284}" destId="{B89A425F-55A5-44AF-A569-8D4367243907}" srcOrd="0" destOrd="0" presId="urn:microsoft.com/office/officeart/2005/8/layout/orgChart1"/>
    <dgm:cxn modelId="{D1C587E4-3F4F-45B3-AA74-64832E3B820A}" srcId="{0202B2C7-9F98-48A9-899F-BC1DD7DF5E66}" destId="{45A042B4-C188-4C79-83BD-24960FBED1B8}" srcOrd="0" destOrd="0" parTransId="{0F939B2C-10E3-4C1D-BD81-ACC7B5295284}" sibTransId="{221F3BAE-51B0-4B44-821D-74B8B2F1809A}"/>
    <dgm:cxn modelId="{8320BCF7-8517-45D8-A530-66870C579118}" type="presOf" srcId="{46A4B877-367E-4D5C-969F-4FB867D14F5E}" destId="{13A028F5-FE93-4D04-846E-B111967A4757}" srcOrd="0" destOrd="0" presId="urn:microsoft.com/office/officeart/2005/8/layout/orgChart1"/>
    <dgm:cxn modelId="{F54F4428-D3FD-4E9D-B340-78AD43798A7D}" type="presParOf" srcId="{13A028F5-FE93-4D04-846E-B111967A4757}" destId="{85EDFC35-EFC5-47B2-93EE-D69C94232B21}" srcOrd="0" destOrd="0" presId="urn:microsoft.com/office/officeart/2005/8/layout/orgChart1"/>
    <dgm:cxn modelId="{0289B2B8-B3FB-4E87-AB9C-959D9DBC2A67}" type="presParOf" srcId="{85EDFC35-EFC5-47B2-93EE-D69C94232B21}" destId="{5BC3BB83-2EC5-4BA2-8C64-852B6ABDA0EE}" srcOrd="0" destOrd="0" presId="urn:microsoft.com/office/officeart/2005/8/layout/orgChart1"/>
    <dgm:cxn modelId="{4FCADA82-6D03-44BA-BBF2-373741726188}" type="presParOf" srcId="{5BC3BB83-2EC5-4BA2-8C64-852B6ABDA0EE}" destId="{246D0416-5F87-47A1-A94D-110887BF5E6C}" srcOrd="0" destOrd="0" presId="urn:microsoft.com/office/officeart/2005/8/layout/orgChart1"/>
    <dgm:cxn modelId="{EE3968AA-1477-447B-B8CC-D3DAB2AB6008}" type="presParOf" srcId="{5BC3BB83-2EC5-4BA2-8C64-852B6ABDA0EE}" destId="{77092BC0-53F5-4E1B-BB7D-49E4ECE2CBE0}" srcOrd="1" destOrd="0" presId="urn:microsoft.com/office/officeart/2005/8/layout/orgChart1"/>
    <dgm:cxn modelId="{2952F9A6-0596-4E8F-874E-359C914913A9}" type="presParOf" srcId="{85EDFC35-EFC5-47B2-93EE-D69C94232B21}" destId="{F967262E-03B8-454C-AC8D-722329241D2B}" srcOrd="1" destOrd="0" presId="urn:microsoft.com/office/officeart/2005/8/layout/orgChart1"/>
    <dgm:cxn modelId="{EE603C85-9487-467F-A806-1A9A1122C7F8}" type="presParOf" srcId="{F967262E-03B8-454C-AC8D-722329241D2B}" destId="{4CB0B1D7-029E-471D-81D1-11A2C5F6F0FF}" srcOrd="0" destOrd="0" presId="urn:microsoft.com/office/officeart/2005/8/layout/orgChart1"/>
    <dgm:cxn modelId="{653E9497-2DDD-45F1-BF94-034AC4E2AF22}" type="presParOf" srcId="{F967262E-03B8-454C-AC8D-722329241D2B}" destId="{B9C3811E-FA6B-4966-8E78-586D8C4D7879}" srcOrd="1" destOrd="0" presId="urn:microsoft.com/office/officeart/2005/8/layout/orgChart1"/>
    <dgm:cxn modelId="{4EFA62EE-B113-4CD8-AC9A-1A5AE49C1D1D}" type="presParOf" srcId="{B9C3811E-FA6B-4966-8E78-586D8C4D7879}" destId="{DEB8D3BA-7822-4123-9106-DFA1C2ABD97F}" srcOrd="0" destOrd="0" presId="urn:microsoft.com/office/officeart/2005/8/layout/orgChart1"/>
    <dgm:cxn modelId="{E4BE889A-62B2-4286-83E0-3B62F5B11D1B}" type="presParOf" srcId="{DEB8D3BA-7822-4123-9106-DFA1C2ABD97F}" destId="{C0A5ABBE-2BD6-4286-B4E9-254D7F910262}" srcOrd="0" destOrd="0" presId="urn:microsoft.com/office/officeart/2005/8/layout/orgChart1"/>
    <dgm:cxn modelId="{10F3F21D-E357-4A62-8260-A9C0C2642FF2}" type="presParOf" srcId="{DEB8D3BA-7822-4123-9106-DFA1C2ABD97F}" destId="{9B001A6A-F692-441D-B051-85040C93C273}" srcOrd="1" destOrd="0" presId="urn:microsoft.com/office/officeart/2005/8/layout/orgChart1"/>
    <dgm:cxn modelId="{1989D980-DEE4-4B61-AA43-D8B20B599DFB}" type="presParOf" srcId="{B9C3811E-FA6B-4966-8E78-586D8C4D7879}" destId="{AA2653BD-D2E5-422B-B797-52B26B11E180}" srcOrd="1" destOrd="0" presId="urn:microsoft.com/office/officeart/2005/8/layout/orgChart1"/>
    <dgm:cxn modelId="{B4E41A92-F137-477F-8EFD-9DA97653AC0D}" type="presParOf" srcId="{B9C3811E-FA6B-4966-8E78-586D8C4D7879}" destId="{46133C24-258B-4BC8-A9AE-5BD9C7D4859B}" srcOrd="2" destOrd="0" presId="urn:microsoft.com/office/officeart/2005/8/layout/orgChart1"/>
    <dgm:cxn modelId="{75EEBB3C-062D-4A89-99B9-4C374888D4A0}" type="presParOf" srcId="{46133C24-258B-4BC8-A9AE-5BD9C7D4859B}" destId="{70CA2076-9331-4643-ADBC-2CA417E963A1}" srcOrd="0" destOrd="0" presId="urn:microsoft.com/office/officeart/2005/8/layout/orgChart1"/>
    <dgm:cxn modelId="{9254E183-BB09-4D69-BAE9-B4C21877D53D}" type="presParOf" srcId="{46133C24-258B-4BC8-A9AE-5BD9C7D4859B}" destId="{6A7940D8-6CD2-4344-8ADF-1B5B8BACC748}" srcOrd="1" destOrd="0" presId="urn:microsoft.com/office/officeart/2005/8/layout/orgChart1"/>
    <dgm:cxn modelId="{31DC0A6C-BE63-4096-8DAE-10C50AE43D42}" type="presParOf" srcId="{6A7940D8-6CD2-4344-8ADF-1B5B8BACC748}" destId="{A2A64584-659B-4EDA-B097-B0F53F298E91}" srcOrd="0" destOrd="0" presId="urn:microsoft.com/office/officeart/2005/8/layout/orgChart1"/>
    <dgm:cxn modelId="{1175B0ED-5607-453A-A2F8-2EDE59D7216C}" type="presParOf" srcId="{A2A64584-659B-4EDA-B097-B0F53F298E91}" destId="{F538F2F8-3C8E-463B-AD6A-00B17B50C609}" srcOrd="0" destOrd="0" presId="urn:microsoft.com/office/officeart/2005/8/layout/orgChart1"/>
    <dgm:cxn modelId="{3306D754-DCF4-485E-B6A8-D5F0C0068976}" type="presParOf" srcId="{A2A64584-659B-4EDA-B097-B0F53F298E91}" destId="{15520AD5-684D-4F55-A747-AE63191149E7}" srcOrd="1" destOrd="0" presId="urn:microsoft.com/office/officeart/2005/8/layout/orgChart1"/>
    <dgm:cxn modelId="{CBF00018-8260-4C93-97AC-75B9E1C39478}" type="presParOf" srcId="{6A7940D8-6CD2-4344-8ADF-1B5B8BACC748}" destId="{0AFE6646-8F40-4530-AB7D-55223D263A06}" srcOrd="1" destOrd="0" presId="urn:microsoft.com/office/officeart/2005/8/layout/orgChart1"/>
    <dgm:cxn modelId="{D81D99FA-3320-4145-B53F-6F632131FDC5}" type="presParOf" srcId="{6A7940D8-6CD2-4344-8ADF-1B5B8BACC748}" destId="{73884D73-6C6F-4E6D-9C4A-C864DE7360D8}" srcOrd="2" destOrd="0" presId="urn:microsoft.com/office/officeart/2005/8/layout/orgChart1"/>
    <dgm:cxn modelId="{BDFBDFCA-473B-4AF0-B55E-D869749675A9}" type="presParOf" srcId="{46133C24-258B-4BC8-A9AE-5BD9C7D4859B}" destId="{1C520D30-3509-4D48-83F7-331A1D06C98F}" srcOrd="2" destOrd="0" presId="urn:microsoft.com/office/officeart/2005/8/layout/orgChart1"/>
    <dgm:cxn modelId="{9F866324-8AD8-45F7-83EB-F0A6BE2401C0}" type="presParOf" srcId="{46133C24-258B-4BC8-A9AE-5BD9C7D4859B}" destId="{4FBF649D-591F-47CA-A19C-BCDC06923542}" srcOrd="3" destOrd="0" presId="urn:microsoft.com/office/officeart/2005/8/layout/orgChart1"/>
    <dgm:cxn modelId="{B973ABD3-0939-4E46-99EF-C5E8B92D41E3}" type="presParOf" srcId="{4FBF649D-591F-47CA-A19C-BCDC06923542}" destId="{EAD2AFD6-4A7D-4C06-85DF-F8B6AE30D740}" srcOrd="0" destOrd="0" presId="urn:microsoft.com/office/officeart/2005/8/layout/orgChart1"/>
    <dgm:cxn modelId="{15B88D2D-9737-4E57-B5AF-7B3A7661D246}" type="presParOf" srcId="{EAD2AFD6-4A7D-4C06-85DF-F8B6AE30D740}" destId="{883EABA5-DFAA-486D-A40D-C920170DE22B}" srcOrd="0" destOrd="0" presId="urn:microsoft.com/office/officeart/2005/8/layout/orgChart1"/>
    <dgm:cxn modelId="{564BF939-50DA-4B23-B2A9-54F9C5B73C6F}" type="presParOf" srcId="{EAD2AFD6-4A7D-4C06-85DF-F8B6AE30D740}" destId="{A0C90C18-A69F-4A8C-A72B-47A5FA399C64}" srcOrd="1" destOrd="0" presId="urn:microsoft.com/office/officeart/2005/8/layout/orgChart1"/>
    <dgm:cxn modelId="{1A2FE730-A178-40EA-8AD4-9D0007495414}" type="presParOf" srcId="{4FBF649D-591F-47CA-A19C-BCDC06923542}" destId="{93EBA908-0CD0-476E-B29E-859AB0891590}" srcOrd="1" destOrd="0" presId="urn:microsoft.com/office/officeart/2005/8/layout/orgChart1"/>
    <dgm:cxn modelId="{49F00D99-FD95-4AAA-883E-BDA323AC8A39}" type="presParOf" srcId="{4FBF649D-591F-47CA-A19C-BCDC06923542}" destId="{0AD3A5E1-3195-48A5-926F-0E7FB080C707}" srcOrd="2" destOrd="0" presId="urn:microsoft.com/office/officeart/2005/8/layout/orgChart1"/>
    <dgm:cxn modelId="{3F12F1D3-CD36-4780-8E69-1D98075B5087}" type="presParOf" srcId="{46133C24-258B-4BC8-A9AE-5BD9C7D4859B}" destId="{736D30EC-D7D1-455C-A2B7-8446CB2C0081}" srcOrd="4" destOrd="0" presId="urn:microsoft.com/office/officeart/2005/8/layout/orgChart1"/>
    <dgm:cxn modelId="{5654259C-B6A4-44D4-9834-97A81700C0FC}" type="presParOf" srcId="{46133C24-258B-4BC8-A9AE-5BD9C7D4859B}" destId="{EDF3C156-7C10-4697-A814-9F56E01DBA8E}" srcOrd="5" destOrd="0" presId="urn:microsoft.com/office/officeart/2005/8/layout/orgChart1"/>
    <dgm:cxn modelId="{F91DF43E-5160-46A4-86DC-D2154C776A4F}" type="presParOf" srcId="{EDF3C156-7C10-4697-A814-9F56E01DBA8E}" destId="{C6EC9DB2-9DD6-410D-9DDB-2FD579B1E15E}" srcOrd="0" destOrd="0" presId="urn:microsoft.com/office/officeart/2005/8/layout/orgChart1"/>
    <dgm:cxn modelId="{0FC54D69-B4E5-4DC7-8CCB-0BB3DB7B0319}" type="presParOf" srcId="{C6EC9DB2-9DD6-410D-9DDB-2FD579B1E15E}" destId="{BD1A4145-9FA1-4B92-951B-02768925733F}" srcOrd="0" destOrd="0" presId="urn:microsoft.com/office/officeart/2005/8/layout/orgChart1"/>
    <dgm:cxn modelId="{A54571AC-B7A0-46F2-977B-719E69B32258}" type="presParOf" srcId="{C6EC9DB2-9DD6-410D-9DDB-2FD579B1E15E}" destId="{842EE268-C69F-4A66-9361-029C88603027}" srcOrd="1" destOrd="0" presId="urn:microsoft.com/office/officeart/2005/8/layout/orgChart1"/>
    <dgm:cxn modelId="{149030A9-A1AB-4252-8F19-7625FB588DD5}" type="presParOf" srcId="{EDF3C156-7C10-4697-A814-9F56E01DBA8E}" destId="{DDEE4380-5875-4103-8482-9751CA9732B1}" srcOrd="1" destOrd="0" presId="urn:microsoft.com/office/officeart/2005/8/layout/orgChart1"/>
    <dgm:cxn modelId="{40EE9163-6791-434A-9CB3-92DFE699999C}" type="presParOf" srcId="{EDF3C156-7C10-4697-A814-9F56E01DBA8E}" destId="{2D2C4768-AB7B-4CA2-8438-78D7977591D6}" srcOrd="2" destOrd="0" presId="urn:microsoft.com/office/officeart/2005/8/layout/orgChart1"/>
    <dgm:cxn modelId="{4BAF289C-B8AC-4CCF-B209-79D9EA31AF67}" type="presParOf" srcId="{85EDFC35-EFC5-47B2-93EE-D69C94232B21}" destId="{C6152AF0-7DAE-456C-9B65-19ED884BB8D3}" srcOrd="2" destOrd="0" presId="urn:microsoft.com/office/officeart/2005/8/layout/orgChart1"/>
    <dgm:cxn modelId="{239AC704-2E32-4D9E-A1CF-99AE6764156E}" type="presParOf" srcId="{C6152AF0-7DAE-456C-9B65-19ED884BB8D3}" destId="{B89A425F-55A5-44AF-A569-8D4367243907}" srcOrd="0" destOrd="0" presId="urn:microsoft.com/office/officeart/2005/8/layout/orgChart1"/>
    <dgm:cxn modelId="{6BE03C85-B8E7-4E0B-BBB3-3FF3F95F73C9}" type="presParOf" srcId="{C6152AF0-7DAE-456C-9B65-19ED884BB8D3}" destId="{F4E00048-73A5-4787-B690-8607197FCBC1}" srcOrd="1" destOrd="0" presId="urn:microsoft.com/office/officeart/2005/8/layout/orgChart1"/>
    <dgm:cxn modelId="{D0AF3277-F0BF-4A79-8FCB-5109440DFFB9}" type="presParOf" srcId="{F4E00048-73A5-4787-B690-8607197FCBC1}" destId="{E2236611-D8C5-4551-B4F8-EBED7C5AF09E}" srcOrd="0" destOrd="0" presId="urn:microsoft.com/office/officeart/2005/8/layout/orgChart1"/>
    <dgm:cxn modelId="{AC6D25F5-8BD4-49A5-91D4-D459910A8853}" type="presParOf" srcId="{E2236611-D8C5-4551-B4F8-EBED7C5AF09E}" destId="{17D684DF-AF74-45BF-847A-71D232197074}" srcOrd="0" destOrd="0" presId="urn:microsoft.com/office/officeart/2005/8/layout/orgChart1"/>
    <dgm:cxn modelId="{D2B338F9-35D5-4CC4-B812-EA3F720CF409}" type="presParOf" srcId="{E2236611-D8C5-4551-B4F8-EBED7C5AF09E}" destId="{DA941F1F-6EBD-4654-A316-FAE093ECADA3}" srcOrd="1" destOrd="0" presId="urn:microsoft.com/office/officeart/2005/8/layout/orgChart1"/>
    <dgm:cxn modelId="{AFBFAFF1-3BE4-496C-9265-F42B3E8EEF1F}" type="presParOf" srcId="{F4E00048-73A5-4787-B690-8607197FCBC1}" destId="{00785070-E007-4995-B603-46FAE8DE331A}" srcOrd="1" destOrd="0" presId="urn:microsoft.com/office/officeart/2005/8/layout/orgChart1"/>
    <dgm:cxn modelId="{87B82B3C-85B5-43E9-B5DE-F168886496D3}" type="presParOf" srcId="{F4E00048-73A5-4787-B690-8607197FCBC1}" destId="{EC0BCDB1-F9A4-4075-AF59-D542CDDB0346}" srcOrd="2" destOrd="0" presId="urn:microsoft.com/office/officeart/2005/8/layout/orgChar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183940C-9483-4B7C-B34E-E6AF84CDF5D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de-DE"/>
        </a:p>
      </dgm:t>
    </dgm:pt>
    <dgm:pt modelId="{957BC30E-E8DA-43B0-A70E-6AF96D96D3B5}">
      <dgm:prSet phldrT="[Text]"/>
      <dgm:spPr/>
      <dgm:t>
        <a:bodyPr/>
        <a:lstStyle/>
        <a:p>
          <a:r>
            <a:rPr lang="de-DE" dirty="0"/>
            <a:t>System A</a:t>
          </a:r>
        </a:p>
      </dgm:t>
    </dgm:pt>
    <dgm:pt modelId="{1046F13A-2580-45D0-BA1C-410D2D895D24}" type="parTrans" cxnId="{FC203B29-B855-4549-ABC8-97380B49FA72}">
      <dgm:prSet/>
      <dgm:spPr/>
      <dgm:t>
        <a:bodyPr/>
        <a:lstStyle/>
        <a:p>
          <a:endParaRPr lang="de-DE"/>
        </a:p>
      </dgm:t>
    </dgm:pt>
    <dgm:pt modelId="{6BC51EFE-F4F4-4A5C-9ACC-9A759CF32F2F}" type="sibTrans" cxnId="{FC203B29-B855-4549-ABC8-97380B49FA72}">
      <dgm:prSet/>
      <dgm:spPr/>
      <dgm:t>
        <a:bodyPr/>
        <a:lstStyle/>
        <a:p>
          <a:endParaRPr lang="de-DE"/>
        </a:p>
      </dgm:t>
    </dgm:pt>
    <dgm:pt modelId="{B11B1AB6-FCA9-40F1-B339-ECE9A7878B06}" type="asst">
      <dgm:prSet phldrT="[Text]"/>
      <dgm:spPr/>
      <dgm:t>
        <a:bodyPr/>
        <a:lstStyle/>
        <a:p>
          <a:r>
            <a:rPr lang="de-DE" dirty="0"/>
            <a:t>„</a:t>
          </a:r>
          <a:r>
            <a:rPr lang="de-DE" dirty="0" err="1"/>
            <a:t>TechnologyUpdated</a:t>
          </a:r>
          <a:r>
            <a:rPr lang="de-DE" dirty="0"/>
            <a:t>“</a:t>
          </a:r>
        </a:p>
      </dgm:t>
    </dgm:pt>
    <dgm:pt modelId="{7E74C251-AAEC-49EA-ACD0-0559D82FC8CD}" type="parTrans" cxnId="{AB24D8A2-9690-4E02-BF38-799EB25B69C3}">
      <dgm:prSet/>
      <dgm:spPr/>
      <dgm:t>
        <a:bodyPr/>
        <a:lstStyle/>
        <a:p>
          <a:endParaRPr lang="de-DE"/>
        </a:p>
      </dgm:t>
    </dgm:pt>
    <dgm:pt modelId="{16EAC14F-3F0E-4FDB-BC99-EF07C0F6E9F5}" type="sibTrans" cxnId="{AB24D8A2-9690-4E02-BF38-799EB25B69C3}">
      <dgm:prSet/>
      <dgm:spPr/>
      <dgm:t>
        <a:bodyPr/>
        <a:lstStyle/>
        <a:p>
          <a:endParaRPr lang="de-DE"/>
        </a:p>
      </dgm:t>
    </dgm:pt>
    <dgm:pt modelId="{B43DB7C2-28CF-4444-9E43-443467EA8004}">
      <dgm:prSet phldrT="[Text]"/>
      <dgm:spPr/>
      <dgm:t>
        <a:bodyPr/>
        <a:lstStyle/>
        <a:p>
          <a:r>
            <a:rPr lang="de-DE" dirty="0"/>
            <a:t>Event </a:t>
          </a:r>
          <a:r>
            <a:rPr lang="de-DE" dirty="0" err="1"/>
            <a:t>platform</a:t>
          </a:r>
          <a:endParaRPr lang="de-DE" dirty="0"/>
        </a:p>
      </dgm:t>
    </dgm:pt>
    <dgm:pt modelId="{9C25B6D9-1281-4D20-93B9-0F1E72B24309}" type="parTrans" cxnId="{CC19E9EE-A360-4DFF-AD7B-EA54BCCF9C2C}">
      <dgm:prSet/>
      <dgm:spPr/>
      <dgm:t>
        <a:bodyPr/>
        <a:lstStyle/>
        <a:p>
          <a:endParaRPr lang="de-DE"/>
        </a:p>
      </dgm:t>
    </dgm:pt>
    <dgm:pt modelId="{5FB26ED4-24FB-453C-BAA4-3E8A3DC1FA50}" type="sibTrans" cxnId="{CC19E9EE-A360-4DFF-AD7B-EA54BCCF9C2C}">
      <dgm:prSet/>
      <dgm:spPr/>
      <dgm:t>
        <a:bodyPr/>
        <a:lstStyle/>
        <a:p>
          <a:endParaRPr lang="de-DE"/>
        </a:p>
      </dgm:t>
    </dgm:pt>
    <dgm:pt modelId="{83E744F7-F8C2-423C-B1E0-BD42EDC1FE67}">
      <dgm:prSet phldrT="[Text]"/>
      <dgm:spPr/>
      <dgm:t>
        <a:bodyPr/>
        <a:lstStyle/>
        <a:p>
          <a:r>
            <a:rPr lang="de-DE" dirty="0"/>
            <a:t>System C</a:t>
          </a:r>
        </a:p>
      </dgm:t>
    </dgm:pt>
    <dgm:pt modelId="{7864EC2B-443A-49DB-982B-D666A6BDE858}" type="parTrans" cxnId="{45972239-F21E-478C-9279-3C2BB10F2E70}">
      <dgm:prSet/>
      <dgm:spPr/>
      <dgm:t>
        <a:bodyPr/>
        <a:lstStyle/>
        <a:p>
          <a:endParaRPr lang="de-DE"/>
        </a:p>
      </dgm:t>
    </dgm:pt>
    <dgm:pt modelId="{DB19A685-7294-4C16-924E-B4757E148C6B}" type="sibTrans" cxnId="{45972239-F21E-478C-9279-3C2BB10F2E70}">
      <dgm:prSet/>
      <dgm:spPr/>
      <dgm:t>
        <a:bodyPr/>
        <a:lstStyle/>
        <a:p>
          <a:endParaRPr lang="de-DE"/>
        </a:p>
      </dgm:t>
    </dgm:pt>
    <dgm:pt modelId="{9085C14B-B5FE-4FDB-9C40-EAE64C0CC805}">
      <dgm:prSet phldrT="[Text]"/>
      <dgm:spPr/>
      <dgm:t>
        <a:bodyPr/>
        <a:lstStyle/>
        <a:p>
          <a:r>
            <a:rPr lang="de-DE" dirty="0"/>
            <a:t>System D</a:t>
          </a:r>
        </a:p>
      </dgm:t>
    </dgm:pt>
    <dgm:pt modelId="{B0510F7D-E702-43CA-9A2D-E571ACEC1CAD}" type="parTrans" cxnId="{4DEFBA8D-4008-451C-85BA-1B673652BFE5}">
      <dgm:prSet/>
      <dgm:spPr/>
      <dgm:t>
        <a:bodyPr/>
        <a:lstStyle/>
        <a:p>
          <a:endParaRPr lang="de-DE"/>
        </a:p>
      </dgm:t>
    </dgm:pt>
    <dgm:pt modelId="{184D97AE-D583-4800-B6DE-204066A1816A}" type="sibTrans" cxnId="{4DEFBA8D-4008-451C-85BA-1B673652BFE5}">
      <dgm:prSet/>
      <dgm:spPr/>
      <dgm:t>
        <a:bodyPr/>
        <a:lstStyle/>
        <a:p>
          <a:endParaRPr lang="de-DE"/>
        </a:p>
      </dgm:t>
    </dgm:pt>
    <dgm:pt modelId="{FB62C531-F123-4E54-A4FB-4BAD41CD51C8}">
      <dgm:prSet phldrT="[Text]"/>
      <dgm:spPr/>
      <dgm:t>
        <a:bodyPr/>
        <a:lstStyle/>
        <a:p>
          <a:r>
            <a:rPr lang="de-DE" dirty="0"/>
            <a:t>System B</a:t>
          </a:r>
        </a:p>
      </dgm:t>
    </dgm:pt>
    <dgm:pt modelId="{F05CC535-23B3-4AB7-8359-046B4938EE61}" type="parTrans" cxnId="{0BC36B8E-4759-4D8C-8B55-B770CBCD6C9E}">
      <dgm:prSet/>
      <dgm:spPr/>
      <dgm:t>
        <a:bodyPr/>
        <a:lstStyle/>
        <a:p>
          <a:endParaRPr lang="de-DE"/>
        </a:p>
      </dgm:t>
    </dgm:pt>
    <dgm:pt modelId="{65C5C0A6-0192-4AF8-9005-F398573F663F}" type="sibTrans" cxnId="{0BC36B8E-4759-4D8C-8B55-B770CBCD6C9E}">
      <dgm:prSet/>
      <dgm:spPr/>
      <dgm:t>
        <a:bodyPr/>
        <a:lstStyle/>
        <a:p>
          <a:endParaRPr lang="de-DE"/>
        </a:p>
      </dgm:t>
    </dgm:pt>
    <dgm:pt modelId="{FE19EBAE-2E07-42D1-AD8E-6E5A8826D552}" type="pres">
      <dgm:prSet presAssocID="{A183940C-9483-4B7C-B34E-E6AF84CDF5DF}" presName="mainComposite" presStyleCnt="0">
        <dgm:presLayoutVars>
          <dgm:chPref val="1"/>
          <dgm:dir/>
          <dgm:animOne val="branch"/>
          <dgm:animLvl val="lvl"/>
          <dgm:resizeHandles val="exact"/>
        </dgm:presLayoutVars>
      </dgm:prSet>
      <dgm:spPr/>
    </dgm:pt>
    <dgm:pt modelId="{BED53F5D-B9FB-41AB-A46B-422069FDF6AC}" type="pres">
      <dgm:prSet presAssocID="{A183940C-9483-4B7C-B34E-E6AF84CDF5DF}" presName="hierFlow" presStyleCnt="0"/>
      <dgm:spPr/>
    </dgm:pt>
    <dgm:pt modelId="{077990C7-44D9-4B89-8C30-269DE9380027}" type="pres">
      <dgm:prSet presAssocID="{A183940C-9483-4B7C-B34E-E6AF84CDF5DF}" presName="hierChild1" presStyleCnt="0">
        <dgm:presLayoutVars>
          <dgm:chPref val="1"/>
          <dgm:animOne val="branch"/>
          <dgm:animLvl val="lvl"/>
        </dgm:presLayoutVars>
      </dgm:prSet>
      <dgm:spPr/>
    </dgm:pt>
    <dgm:pt modelId="{34A60807-4599-4B76-B782-98B01D1903C1}" type="pres">
      <dgm:prSet presAssocID="{957BC30E-E8DA-43B0-A70E-6AF96D96D3B5}" presName="Name14" presStyleCnt="0"/>
      <dgm:spPr/>
    </dgm:pt>
    <dgm:pt modelId="{F7546524-F0E1-4FF6-AB8B-876CF62D8E20}" type="pres">
      <dgm:prSet presAssocID="{957BC30E-E8DA-43B0-A70E-6AF96D96D3B5}" presName="level1Shape" presStyleLbl="node0" presStyleIdx="0" presStyleCnt="1">
        <dgm:presLayoutVars>
          <dgm:chPref val="3"/>
        </dgm:presLayoutVars>
      </dgm:prSet>
      <dgm:spPr/>
    </dgm:pt>
    <dgm:pt modelId="{E96B38B1-1F0D-4A70-B39B-7CF181F01690}" type="pres">
      <dgm:prSet presAssocID="{957BC30E-E8DA-43B0-A70E-6AF96D96D3B5}" presName="hierChild2" presStyleCnt="0"/>
      <dgm:spPr/>
    </dgm:pt>
    <dgm:pt modelId="{BD824009-5E27-4FD3-9CF9-25717905CDA3}" type="pres">
      <dgm:prSet presAssocID="{7E74C251-AAEC-49EA-ACD0-0559D82FC8CD}" presName="Name19" presStyleLbl="parChTrans1D2" presStyleIdx="0" presStyleCnt="1"/>
      <dgm:spPr/>
    </dgm:pt>
    <dgm:pt modelId="{E016CF82-3B08-4EB3-8455-55BAA1953479}" type="pres">
      <dgm:prSet presAssocID="{B11B1AB6-FCA9-40F1-B339-ECE9A7878B06}" presName="Name21" presStyleCnt="0"/>
      <dgm:spPr/>
    </dgm:pt>
    <dgm:pt modelId="{BD163E80-AE8B-4DF3-B984-93CF7AEB3C01}" type="pres">
      <dgm:prSet presAssocID="{B11B1AB6-FCA9-40F1-B339-ECE9A7878B06}" presName="level2Shape" presStyleLbl="asst1" presStyleIdx="0" presStyleCnt="1"/>
      <dgm:spPr/>
    </dgm:pt>
    <dgm:pt modelId="{CC3CA015-4D98-42ED-A1F0-1E13720C1A6A}" type="pres">
      <dgm:prSet presAssocID="{B11B1AB6-FCA9-40F1-B339-ECE9A7878B06}" presName="hierChild3" presStyleCnt="0"/>
      <dgm:spPr/>
    </dgm:pt>
    <dgm:pt modelId="{5C40B0A4-B091-4759-B6C2-DCE0740778AD}" type="pres">
      <dgm:prSet presAssocID="{9C25B6D9-1281-4D20-93B9-0F1E72B24309}" presName="Name19" presStyleLbl="parChTrans1D3" presStyleIdx="0" presStyleCnt="1"/>
      <dgm:spPr/>
    </dgm:pt>
    <dgm:pt modelId="{4E1241F5-5A16-4A33-B32E-794AC4054DCC}" type="pres">
      <dgm:prSet presAssocID="{B43DB7C2-28CF-4444-9E43-443467EA8004}" presName="Name21" presStyleCnt="0"/>
      <dgm:spPr/>
    </dgm:pt>
    <dgm:pt modelId="{E13E7CF6-0BFE-46A1-A01F-847E4F3309DF}" type="pres">
      <dgm:prSet presAssocID="{B43DB7C2-28CF-4444-9E43-443467EA8004}" presName="level2Shape" presStyleLbl="node3" presStyleIdx="0" presStyleCnt="1"/>
      <dgm:spPr/>
    </dgm:pt>
    <dgm:pt modelId="{F9014B85-0D59-4A29-98B3-9FE6587EF37E}" type="pres">
      <dgm:prSet presAssocID="{B43DB7C2-28CF-4444-9E43-443467EA8004}" presName="hierChild3" presStyleCnt="0"/>
      <dgm:spPr/>
    </dgm:pt>
    <dgm:pt modelId="{058C1544-CBA7-4910-9FE9-AD5DA936FE29}" type="pres">
      <dgm:prSet presAssocID="{F05CC535-23B3-4AB7-8359-046B4938EE61}" presName="Name19" presStyleLbl="parChTrans1D4" presStyleIdx="0" presStyleCnt="3"/>
      <dgm:spPr/>
    </dgm:pt>
    <dgm:pt modelId="{AFB8F417-E734-4683-A290-64EAC2227FBC}" type="pres">
      <dgm:prSet presAssocID="{FB62C531-F123-4E54-A4FB-4BAD41CD51C8}" presName="Name21" presStyleCnt="0"/>
      <dgm:spPr/>
    </dgm:pt>
    <dgm:pt modelId="{6CC44F07-6E4D-4148-994D-0409D7D48B1D}" type="pres">
      <dgm:prSet presAssocID="{FB62C531-F123-4E54-A4FB-4BAD41CD51C8}" presName="level2Shape" presStyleLbl="node4" presStyleIdx="0" presStyleCnt="3"/>
      <dgm:spPr/>
    </dgm:pt>
    <dgm:pt modelId="{2D5F7964-666B-48C4-9D5A-E309F1F9F94D}" type="pres">
      <dgm:prSet presAssocID="{FB62C531-F123-4E54-A4FB-4BAD41CD51C8}" presName="hierChild3" presStyleCnt="0"/>
      <dgm:spPr/>
    </dgm:pt>
    <dgm:pt modelId="{31621482-531F-4EBF-B67B-DB46FFA8DEFC}" type="pres">
      <dgm:prSet presAssocID="{7864EC2B-443A-49DB-982B-D666A6BDE858}" presName="Name19" presStyleLbl="parChTrans1D4" presStyleIdx="1" presStyleCnt="3"/>
      <dgm:spPr/>
    </dgm:pt>
    <dgm:pt modelId="{889D5380-3DC2-4ACB-985F-99F05DDBAC4B}" type="pres">
      <dgm:prSet presAssocID="{83E744F7-F8C2-423C-B1E0-BD42EDC1FE67}" presName="Name21" presStyleCnt="0"/>
      <dgm:spPr/>
    </dgm:pt>
    <dgm:pt modelId="{28108ACC-C45F-4E7B-922B-5D6CE23F4BCF}" type="pres">
      <dgm:prSet presAssocID="{83E744F7-F8C2-423C-B1E0-BD42EDC1FE67}" presName="level2Shape" presStyleLbl="node4" presStyleIdx="1" presStyleCnt="3"/>
      <dgm:spPr/>
    </dgm:pt>
    <dgm:pt modelId="{AE70CD88-7FE2-4873-832A-3A3D23B09439}" type="pres">
      <dgm:prSet presAssocID="{83E744F7-F8C2-423C-B1E0-BD42EDC1FE67}" presName="hierChild3" presStyleCnt="0"/>
      <dgm:spPr/>
    </dgm:pt>
    <dgm:pt modelId="{A390504E-5379-4365-BB2B-9BFD27B3E11C}" type="pres">
      <dgm:prSet presAssocID="{B0510F7D-E702-43CA-9A2D-E571ACEC1CAD}" presName="Name19" presStyleLbl="parChTrans1D4" presStyleIdx="2" presStyleCnt="3"/>
      <dgm:spPr/>
    </dgm:pt>
    <dgm:pt modelId="{DAAE1CC7-307C-4504-A6B2-341F4FABC797}" type="pres">
      <dgm:prSet presAssocID="{9085C14B-B5FE-4FDB-9C40-EAE64C0CC805}" presName="Name21" presStyleCnt="0"/>
      <dgm:spPr/>
    </dgm:pt>
    <dgm:pt modelId="{3A5BDADE-62DA-4494-B5ED-A7B1E6EA755F}" type="pres">
      <dgm:prSet presAssocID="{9085C14B-B5FE-4FDB-9C40-EAE64C0CC805}" presName="level2Shape" presStyleLbl="node4" presStyleIdx="2" presStyleCnt="3"/>
      <dgm:spPr/>
    </dgm:pt>
    <dgm:pt modelId="{5F3ED4FF-0868-4E72-AE6B-2CBB566B9F49}" type="pres">
      <dgm:prSet presAssocID="{9085C14B-B5FE-4FDB-9C40-EAE64C0CC805}" presName="hierChild3" presStyleCnt="0"/>
      <dgm:spPr/>
    </dgm:pt>
    <dgm:pt modelId="{2302F514-2349-4EF9-BD4A-121489E1B6A8}" type="pres">
      <dgm:prSet presAssocID="{A183940C-9483-4B7C-B34E-E6AF84CDF5DF}" presName="bgShapesFlow" presStyleCnt="0"/>
      <dgm:spPr/>
    </dgm:pt>
  </dgm:ptLst>
  <dgm:cxnLst>
    <dgm:cxn modelId="{FC203B29-B855-4549-ABC8-97380B49FA72}" srcId="{A183940C-9483-4B7C-B34E-E6AF84CDF5DF}" destId="{957BC30E-E8DA-43B0-A70E-6AF96D96D3B5}" srcOrd="0" destOrd="0" parTransId="{1046F13A-2580-45D0-BA1C-410D2D895D24}" sibTransId="{6BC51EFE-F4F4-4A5C-9ACC-9A759CF32F2F}"/>
    <dgm:cxn modelId="{1A38452C-9A55-485F-A427-C44683A64178}" type="presOf" srcId="{FB62C531-F123-4E54-A4FB-4BAD41CD51C8}" destId="{6CC44F07-6E4D-4148-994D-0409D7D48B1D}" srcOrd="0" destOrd="0" presId="urn:microsoft.com/office/officeart/2005/8/layout/hierarchy6"/>
    <dgm:cxn modelId="{35D9812D-C8DF-49E7-8D49-BAE32784D9D6}" type="presOf" srcId="{957BC30E-E8DA-43B0-A70E-6AF96D96D3B5}" destId="{F7546524-F0E1-4FF6-AB8B-876CF62D8E20}" srcOrd="0" destOrd="0" presId="urn:microsoft.com/office/officeart/2005/8/layout/hierarchy6"/>
    <dgm:cxn modelId="{45972239-F21E-478C-9279-3C2BB10F2E70}" srcId="{B43DB7C2-28CF-4444-9E43-443467EA8004}" destId="{83E744F7-F8C2-423C-B1E0-BD42EDC1FE67}" srcOrd="1" destOrd="0" parTransId="{7864EC2B-443A-49DB-982B-D666A6BDE858}" sibTransId="{DB19A685-7294-4C16-924E-B4757E148C6B}"/>
    <dgm:cxn modelId="{3A1A4A5F-3429-45F1-88F1-B3E37AD5327D}" type="presOf" srcId="{B11B1AB6-FCA9-40F1-B339-ECE9A7878B06}" destId="{BD163E80-AE8B-4DF3-B984-93CF7AEB3C01}" srcOrd="0" destOrd="0" presId="urn:microsoft.com/office/officeart/2005/8/layout/hierarchy6"/>
    <dgm:cxn modelId="{50CDC563-85BE-465D-B662-AE9FE16CB52D}" type="presOf" srcId="{B43DB7C2-28CF-4444-9E43-443467EA8004}" destId="{E13E7CF6-0BFE-46A1-A01F-847E4F3309DF}" srcOrd="0" destOrd="0" presId="urn:microsoft.com/office/officeart/2005/8/layout/hierarchy6"/>
    <dgm:cxn modelId="{FD75534D-9A65-40BA-B708-B22AD99F6E8C}" type="presOf" srcId="{B0510F7D-E702-43CA-9A2D-E571ACEC1CAD}" destId="{A390504E-5379-4365-BB2B-9BFD27B3E11C}" srcOrd="0" destOrd="0" presId="urn:microsoft.com/office/officeart/2005/8/layout/hierarchy6"/>
    <dgm:cxn modelId="{35F3AF55-18BC-47D5-965F-D820FE1BC16E}" type="presOf" srcId="{9085C14B-B5FE-4FDB-9C40-EAE64C0CC805}" destId="{3A5BDADE-62DA-4494-B5ED-A7B1E6EA755F}" srcOrd="0" destOrd="0" presId="urn:microsoft.com/office/officeart/2005/8/layout/hierarchy6"/>
    <dgm:cxn modelId="{C7EBB076-35A7-45D0-9974-90EB4BA1CC81}" type="presOf" srcId="{F05CC535-23B3-4AB7-8359-046B4938EE61}" destId="{058C1544-CBA7-4910-9FE9-AD5DA936FE29}" srcOrd="0" destOrd="0" presId="urn:microsoft.com/office/officeart/2005/8/layout/hierarchy6"/>
    <dgm:cxn modelId="{3FDC5C80-49BA-49D7-8D81-0C548C9B94C2}" type="presOf" srcId="{83E744F7-F8C2-423C-B1E0-BD42EDC1FE67}" destId="{28108ACC-C45F-4E7B-922B-5D6CE23F4BCF}" srcOrd="0" destOrd="0" presId="urn:microsoft.com/office/officeart/2005/8/layout/hierarchy6"/>
    <dgm:cxn modelId="{4DEFBA8D-4008-451C-85BA-1B673652BFE5}" srcId="{B43DB7C2-28CF-4444-9E43-443467EA8004}" destId="{9085C14B-B5FE-4FDB-9C40-EAE64C0CC805}" srcOrd="2" destOrd="0" parTransId="{B0510F7D-E702-43CA-9A2D-E571ACEC1CAD}" sibTransId="{184D97AE-D583-4800-B6DE-204066A1816A}"/>
    <dgm:cxn modelId="{0BC36B8E-4759-4D8C-8B55-B770CBCD6C9E}" srcId="{B43DB7C2-28CF-4444-9E43-443467EA8004}" destId="{FB62C531-F123-4E54-A4FB-4BAD41CD51C8}" srcOrd="0" destOrd="0" parTransId="{F05CC535-23B3-4AB7-8359-046B4938EE61}" sibTransId="{65C5C0A6-0192-4AF8-9005-F398573F663F}"/>
    <dgm:cxn modelId="{09CA7397-C4A1-494C-9894-A8ABD1B1D3E6}" type="presOf" srcId="{7E74C251-AAEC-49EA-ACD0-0559D82FC8CD}" destId="{BD824009-5E27-4FD3-9CF9-25717905CDA3}" srcOrd="0" destOrd="0" presId="urn:microsoft.com/office/officeart/2005/8/layout/hierarchy6"/>
    <dgm:cxn modelId="{AB24D8A2-9690-4E02-BF38-799EB25B69C3}" srcId="{957BC30E-E8DA-43B0-A70E-6AF96D96D3B5}" destId="{B11B1AB6-FCA9-40F1-B339-ECE9A7878B06}" srcOrd="0" destOrd="0" parTransId="{7E74C251-AAEC-49EA-ACD0-0559D82FC8CD}" sibTransId="{16EAC14F-3F0E-4FDB-BC99-EF07C0F6E9F5}"/>
    <dgm:cxn modelId="{6FC340A9-21C8-4940-870B-6F8544EA3E6C}" type="presOf" srcId="{9C25B6D9-1281-4D20-93B9-0F1E72B24309}" destId="{5C40B0A4-B091-4759-B6C2-DCE0740778AD}" srcOrd="0" destOrd="0" presId="urn:microsoft.com/office/officeart/2005/8/layout/hierarchy6"/>
    <dgm:cxn modelId="{803D6FAC-A5B4-49A3-B992-32F5BE5CA93D}" type="presOf" srcId="{7864EC2B-443A-49DB-982B-D666A6BDE858}" destId="{31621482-531F-4EBF-B67B-DB46FFA8DEFC}" srcOrd="0" destOrd="0" presId="urn:microsoft.com/office/officeart/2005/8/layout/hierarchy6"/>
    <dgm:cxn modelId="{A5D4F8EB-85F2-4418-BD8E-44B61471CBAE}" type="presOf" srcId="{A183940C-9483-4B7C-B34E-E6AF84CDF5DF}" destId="{FE19EBAE-2E07-42D1-AD8E-6E5A8826D552}" srcOrd="0" destOrd="0" presId="urn:microsoft.com/office/officeart/2005/8/layout/hierarchy6"/>
    <dgm:cxn modelId="{CC19E9EE-A360-4DFF-AD7B-EA54BCCF9C2C}" srcId="{B11B1AB6-FCA9-40F1-B339-ECE9A7878B06}" destId="{B43DB7C2-28CF-4444-9E43-443467EA8004}" srcOrd="0" destOrd="0" parTransId="{9C25B6D9-1281-4D20-93B9-0F1E72B24309}" sibTransId="{5FB26ED4-24FB-453C-BAA4-3E8A3DC1FA50}"/>
    <dgm:cxn modelId="{8F1D7B39-4A36-4025-90EF-AD520BD41824}" type="presParOf" srcId="{FE19EBAE-2E07-42D1-AD8E-6E5A8826D552}" destId="{BED53F5D-B9FB-41AB-A46B-422069FDF6AC}" srcOrd="0" destOrd="0" presId="urn:microsoft.com/office/officeart/2005/8/layout/hierarchy6"/>
    <dgm:cxn modelId="{A0CD86F8-205D-4488-A812-F9DF44F5204C}" type="presParOf" srcId="{BED53F5D-B9FB-41AB-A46B-422069FDF6AC}" destId="{077990C7-44D9-4B89-8C30-269DE9380027}" srcOrd="0" destOrd="0" presId="urn:microsoft.com/office/officeart/2005/8/layout/hierarchy6"/>
    <dgm:cxn modelId="{3B87C4CF-4FE6-421E-A2A7-EDFCCF4BF5BA}" type="presParOf" srcId="{077990C7-44D9-4B89-8C30-269DE9380027}" destId="{34A60807-4599-4B76-B782-98B01D1903C1}" srcOrd="0" destOrd="0" presId="urn:microsoft.com/office/officeart/2005/8/layout/hierarchy6"/>
    <dgm:cxn modelId="{A9AE1F18-46D0-4BBD-B0A9-9BF511B649C5}" type="presParOf" srcId="{34A60807-4599-4B76-B782-98B01D1903C1}" destId="{F7546524-F0E1-4FF6-AB8B-876CF62D8E20}" srcOrd="0" destOrd="0" presId="urn:microsoft.com/office/officeart/2005/8/layout/hierarchy6"/>
    <dgm:cxn modelId="{D27F4A13-C9ED-49F8-B9A3-32C432F7FD21}" type="presParOf" srcId="{34A60807-4599-4B76-B782-98B01D1903C1}" destId="{E96B38B1-1F0D-4A70-B39B-7CF181F01690}" srcOrd="1" destOrd="0" presId="urn:microsoft.com/office/officeart/2005/8/layout/hierarchy6"/>
    <dgm:cxn modelId="{4B357F50-4EAE-477C-8010-22B41498D8AA}" type="presParOf" srcId="{E96B38B1-1F0D-4A70-B39B-7CF181F01690}" destId="{BD824009-5E27-4FD3-9CF9-25717905CDA3}" srcOrd="0" destOrd="0" presId="urn:microsoft.com/office/officeart/2005/8/layout/hierarchy6"/>
    <dgm:cxn modelId="{C30C8A9E-6C4A-481E-99A9-D05DABA1C9BF}" type="presParOf" srcId="{E96B38B1-1F0D-4A70-B39B-7CF181F01690}" destId="{E016CF82-3B08-4EB3-8455-55BAA1953479}" srcOrd="1" destOrd="0" presId="urn:microsoft.com/office/officeart/2005/8/layout/hierarchy6"/>
    <dgm:cxn modelId="{B8B040F4-A4B7-4B52-8DD2-D0F99C4EFF8D}" type="presParOf" srcId="{E016CF82-3B08-4EB3-8455-55BAA1953479}" destId="{BD163E80-AE8B-4DF3-B984-93CF7AEB3C01}" srcOrd="0" destOrd="0" presId="urn:microsoft.com/office/officeart/2005/8/layout/hierarchy6"/>
    <dgm:cxn modelId="{B83B7570-6A2B-46DA-8AA1-1C99667DB655}" type="presParOf" srcId="{E016CF82-3B08-4EB3-8455-55BAA1953479}" destId="{CC3CA015-4D98-42ED-A1F0-1E13720C1A6A}" srcOrd="1" destOrd="0" presId="urn:microsoft.com/office/officeart/2005/8/layout/hierarchy6"/>
    <dgm:cxn modelId="{1E521EE5-B764-4CCD-BDC1-24D8D941A910}" type="presParOf" srcId="{CC3CA015-4D98-42ED-A1F0-1E13720C1A6A}" destId="{5C40B0A4-B091-4759-B6C2-DCE0740778AD}" srcOrd="0" destOrd="0" presId="urn:microsoft.com/office/officeart/2005/8/layout/hierarchy6"/>
    <dgm:cxn modelId="{A7E6768A-E7B1-4AF3-A71E-8723E730BA26}" type="presParOf" srcId="{CC3CA015-4D98-42ED-A1F0-1E13720C1A6A}" destId="{4E1241F5-5A16-4A33-B32E-794AC4054DCC}" srcOrd="1" destOrd="0" presId="urn:microsoft.com/office/officeart/2005/8/layout/hierarchy6"/>
    <dgm:cxn modelId="{B5690DC0-DB88-4427-AAF0-65FF8E3BF5D0}" type="presParOf" srcId="{4E1241F5-5A16-4A33-B32E-794AC4054DCC}" destId="{E13E7CF6-0BFE-46A1-A01F-847E4F3309DF}" srcOrd="0" destOrd="0" presId="urn:microsoft.com/office/officeart/2005/8/layout/hierarchy6"/>
    <dgm:cxn modelId="{D8453C84-673E-4D86-994B-EA7A9AC7E185}" type="presParOf" srcId="{4E1241F5-5A16-4A33-B32E-794AC4054DCC}" destId="{F9014B85-0D59-4A29-98B3-9FE6587EF37E}" srcOrd="1" destOrd="0" presId="urn:microsoft.com/office/officeart/2005/8/layout/hierarchy6"/>
    <dgm:cxn modelId="{8EFC147C-D48B-4459-9692-D16DD47EBAC5}" type="presParOf" srcId="{F9014B85-0D59-4A29-98B3-9FE6587EF37E}" destId="{058C1544-CBA7-4910-9FE9-AD5DA936FE29}" srcOrd="0" destOrd="0" presId="urn:microsoft.com/office/officeart/2005/8/layout/hierarchy6"/>
    <dgm:cxn modelId="{70043BD8-1F60-4CEC-8B5A-959ED629F2EE}" type="presParOf" srcId="{F9014B85-0D59-4A29-98B3-9FE6587EF37E}" destId="{AFB8F417-E734-4683-A290-64EAC2227FBC}" srcOrd="1" destOrd="0" presId="urn:microsoft.com/office/officeart/2005/8/layout/hierarchy6"/>
    <dgm:cxn modelId="{DA77D7AC-F875-4FA0-918B-F3234469E921}" type="presParOf" srcId="{AFB8F417-E734-4683-A290-64EAC2227FBC}" destId="{6CC44F07-6E4D-4148-994D-0409D7D48B1D}" srcOrd="0" destOrd="0" presId="urn:microsoft.com/office/officeart/2005/8/layout/hierarchy6"/>
    <dgm:cxn modelId="{57F0CA17-65C9-4383-8636-EFA4EB259D17}" type="presParOf" srcId="{AFB8F417-E734-4683-A290-64EAC2227FBC}" destId="{2D5F7964-666B-48C4-9D5A-E309F1F9F94D}" srcOrd="1" destOrd="0" presId="urn:microsoft.com/office/officeart/2005/8/layout/hierarchy6"/>
    <dgm:cxn modelId="{1499D151-BC70-472A-BBE0-8597DB1708F6}" type="presParOf" srcId="{F9014B85-0D59-4A29-98B3-9FE6587EF37E}" destId="{31621482-531F-4EBF-B67B-DB46FFA8DEFC}" srcOrd="2" destOrd="0" presId="urn:microsoft.com/office/officeart/2005/8/layout/hierarchy6"/>
    <dgm:cxn modelId="{BD0B5858-2A76-4875-AA3D-8181FE8FD0A9}" type="presParOf" srcId="{F9014B85-0D59-4A29-98B3-9FE6587EF37E}" destId="{889D5380-3DC2-4ACB-985F-99F05DDBAC4B}" srcOrd="3" destOrd="0" presId="urn:microsoft.com/office/officeart/2005/8/layout/hierarchy6"/>
    <dgm:cxn modelId="{1936FE56-31E4-44C7-BC0F-C0358D292326}" type="presParOf" srcId="{889D5380-3DC2-4ACB-985F-99F05DDBAC4B}" destId="{28108ACC-C45F-4E7B-922B-5D6CE23F4BCF}" srcOrd="0" destOrd="0" presId="urn:microsoft.com/office/officeart/2005/8/layout/hierarchy6"/>
    <dgm:cxn modelId="{E62CF3CD-8948-4F0F-94B4-EFE0B250E262}" type="presParOf" srcId="{889D5380-3DC2-4ACB-985F-99F05DDBAC4B}" destId="{AE70CD88-7FE2-4873-832A-3A3D23B09439}" srcOrd="1" destOrd="0" presId="urn:microsoft.com/office/officeart/2005/8/layout/hierarchy6"/>
    <dgm:cxn modelId="{50E96674-6E43-48B6-8C6C-04644F0137AD}" type="presParOf" srcId="{F9014B85-0D59-4A29-98B3-9FE6587EF37E}" destId="{A390504E-5379-4365-BB2B-9BFD27B3E11C}" srcOrd="4" destOrd="0" presId="urn:microsoft.com/office/officeart/2005/8/layout/hierarchy6"/>
    <dgm:cxn modelId="{05DA075B-6468-4700-8D5F-05C44FC6FD87}" type="presParOf" srcId="{F9014B85-0D59-4A29-98B3-9FE6587EF37E}" destId="{DAAE1CC7-307C-4504-A6B2-341F4FABC797}" srcOrd="5" destOrd="0" presId="urn:microsoft.com/office/officeart/2005/8/layout/hierarchy6"/>
    <dgm:cxn modelId="{C32E189B-4B44-4DE8-8EB3-CDACA02BB191}" type="presParOf" srcId="{DAAE1CC7-307C-4504-A6B2-341F4FABC797}" destId="{3A5BDADE-62DA-4494-B5ED-A7B1E6EA755F}" srcOrd="0" destOrd="0" presId="urn:microsoft.com/office/officeart/2005/8/layout/hierarchy6"/>
    <dgm:cxn modelId="{AD23F935-48DD-40E1-95CE-CC684A16263E}" type="presParOf" srcId="{DAAE1CC7-307C-4504-A6B2-341F4FABC797}" destId="{5F3ED4FF-0868-4E72-AE6B-2CBB566B9F49}" srcOrd="1" destOrd="0" presId="urn:microsoft.com/office/officeart/2005/8/layout/hierarchy6"/>
    <dgm:cxn modelId="{1F301622-C70F-46FE-8970-C4361B284905}" type="presParOf" srcId="{FE19EBAE-2E07-42D1-AD8E-6E5A8826D552}" destId="{2302F514-2349-4EF9-BD4A-121489E1B6A8}"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888487-D61D-489D-801D-6D9035FF0289}" type="doc">
      <dgm:prSet loTypeId="urn:microsoft.com/office/officeart/2005/8/layout/process2" loCatId="process" qsTypeId="urn:microsoft.com/office/officeart/2005/8/quickstyle/simple1" qsCatId="simple" csTypeId="urn:microsoft.com/office/officeart/2005/8/colors/accent1_2" csCatId="accent1" phldr="1"/>
      <dgm:spPr/>
    </dgm:pt>
    <dgm:pt modelId="{292354FE-BD4D-4ED8-AAEC-B24B5F472049}">
      <dgm:prSet phldrT="[Text]"/>
      <dgm:spPr/>
      <dgm:t>
        <a:bodyPr/>
        <a:lstStyle/>
        <a:p>
          <a:r>
            <a:rPr lang="de-DE" dirty="0"/>
            <a:t>Extract</a:t>
          </a:r>
        </a:p>
      </dgm:t>
    </dgm:pt>
    <dgm:pt modelId="{6AD047C4-4BF1-4BF9-A25F-B6D42BD5ADC4}" type="parTrans" cxnId="{252E240E-2022-498E-AF9F-9862FCEB8743}">
      <dgm:prSet/>
      <dgm:spPr/>
      <dgm:t>
        <a:bodyPr/>
        <a:lstStyle/>
        <a:p>
          <a:endParaRPr lang="de-DE"/>
        </a:p>
      </dgm:t>
    </dgm:pt>
    <dgm:pt modelId="{3C7D6C3D-118F-44B9-BA71-283AB269B3AD}" type="sibTrans" cxnId="{252E240E-2022-498E-AF9F-9862FCEB8743}">
      <dgm:prSet/>
      <dgm:spPr/>
      <dgm:t>
        <a:bodyPr/>
        <a:lstStyle/>
        <a:p>
          <a:endParaRPr lang="de-DE"/>
        </a:p>
      </dgm:t>
    </dgm:pt>
    <dgm:pt modelId="{40012ACD-5C76-448B-98DA-1FBCBA309B02}">
      <dgm:prSet phldrT="[Text]"/>
      <dgm:spPr/>
      <dgm:t>
        <a:bodyPr/>
        <a:lstStyle/>
        <a:p>
          <a:r>
            <a:rPr lang="de-DE" dirty="0"/>
            <a:t>Transform</a:t>
          </a:r>
        </a:p>
      </dgm:t>
    </dgm:pt>
    <dgm:pt modelId="{EEB0EEBD-E78A-4BB9-AF1A-7FC3D8AE1DFF}" type="parTrans" cxnId="{8C1C4399-4687-4B02-A42A-53ED83A0DC41}">
      <dgm:prSet/>
      <dgm:spPr/>
      <dgm:t>
        <a:bodyPr/>
        <a:lstStyle/>
        <a:p>
          <a:endParaRPr lang="de-DE"/>
        </a:p>
      </dgm:t>
    </dgm:pt>
    <dgm:pt modelId="{517BF1D0-ED2F-4226-B255-9C58AE5F64B2}" type="sibTrans" cxnId="{8C1C4399-4687-4B02-A42A-53ED83A0DC41}">
      <dgm:prSet/>
      <dgm:spPr/>
      <dgm:t>
        <a:bodyPr/>
        <a:lstStyle/>
        <a:p>
          <a:endParaRPr lang="de-DE"/>
        </a:p>
      </dgm:t>
    </dgm:pt>
    <dgm:pt modelId="{D20FE352-6796-42EC-B2DA-BAEC2A3911CE}">
      <dgm:prSet phldrT="[Text]"/>
      <dgm:spPr/>
      <dgm:t>
        <a:bodyPr/>
        <a:lstStyle/>
        <a:p>
          <a:r>
            <a:rPr lang="de-DE" dirty="0"/>
            <a:t>Load</a:t>
          </a:r>
        </a:p>
      </dgm:t>
    </dgm:pt>
    <dgm:pt modelId="{B9EF5034-436A-45C4-8526-DAD5AD93B253}" type="parTrans" cxnId="{9F12B697-0E92-4D5D-99EA-F62992E6B469}">
      <dgm:prSet/>
      <dgm:spPr/>
      <dgm:t>
        <a:bodyPr/>
        <a:lstStyle/>
        <a:p>
          <a:endParaRPr lang="de-DE"/>
        </a:p>
      </dgm:t>
    </dgm:pt>
    <dgm:pt modelId="{35ECCC5F-8152-454B-9BF9-84C005FCC790}" type="sibTrans" cxnId="{9F12B697-0E92-4D5D-99EA-F62992E6B469}">
      <dgm:prSet/>
      <dgm:spPr/>
      <dgm:t>
        <a:bodyPr/>
        <a:lstStyle/>
        <a:p>
          <a:endParaRPr lang="de-DE"/>
        </a:p>
      </dgm:t>
    </dgm:pt>
    <dgm:pt modelId="{92231111-06B9-46EF-A6DB-75D74E3252E8}" type="pres">
      <dgm:prSet presAssocID="{8F888487-D61D-489D-801D-6D9035FF0289}" presName="linearFlow" presStyleCnt="0">
        <dgm:presLayoutVars>
          <dgm:resizeHandles val="exact"/>
        </dgm:presLayoutVars>
      </dgm:prSet>
      <dgm:spPr/>
    </dgm:pt>
    <dgm:pt modelId="{AE0F0D98-73C6-44AB-AD22-382534F84364}" type="pres">
      <dgm:prSet presAssocID="{292354FE-BD4D-4ED8-AAEC-B24B5F472049}" presName="node" presStyleLbl="node1" presStyleIdx="0" presStyleCnt="3">
        <dgm:presLayoutVars>
          <dgm:bulletEnabled val="1"/>
        </dgm:presLayoutVars>
      </dgm:prSet>
      <dgm:spPr/>
    </dgm:pt>
    <dgm:pt modelId="{62AE1C06-6A3B-4A3B-968D-5BDF34B6ABFF}" type="pres">
      <dgm:prSet presAssocID="{3C7D6C3D-118F-44B9-BA71-283AB269B3AD}" presName="sibTrans" presStyleLbl="sibTrans2D1" presStyleIdx="0" presStyleCnt="2"/>
      <dgm:spPr/>
    </dgm:pt>
    <dgm:pt modelId="{FB4B2A8F-1AAB-4E0E-837E-09648BD09EB1}" type="pres">
      <dgm:prSet presAssocID="{3C7D6C3D-118F-44B9-BA71-283AB269B3AD}" presName="connectorText" presStyleLbl="sibTrans2D1" presStyleIdx="0" presStyleCnt="2"/>
      <dgm:spPr/>
    </dgm:pt>
    <dgm:pt modelId="{AC4CB85B-8A01-4C80-89D4-16B7BB0E8D0E}" type="pres">
      <dgm:prSet presAssocID="{40012ACD-5C76-448B-98DA-1FBCBA309B02}" presName="node" presStyleLbl="node1" presStyleIdx="1" presStyleCnt="3">
        <dgm:presLayoutVars>
          <dgm:bulletEnabled val="1"/>
        </dgm:presLayoutVars>
      </dgm:prSet>
      <dgm:spPr/>
    </dgm:pt>
    <dgm:pt modelId="{D485CFBF-213C-4D23-92BF-482BEBAEFAB0}" type="pres">
      <dgm:prSet presAssocID="{517BF1D0-ED2F-4226-B255-9C58AE5F64B2}" presName="sibTrans" presStyleLbl="sibTrans2D1" presStyleIdx="1" presStyleCnt="2"/>
      <dgm:spPr/>
    </dgm:pt>
    <dgm:pt modelId="{E2E5E90C-8126-481A-9320-2CE3C82E4EB6}" type="pres">
      <dgm:prSet presAssocID="{517BF1D0-ED2F-4226-B255-9C58AE5F64B2}" presName="connectorText" presStyleLbl="sibTrans2D1" presStyleIdx="1" presStyleCnt="2"/>
      <dgm:spPr/>
    </dgm:pt>
    <dgm:pt modelId="{342E05C9-B3CC-481E-92E7-1EE473B6F5EC}" type="pres">
      <dgm:prSet presAssocID="{D20FE352-6796-42EC-B2DA-BAEC2A3911CE}" presName="node" presStyleLbl="node1" presStyleIdx="2" presStyleCnt="3">
        <dgm:presLayoutVars>
          <dgm:bulletEnabled val="1"/>
        </dgm:presLayoutVars>
      </dgm:prSet>
      <dgm:spPr/>
    </dgm:pt>
  </dgm:ptLst>
  <dgm:cxnLst>
    <dgm:cxn modelId="{252E240E-2022-498E-AF9F-9862FCEB8743}" srcId="{8F888487-D61D-489D-801D-6D9035FF0289}" destId="{292354FE-BD4D-4ED8-AAEC-B24B5F472049}" srcOrd="0" destOrd="0" parTransId="{6AD047C4-4BF1-4BF9-A25F-B6D42BD5ADC4}" sibTransId="{3C7D6C3D-118F-44B9-BA71-283AB269B3AD}"/>
    <dgm:cxn modelId="{2264A817-4A5F-49E1-929D-579B57E60B39}" type="presOf" srcId="{8F888487-D61D-489D-801D-6D9035FF0289}" destId="{92231111-06B9-46EF-A6DB-75D74E3252E8}" srcOrd="0" destOrd="0" presId="urn:microsoft.com/office/officeart/2005/8/layout/process2"/>
    <dgm:cxn modelId="{C7A6875E-68DF-4E3A-830C-7B3259FE6817}" type="presOf" srcId="{40012ACD-5C76-448B-98DA-1FBCBA309B02}" destId="{AC4CB85B-8A01-4C80-89D4-16B7BB0E8D0E}" srcOrd="0" destOrd="0" presId="urn:microsoft.com/office/officeart/2005/8/layout/process2"/>
    <dgm:cxn modelId="{44FF3849-C62C-42B1-A139-5DBF5C4B7A1C}" type="presOf" srcId="{292354FE-BD4D-4ED8-AAEC-B24B5F472049}" destId="{AE0F0D98-73C6-44AB-AD22-382534F84364}" srcOrd="0" destOrd="0" presId="urn:microsoft.com/office/officeart/2005/8/layout/process2"/>
    <dgm:cxn modelId="{0DF6C172-C198-459D-9FAE-C69A830B120F}" type="presOf" srcId="{517BF1D0-ED2F-4226-B255-9C58AE5F64B2}" destId="{D485CFBF-213C-4D23-92BF-482BEBAEFAB0}" srcOrd="0" destOrd="0" presId="urn:microsoft.com/office/officeart/2005/8/layout/process2"/>
    <dgm:cxn modelId="{CF929B86-C15F-4C81-99CB-1CA69F6C0FB9}" type="presOf" srcId="{3C7D6C3D-118F-44B9-BA71-283AB269B3AD}" destId="{FB4B2A8F-1AAB-4E0E-837E-09648BD09EB1}" srcOrd="1" destOrd="0" presId="urn:microsoft.com/office/officeart/2005/8/layout/process2"/>
    <dgm:cxn modelId="{9F12B697-0E92-4D5D-99EA-F62992E6B469}" srcId="{8F888487-D61D-489D-801D-6D9035FF0289}" destId="{D20FE352-6796-42EC-B2DA-BAEC2A3911CE}" srcOrd="2" destOrd="0" parTransId="{B9EF5034-436A-45C4-8526-DAD5AD93B253}" sibTransId="{35ECCC5F-8152-454B-9BF9-84C005FCC790}"/>
    <dgm:cxn modelId="{8C1C4399-4687-4B02-A42A-53ED83A0DC41}" srcId="{8F888487-D61D-489D-801D-6D9035FF0289}" destId="{40012ACD-5C76-448B-98DA-1FBCBA309B02}" srcOrd="1" destOrd="0" parTransId="{EEB0EEBD-E78A-4BB9-AF1A-7FC3D8AE1DFF}" sibTransId="{517BF1D0-ED2F-4226-B255-9C58AE5F64B2}"/>
    <dgm:cxn modelId="{4FD5BCC1-A9A8-48B0-BF3C-EFA4DCCA1817}" type="presOf" srcId="{3C7D6C3D-118F-44B9-BA71-283AB269B3AD}" destId="{62AE1C06-6A3B-4A3B-968D-5BDF34B6ABFF}" srcOrd="0" destOrd="0" presId="urn:microsoft.com/office/officeart/2005/8/layout/process2"/>
    <dgm:cxn modelId="{9901E2D7-682F-4A3A-998E-4E5E0DFA781C}" type="presOf" srcId="{517BF1D0-ED2F-4226-B255-9C58AE5F64B2}" destId="{E2E5E90C-8126-481A-9320-2CE3C82E4EB6}" srcOrd="1" destOrd="0" presId="urn:microsoft.com/office/officeart/2005/8/layout/process2"/>
    <dgm:cxn modelId="{C1BD7DDE-C760-4C72-9DC4-2A3922CE49B1}" type="presOf" srcId="{D20FE352-6796-42EC-B2DA-BAEC2A3911CE}" destId="{342E05C9-B3CC-481E-92E7-1EE473B6F5EC}" srcOrd="0" destOrd="0" presId="urn:microsoft.com/office/officeart/2005/8/layout/process2"/>
    <dgm:cxn modelId="{A590A21B-E267-47AA-8DCE-96D9C05FCC40}" type="presParOf" srcId="{92231111-06B9-46EF-A6DB-75D74E3252E8}" destId="{AE0F0D98-73C6-44AB-AD22-382534F84364}" srcOrd="0" destOrd="0" presId="urn:microsoft.com/office/officeart/2005/8/layout/process2"/>
    <dgm:cxn modelId="{5B317E96-0AFD-4442-B790-C90EBB69D2E1}" type="presParOf" srcId="{92231111-06B9-46EF-A6DB-75D74E3252E8}" destId="{62AE1C06-6A3B-4A3B-968D-5BDF34B6ABFF}" srcOrd="1" destOrd="0" presId="urn:microsoft.com/office/officeart/2005/8/layout/process2"/>
    <dgm:cxn modelId="{A6C4D6E3-CCA6-471B-BB3C-A77882FB3C45}" type="presParOf" srcId="{62AE1C06-6A3B-4A3B-968D-5BDF34B6ABFF}" destId="{FB4B2A8F-1AAB-4E0E-837E-09648BD09EB1}" srcOrd="0" destOrd="0" presId="urn:microsoft.com/office/officeart/2005/8/layout/process2"/>
    <dgm:cxn modelId="{58DF4078-A2F5-4419-A1D0-3766B5E4B4B7}" type="presParOf" srcId="{92231111-06B9-46EF-A6DB-75D74E3252E8}" destId="{AC4CB85B-8A01-4C80-89D4-16B7BB0E8D0E}" srcOrd="2" destOrd="0" presId="urn:microsoft.com/office/officeart/2005/8/layout/process2"/>
    <dgm:cxn modelId="{B104C4E0-2E6E-4C99-9EE9-95B766263466}" type="presParOf" srcId="{92231111-06B9-46EF-A6DB-75D74E3252E8}" destId="{D485CFBF-213C-4D23-92BF-482BEBAEFAB0}" srcOrd="3" destOrd="0" presId="urn:microsoft.com/office/officeart/2005/8/layout/process2"/>
    <dgm:cxn modelId="{5CFF66A7-3F29-4B11-A678-546C4CDA4919}" type="presParOf" srcId="{D485CFBF-213C-4D23-92BF-482BEBAEFAB0}" destId="{E2E5E90C-8126-481A-9320-2CE3C82E4EB6}" srcOrd="0" destOrd="0" presId="urn:microsoft.com/office/officeart/2005/8/layout/process2"/>
    <dgm:cxn modelId="{6BEE5A1D-1364-4673-B5C5-2C0E05ACB847}" type="presParOf" srcId="{92231111-06B9-46EF-A6DB-75D74E3252E8}" destId="{342E05C9-B3CC-481E-92E7-1EE473B6F5EC}"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F888487-D61D-489D-801D-6D9035FF0289}" type="doc">
      <dgm:prSet loTypeId="urn:microsoft.com/office/officeart/2005/8/layout/process2" loCatId="process" qsTypeId="urn:microsoft.com/office/officeart/2005/8/quickstyle/simple1" qsCatId="simple" csTypeId="urn:microsoft.com/office/officeart/2005/8/colors/accent1_2" csCatId="accent1" phldr="1"/>
      <dgm:spPr/>
    </dgm:pt>
    <dgm:pt modelId="{292354FE-BD4D-4ED8-AAEC-B24B5F472049}">
      <dgm:prSet phldrT="[Text]"/>
      <dgm:spPr/>
      <dgm:t>
        <a:bodyPr/>
        <a:lstStyle/>
        <a:p>
          <a:r>
            <a:rPr lang="de-DE" dirty="0"/>
            <a:t>Extract</a:t>
          </a:r>
        </a:p>
      </dgm:t>
    </dgm:pt>
    <dgm:pt modelId="{6AD047C4-4BF1-4BF9-A25F-B6D42BD5ADC4}" type="parTrans" cxnId="{252E240E-2022-498E-AF9F-9862FCEB8743}">
      <dgm:prSet/>
      <dgm:spPr/>
      <dgm:t>
        <a:bodyPr/>
        <a:lstStyle/>
        <a:p>
          <a:endParaRPr lang="de-DE"/>
        </a:p>
      </dgm:t>
    </dgm:pt>
    <dgm:pt modelId="{3C7D6C3D-118F-44B9-BA71-283AB269B3AD}" type="sibTrans" cxnId="{252E240E-2022-498E-AF9F-9862FCEB8743}">
      <dgm:prSet/>
      <dgm:spPr/>
      <dgm:t>
        <a:bodyPr/>
        <a:lstStyle/>
        <a:p>
          <a:endParaRPr lang="de-DE"/>
        </a:p>
      </dgm:t>
    </dgm:pt>
    <dgm:pt modelId="{40012ACD-5C76-448B-98DA-1FBCBA309B02}">
      <dgm:prSet phldrT="[Text]"/>
      <dgm:spPr/>
      <dgm:t>
        <a:bodyPr/>
        <a:lstStyle/>
        <a:p>
          <a:r>
            <a:rPr lang="de-DE" dirty="0"/>
            <a:t>Load</a:t>
          </a:r>
        </a:p>
      </dgm:t>
    </dgm:pt>
    <dgm:pt modelId="{EEB0EEBD-E78A-4BB9-AF1A-7FC3D8AE1DFF}" type="parTrans" cxnId="{8C1C4399-4687-4B02-A42A-53ED83A0DC41}">
      <dgm:prSet/>
      <dgm:spPr/>
      <dgm:t>
        <a:bodyPr/>
        <a:lstStyle/>
        <a:p>
          <a:endParaRPr lang="de-DE"/>
        </a:p>
      </dgm:t>
    </dgm:pt>
    <dgm:pt modelId="{517BF1D0-ED2F-4226-B255-9C58AE5F64B2}" type="sibTrans" cxnId="{8C1C4399-4687-4B02-A42A-53ED83A0DC41}">
      <dgm:prSet/>
      <dgm:spPr/>
      <dgm:t>
        <a:bodyPr/>
        <a:lstStyle/>
        <a:p>
          <a:endParaRPr lang="de-DE"/>
        </a:p>
      </dgm:t>
    </dgm:pt>
    <dgm:pt modelId="{D20FE352-6796-42EC-B2DA-BAEC2A3911CE}">
      <dgm:prSet phldrT="[Text]"/>
      <dgm:spPr/>
      <dgm:t>
        <a:bodyPr/>
        <a:lstStyle/>
        <a:p>
          <a:r>
            <a:rPr lang="de-DE" dirty="0"/>
            <a:t>Transform</a:t>
          </a:r>
        </a:p>
      </dgm:t>
    </dgm:pt>
    <dgm:pt modelId="{B9EF5034-436A-45C4-8526-DAD5AD93B253}" type="parTrans" cxnId="{9F12B697-0E92-4D5D-99EA-F62992E6B469}">
      <dgm:prSet/>
      <dgm:spPr/>
      <dgm:t>
        <a:bodyPr/>
        <a:lstStyle/>
        <a:p>
          <a:endParaRPr lang="de-DE"/>
        </a:p>
      </dgm:t>
    </dgm:pt>
    <dgm:pt modelId="{35ECCC5F-8152-454B-9BF9-84C005FCC790}" type="sibTrans" cxnId="{9F12B697-0E92-4D5D-99EA-F62992E6B469}">
      <dgm:prSet/>
      <dgm:spPr/>
      <dgm:t>
        <a:bodyPr/>
        <a:lstStyle/>
        <a:p>
          <a:endParaRPr lang="de-DE"/>
        </a:p>
      </dgm:t>
    </dgm:pt>
    <dgm:pt modelId="{92231111-06B9-46EF-A6DB-75D74E3252E8}" type="pres">
      <dgm:prSet presAssocID="{8F888487-D61D-489D-801D-6D9035FF0289}" presName="linearFlow" presStyleCnt="0">
        <dgm:presLayoutVars>
          <dgm:resizeHandles val="exact"/>
        </dgm:presLayoutVars>
      </dgm:prSet>
      <dgm:spPr/>
    </dgm:pt>
    <dgm:pt modelId="{AE0F0D98-73C6-44AB-AD22-382534F84364}" type="pres">
      <dgm:prSet presAssocID="{292354FE-BD4D-4ED8-AAEC-B24B5F472049}" presName="node" presStyleLbl="node1" presStyleIdx="0" presStyleCnt="3">
        <dgm:presLayoutVars>
          <dgm:bulletEnabled val="1"/>
        </dgm:presLayoutVars>
      </dgm:prSet>
      <dgm:spPr/>
    </dgm:pt>
    <dgm:pt modelId="{62AE1C06-6A3B-4A3B-968D-5BDF34B6ABFF}" type="pres">
      <dgm:prSet presAssocID="{3C7D6C3D-118F-44B9-BA71-283AB269B3AD}" presName="sibTrans" presStyleLbl="sibTrans2D1" presStyleIdx="0" presStyleCnt="2"/>
      <dgm:spPr/>
    </dgm:pt>
    <dgm:pt modelId="{FB4B2A8F-1AAB-4E0E-837E-09648BD09EB1}" type="pres">
      <dgm:prSet presAssocID="{3C7D6C3D-118F-44B9-BA71-283AB269B3AD}" presName="connectorText" presStyleLbl="sibTrans2D1" presStyleIdx="0" presStyleCnt="2"/>
      <dgm:spPr/>
    </dgm:pt>
    <dgm:pt modelId="{AC4CB85B-8A01-4C80-89D4-16B7BB0E8D0E}" type="pres">
      <dgm:prSet presAssocID="{40012ACD-5C76-448B-98DA-1FBCBA309B02}" presName="node" presStyleLbl="node1" presStyleIdx="1" presStyleCnt="3">
        <dgm:presLayoutVars>
          <dgm:bulletEnabled val="1"/>
        </dgm:presLayoutVars>
      </dgm:prSet>
      <dgm:spPr/>
    </dgm:pt>
    <dgm:pt modelId="{D485CFBF-213C-4D23-92BF-482BEBAEFAB0}" type="pres">
      <dgm:prSet presAssocID="{517BF1D0-ED2F-4226-B255-9C58AE5F64B2}" presName="sibTrans" presStyleLbl="sibTrans2D1" presStyleIdx="1" presStyleCnt="2"/>
      <dgm:spPr/>
    </dgm:pt>
    <dgm:pt modelId="{E2E5E90C-8126-481A-9320-2CE3C82E4EB6}" type="pres">
      <dgm:prSet presAssocID="{517BF1D0-ED2F-4226-B255-9C58AE5F64B2}" presName="connectorText" presStyleLbl="sibTrans2D1" presStyleIdx="1" presStyleCnt="2"/>
      <dgm:spPr/>
    </dgm:pt>
    <dgm:pt modelId="{342E05C9-B3CC-481E-92E7-1EE473B6F5EC}" type="pres">
      <dgm:prSet presAssocID="{D20FE352-6796-42EC-B2DA-BAEC2A3911CE}" presName="node" presStyleLbl="node1" presStyleIdx="2" presStyleCnt="3">
        <dgm:presLayoutVars>
          <dgm:bulletEnabled val="1"/>
        </dgm:presLayoutVars>
      </dgm:prSet>
      <dgm:spPr/>
    </dgm:pt>
  </dgm:ptLst>
  <dgm:cxnLst>
    <dgm:cxn modelId="{252E240E-2022-498E-AF9F-9862FCEB8743}" srcId="{8F888487-D61D-489D-801D-6D9035FF0289}" destId="{292354FE-BD4D-4ED8-AAEC-B24B5F472049}" srcOrd="0" destOrd="0" parTransId="{6AD047C4-4BF1-4BF9-A25F-B6D42BD5ADC4}" sibTransId="{3C7D6C3D-118F-44B9-BA71-283AB269B3AD}"/>
    <dgm:cxn modelId="{2264A817-4A5F-49E1-929D-579B57E60B39}" type="presOf" srcId="{8F888487-D61D-489D-801D-6D9035FF0289}" destId="{92231111-06B9-46EF-A6DB-75D74E3252E8}" srcOrd="0" destOrd="0" presId="urn:microsoft.com/office/officeart/2005/8/layout/process2"/>
    <dgm:cxn modelId="{C7A6875E-68DF-4E3A-830C-7B3259FE6817}" type="presOf" srcId="{40012ACD-5C76-448B-98DA-1FBCBA309B02}" destId="{AC4CB85B-8A01-4C80-89D4-16B7BB0E8D0E}" srcOrd="0" destOrd="0" presId="urn:microsoft.com/office/officeart/2005/8/layout/process2"/>
    <dgm:cxn modelId="{44FF3849-C62C-42B1-A139-5DBF5C4B7A1C}" type="presOf" srcId="{292354FE-BD4D-4ED8-AAEC-B24B5F472049}" destId="{AE0F0D98-73C6-44AB-AD22-382534F84364}" srcOrd="0" destOrd="0" presId="urn:microsoft.com/office/officeart/2005/8/layout/process2"/>
    <dgm:cxn modelId="{0DF6C172-C198-459D-9FAE-C69A830B120F}" type="presOf" srcId="{517BF1D0-ED2F-4226-B255-9C58AE5F64B2}" destId="{D485CFBF-213C-4D23-92BF-482BEBAEFAB0}" srcOrd="0" destOrd="0" presId="urn:microsoft.com/office/officeart/2005/8/layout/process2"/>
    <dgm:cxn modelId="{CF929B86-C15F-4C81-99CB-1CA69F6C0FB9}" type="presOf" srcId="{3C7D6C3D-118F-44B9-BA71-283AB269B3AD}" destId="{FB4B2A8F-1AAB-4E0E-837E-09648BD09EB1}" srcOrd="1" destOrd="0" presId="urn:microsoft.com/office/officeart/2005/8/layout/process2"/>
    <dgm:cxn modelId="{9F12B697-0E92-4D5D-99EA-F62992E6B469}" srcId="{8F888487-D61D-489D-801D-6D9035FF0289}" destId="{D20FE352-6796-42EC-B2DA-BAEC2A3911CE}" srcOrd="2" destOrd="0" parTransId="{B9EF5034-436A-45C4-8526-DAD5AD93B253}" sibTransId="{35ECCC5F-8152-454B-9BF9-84C005FCC790}"/>
    <dgm:cxn modelId="{8C1C4399-4687-4B02-A42A-53ED83A0DC41}" srcId="{8F888487-D61D-489D-801D-6D9035FF0289}" destId="{40012ACD-5C76-448B-98DA-1FBCBA309B02}" srcOrd="1" destOrd="0" parTransId="{EEB0EEBD-E78A-4BB9-AF1A-7FC3D8AE1DFF}" sibTransId="{517BF1D0-ED2F-4226-B255-9C58AE5F64B2}"/>
    <dgm:cxn modelId="{4FD5BCC1-A9A8-48B0-BF3C-EFA4DCCA1817}" type="presOf" srcId="{3C7D6C3D-118F-44B9-BA71-283AB269B3AD}" destId="{62AE1C06-6A3B-4A3B-968D-5BDF34B6ABFF}" srcOrd="0" destOrd="0" presId="urn:microsoft.com/office/officeart/2005/8/layout/process2"/>
    <dgm:cxn modelId="{9901E2D7-682F-4A3A-998E-4E5E0DFA781C}" type="presOf" srcId="{517BF1D0-ED2F-4226-B255-9C58AE5F64B2}" destId="{E2E5E90C-8126-481A-9320-2CE3C82E4EB6}" srcOrd="1" destOrd="0" presId="urn:microsoft.com/office/officeart/2005/8/layout/process2"/>
    <dgm:cxn modelId="{C1BD7DDE-C760-4C72-9DC4-2A3922CE49B1}" type="presOf" srcId="{D20FE352-6796-42EC-B2DA-BAEC2A3911CE}" destId="{342E05C9-B3CC-481E-92E7-1EE473B6F5EC}" srcOrd="0" destOrd="0" presId="urn:microsoft.com/office/officeart/2005/8/layout/process2"/>
    <dgm:cxn modelId="{A590A21B-E267-47AA-8DCE-96D9C05FCC40}" type="presParOf" srcId="{92231111-06B9-46EF-A6DB-75D74E3252E8}" destId="{AE0F0D98-73C6-44AB-AD22-382534F84364}" srcOrd="0" destOrd="0" presId="urn:microsoft.com/office/officeart/2005/8/layout/process2"/>
    <dgm:cxn modelId="{5B317E96-0AFD-4442-B790-C90EBB69D2E1}" type="presParOf" srcId="{92231111-06B9-46EF-A6DB-75D74E3252E8}" destId="{62AE1C06-6A3B-4A3B-968D-5BDF34B6ABFF}" srcOrd="1" destOrd="0" presId="urn:microsoft.com/office/officeart/2005/8/layout/process2"/>
    <dgm:cxn modelId="{A6C4D6E3-CCA6-471B-BB3C-A77882FB3C45}" type="presParOf" srcId="{62AE1C06-6A3B-4A3B-968D-5BDF34B6ABFF}" destId="{FB4B2A8F-1AAB-4E0E-837E-09648BD09EB1}" srcOrd="0" destOrd="0" presId="urn:microsoft.com/office/officeart/2005/8/layout/process2"/>
    <dgm:cxn modelId="{58DF4078-A2F5-4419-A1D0-3766B5E4B4B7}" type="presParOf" srcId="{92231111-06B9-46EF-A6DB-75D74E3252E8}" destId="{AC4CB85B-8A01-4C80-89D4-16B7BB0E8D0E}" srcOrd="2" destOrd="0" presId="urn:microsoft.com/office/officeart/2005/8/layout/process2"/>
    <dgm:cxn modelId="{B104C4E0-2E6E-4C99-9EE9-95B766263466}" type="presParOf" srcId="{92231111-06B9-46EF-A6DB-75D74E3252E8}" destId="{D485CFBF-213C-4D23-92BF-482BEBAEFAB0}" srcOrd="3" destOrd="0" presId="urn:microsoft.com/office/officeart/2005/8/layout/process2"/>
    <dgm:cxn modelId="{5CFF66A7-3F29-4B11-A678-546C4CDA4919}" type="presParOf" srcId="{D485CFBF-213C-4D23-92BF-482BEBAEFAB0}" destId="{E2E5E90C-8126-481A-9320-2CE3C82E4EB6}" srcOrd="0" destOrd="0" presId="urn:microsoft.com/office/officeart/2005/8/layout/process2"/>
    <dgm:cxn modelId="{6BEE5A1D-1364-4673-B5C5-2C0E05ACB847}" type="presParOf" srcId="{92231111-06B9-46EF-A6DB-75D74E3252E8}" destId="{342E05C9-B3CC-481E-92E7-1EE473B6F5EC}" srcOrd="4"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F888487-D61D-489D-801D-6D9035FF0289}" type="doc">
      <dgm:prSet loTypeId="urn:microsoft.com/office/officeart/2005/8/layout/process2" loCatId="process" qsTypeId="urn:microsoft.com/office/officeart/2005/8/quickstyle/simple1" qsCatId="simple" csTypeId="urn:microsoft.com/office/officeart/2005/8/colors/accent1_2" csCatId="accent1" phldr="1"/>
      <dgm:spPr/>
    </dgm:pt>
    <dgm:pt modelId="{292354FE-BD4D-4ED8-AAEC-B24B5F472049}">
      <dgm:prSet phldrT="[Text]"/>
      <dgm:spPr/>
      <dgm:t>
        <a:bodyPr/>
        <a:lstStyle/>
        <a:p>
          <a:r>
            <a:rPr lang="de-DE" dirty="0"/>
            <a:t>Änderungen</a:t>
          </a:r>
        </a:p>
      </dgm:t>
    </dgm:pt>
    <dgm:pt modelId="{6AD047C4-4BF1-4BF9-A25F-B6D42BD5ADC4}" type="parTrans" cxnId="{252E240E-2022-498E-AF9F-9862FCEB8743}">
      <dgm:prSet/>
      <dgm:spPr/>
      <dgm:t>
        <a:bodyPr/>
        <a:lstStyle/>
        <a:p>
          <a:endParaRPr lang="de-DE"/>
        </a:p>
      </dgm:t>
    </dgm:pt>
    <dgm:pt modelId="{3C7D6C3D-118F-44B9-BA71-283AB269B3AD}" type="sibTrans" cxnId="{252E240E-2022-498E-AF9F-9862FCEB8743}">
      <dgm:prSet/>
      <dgm:spPr/>
      <dgm:t>
        <a:bodyPr/>
        <a:lstStyle/>
        <a:p>
          <a:endParaRPr lang="de-DE"/>
        </a:p>
      </dgm:t>
    </dgm:pt>
    <dgm:pt modelId="{40012ACD-5C76-448B-98DA-1FBCBA309B02}">
      <dgm:prSet phldrT="[Text]"/>
      <dgm:spPr/>
      <dgm:t>
        <a:bodyPr/>
        <a:lstStyle/>
        <a:p>
          <a:r>
            <a:rPr lang="de-DE" dirty="0"/>
            <a:t>Capture</a:t>
          </a:r>
        </a:p>
      </dgm:t>
    </dgm:pt>
    <dgm:pt modelId="{EEB0EEBD-E78A-4BB9-AF1A-7FC3D8AE1DFF}" type="parTrans" cxnId="{8C1C4399-4687-4B02-A42A-53ED83A0DC41}">
      <dgm:prSet/>
      <dgm:spPr/>
      <dgm:t>
        <a:bodyPr/>
        <a:lstStyle/>
        <a:p>
          <a:endParaRPr lang="de-DE"/>
        </a:p>
      </dgm:t>
    </dgm:pt>
    <dgm:pt modelId="{517BF1D0-ED2F-4226-B255-9C58AE5F64B2}" type="sibTrans" cxnId="{8C1C4399-4687-4B02-A42A-53ED83A0DC41}">
      <dgm:prSet/>
      <dgm:spPr/>
      <dgm:t>
        <a:bodyPr/>
        <a:lstStyle/>
        <a:p>
          <a:endParaRPr lang="de-DE"/>
        </a:p>
      </dgm:t>
    </dgm:pt>
    <dgm:pt modelId="{D20FE352-6796-42EC-B2DA-BAEC2A3911CE}">
      <dgm:prSet phldrT="[Text]"/>
      <dgm:spPr/>
      <dgm:t>
        <a:bodyPr/>
        <a:lstStyle/>
        <a:p>
          <a:r>
            <a:rPr lang="de-DE" dirty="0"/>
            <a:t>Ziel</a:t>
          </a:r>
        </a:p>
      </dgm:t>
    </dgm:pt>
    <dgm:pt modelId="{B9EF5034-436A-45C4-8526-DAD5AD93B253}" type="parTrans" cxnId="{9F12B697-0E92-4D5D-99EA-F62992E6B469}">
      <dgm:prSet/>
      <dgm:spPr/>
      <dgm:t>
        <a:bodyPr/>
        <a:lstStyle/>
        <a:p>
          <a:endParaRPr lang="de-DE"/>
        </a:p>
      </dgm:t>
    </dgm:pt>
    <dgm:pt modelId="{35ECCC5F-8152-454B-9BF9-84C005FCC790}" type="sibTrans" cxnId="{9F12B697-0E92-4D5D-99EA-F62992E6B469}">
      <dgm:prSet/>
      <dgm:spPr/>
      <dgm:t>
        <a:bodyPr/>
        <a:lstStyle/>
        <a:p>
          <a:endParaRPr lang="de-DE"/>
        </a:p>
      </dgm:t>
    </dgm:pt>
    <dgm:pt modelId="{92231111-06B9-46EF-A6DB-75D74E3252E8}" type="pres">
      <dgm:prSet presAssocID="{8F888487-D61D-489D-801D-6D9035FF0289}" presName="linearFlow" presStyleCnt="0">
        <dgm:presLayoutVars>
          <dgm:resizeHandles val="exact"/>
        </dgm:presLayoutVars>
      </dgm:prSet>
      <dgm:spPr/>
    </dgm:pt>
    <dgm:pt modelId="{AE0F0D98-73C6-44AB-AD22-382534F84364}" type="pres">
      <dgm:prSet presAssocID="{292354FE-BD4D-4ED8-AAEC-B24B5F472049}" presName="node" presStyleLbl="node1" presStyleIdx="0" presStyleCnt="3">
        <dgm:presLayoutVars>
          <dgm:bulletEnabled val="1"/>
        </dgm:presLayoutVars>
      </dgm:prSet>
      <dgm:spPr/>
    </dgm:pt>
    <dgm:pt modelId="{62AE1C06-6A3B-4A3B-968D-5BDF34B6ABFF}" type="pres">
      <dgm:prSet presAssocID="{3C7D6C3D-118F-44B9-BA71-283AB269B3AD}" presName="sibTrans" presStyleLbl="sibTrans2D1" presStyleIdx="0" presStyleCnt="2"/>
      <dgm:spPr/>
    </dgm:pt>
    <dgm:pt modelId="{FB4B2A8F-1AAB-4E0E-837E-09648BD09EB1}" type="pres">
      <dgm:prSet presAssocID="{3C7D6C3D-118F-44B9-BA71-283AB269B3AD}" presName="connectorText" presStyleLbl="sibTrans2D1" presStyleIdx="0" presStyleCnt="2"/>
      <dgm:spPr/>
    </dgm:pt>
    <dgm:pt modelId="{AC4CB85B-8A01-4C80-89D4-16B7BB0E8D0E}" type="pres">
      <dgm:prSet presAssocID="{40012ACD-5C76-448B-98DA-1FBCBA309B02}" presName="node" presStyleLbl="node1" presStyleIdx="1" presStyleCnt="3">
        <dgm:presLayoutVars>
          <dgm:bulletEnabled val="1"/>
        </dgm:presLayoutVars>
      </dgm:prSet>
      <dgm:spPr/>
    </dgm:pt>
    <dgm:pt modelId="{D485CFBF-213C-4D23-92BF-482BEBAEFAB0}" type="pres">
      <dgm:prSet presAssocID="{517BF1D0-ED2F-4226-B255-9C58AE5F64B2}" presName="sibTrans" presStyleLbl="sibTrans2D1" presStyleIdx="1" presStyleCnt="2"/>
      <dgm:spPr/>
    </dgm:pt>
    <dgm:pt modelId="{E2E5E90C-8126-481A-9320-2CE3C82E4EB6}" type="pres">
      <dgm:prSet presAssocID="{517BF1D0-ED2F-4226-B255-9C58AE5F64B2}" presName="connectorText" presStyleLbl="sibTrans2D1" presStyleIdx="1" presStyleCnt="2"/>
      <dgm:spPr/>
    </dgm:pt>
    <dgm:pt modelId="{342E05C9-B3CC-481E-92E7-1EE473B6F5EC}" type="pres">
      <dgm:prSet presAssocID="{D20FE352-6796-42EC-B2DA-BAEC2A3911CE}" presName="node" presStyleLbl="node1" presStyleIdx="2" presStyleCnt="3">
        <dgm:presLayoutVars>
          <dgm:bulletEnabled val="1"/>
        </dgm:presLayoutVars>
      </dgm:prSet>
      <dgm:spPr/>
    </dgm:pt>
  </dgm:ptLst>
  <dgm:cxnLst>
    <dgm:cxn modelId="{252E240E-2022-498E-AF9F-9862FCEB8743}" srcId="{8F888487-D61D-489D-801D-6D9035FF0289}" destId="{292354FE-BD4D-4ED8-AAEC-B24B5F472049}" srcOrd="0" destOrd="0" parTransId="{6AD047C4-4BF1-4BF9-A25F-B6D42BD5ADC4}" sibTransId="{3C7D6C3D-118F-44B9-BA71-283AB269B3AD}"/>
    <dgm:cxn modelId="{2264A817-4A5F-49E1-929D-579B57E60B39}" type="presOf" srcId="{8F888487-D61D-489D-801D-6D9035FF0289}" destId="{92231111-06B9-46EF-A6DB-75D74E3252E8}" srcOrd="0" destOrd="0" presId="urn:microsoft.com/office/officeart/2005/8/layout/process2"/>
    <dgm:cxn modelId="{C7A6875E-68DF-4E3A-830C-7B3259FE6817}" type="presOf" srcId="{40012ACD-5C76-448B-98DA-1FBCBA309B02}" destId="{AC4CB85B-8A01-4C80-89D4-16B7BB0E8D0E}" srcOrd="0" destOrd="0" presId="urn:microsoft.com/office/officeart/2005/8/layout/process2"/>
    <dgm:cxn modelId="{44FF3849-C62C-42B1-A139-5DBF5C4B7A1C}" type="presOf" srcId="{292354FE-BD4D-4ED8-AAEC-B24B5F472049}" destId="{AE0F0D98-73C6-44AB-AD22-382534F84364}" srcOrd="0" destOrd="0" presId="urn:microsoft.com/office/officeart/2005/8/layout/process2"/>
    <dgm:cxn modelId="{0DF6C172-C198-459D-9FAE-C69A830B120F}" type="presOf" srcId="{517BF1D0-ED2F-4226-B255-9C58AE5F64B2}" destId="{D485CFBF-213C-4D23-92BF-482BEBAEFAB0}" srcOrd="0" destOrd="0" presId="urn:microsoft.com/office/officeart/2005/8/layout/process2"/>
    <dgm:cxn modelId="{CF929B86-C15F-4C81-99CB-1CA69F6C0FB9}" type="presOf" srcId="{3C7D6C3D-118F-44B9-BA71-283AB269B3AD}" destId="{FB4B2A8F-1AAB-4E0E-837E-09648BD09EB1}" srcOrd="1" destOrd="0" presId="urn:microsoft.com/office/officeart/2005/8/layout/process2"/>
    <dgm:cxn modelId="{9F12B697-0E92-4D5D-99EA-F62992E6B469}" srcId="{8F888487-D61D-489D-801D-6D9035FF0289}" destId="{D20FE352-6796-42EC-B2DA-BAEC2A3911CE}" srcOrd="2" destOrd="0" parTransId="{B9EF5034-436A-45C4-8526-DAD5AD93B253}" sibTransId="{35ECCC5F-8152-454B-9BF9-84C005FCC790}"/>
    <dgm:cxn modelId="{8C1C4399-4687-4B02-A42A-53ED83A0DC41}" srcId="{8F888487-D61D-489D-801D-6D9035FF0289}" destId="{40012ACD-5C76-448B-98DA-1FBCBA309B02}" srcOrd="1" destOrd="0" parTransId="{EEB0EEBD-E78A-4BB9-AF1A-7FC3D8AE1DFF}" sibTransId="{517BF1D0-ED2F-4226-B255-9C58AE5F64B2}"/>
    <dgm:cxn modelId="{4FD5BCC1-A9A8-48B0-BF3C-EFA4DCCA1817}" type="presOf" srcId="{3C7D6C3D-118F-44B9-BA71-283AB269B3AD}" destId="{62AE1C06-6A3B-4A3B-968D-5BDF34B6ABFF}" srcOrd="0" destOrd="0" presId="urn:microsoft.com/office/officeart/2005/8/layout/process2"/>
    <dgm:cxn modelId="{9901E2D7-682F-4A3A-998E-4E5E0DFA781C}" type="presOf" srcId="{517BF1D0-ED2F-4226-B255-9C58AE5F64B2}" destId="{E2E5E90C-8126-481A-9320-2CE3C82E4EB6}" srcOrd="1" destOrd="0" presId="urn:microsoft.com/office/officeart/2005/8/layout/process2"/>
    <dgm:cxn modelId="{C1BD7DDE-C760-4C72-9DC4-2A3922CE49B1}" type="presOf" srcId="{D20FE352-6796-42EC-B2DA-BAEC2A3911CE}" destId="{342E05C9-B3CC-481E-92E7-1EE473B6F5EC}" srcOrd="0" destOrd="0" presId="urn:microsoft.com/office/officeart/2005/8/layout/process2"/>
    <dgm:cxn modelId="{A590A21B-E267-47AA-8DCE-96D9C05FCC40}" type="presParOf" srcId="{92231111-06B9-46EF-A6DB-75D74E3252E8}" destId="{AE0F0D98-73C6-44AB-AD22-382534F84364}" srcOrd="0" destOrd="0" presId="urn:microsoft.com/office/officeart/2005/8/layout/process2"/>
    <dgm:cxn modelId="{5B317E96-0AFD-4442-B790-C90EBB69D2E1}" type="presParOf" srcId="{92231111-06B9-46EF-A6DB-75D74E3252E8}" destId="{62AE1C06-6A3B-4A3B-968D-5BDF34B6ABFF}" srcOrd="1" destOrd="0" presId="urn:microsoft.com/office/officeart/2005/8/layout/process2"/>
    <dgm:cxn modelId="{A6C4D6E3-CCA6-471B-BB3C-A77882FB3C45}" type="presParOf" srcId="{62AE1C06-6A3B-4A3B-968D-5BDF34B6ABFF}" destId="{FB4B2A8F-1AAB-4E0E-837E-09648BD09EB1}" srcOrd="0" destOrd="0" presId="urn:microsoft.com/office/officeart/2005/8/layout/process2"/>
    <dgm:cxn modelId="{58DF4078-A2F5-4419-A1D0-3766B5E4B4B7}" type="presParOf" srcId="{92231111-06B9-46EF-A6DB-75D74E3252E8}" destId="{AC4CB85B-8A01-4C80-89D4-16B7BB0E8D0E}" srcOrd="2" destOrd="0" presId="urn:microsoft.com/office/officeart/2005/8/layout/process2"/>
    <dgm:cxn modelId="{B104C4E0-2E6E-4C99-9EE9-95B766263466}" type="presParOf" srcId="{92231111-06B9-46EF-A6DB-75D74E3252E8}" destId="{D485CFBF-213C-4D23-92BF-482BEBAEFAB0}" srcOrd="3" destOrd="0" presId="urn:microsoft.com/office/officeart/2005/8/layout/process2"/>
    <dgm:cxn modelId="{5CFF66A7-3F29-4B11-A678-546C4CDA4919}" type="presParOf" srcId="{D485CFBF-213C-4D23-92BF-482BEBAEFAB0}" destId="{E2E5E90C-8126-481A-9320-2CE3C82E4EB6}" srcOrd="0" destOrd="0" presId="urn:microsoft.com/office/officeart/2005/8/layout/process2"/>
    <dgm:cxn modelId="{6BEE5A1D-1364-4673-B5C5-2C0E05ACB847}" type="presParOf" srcId="{92231111-06B9-46EF-A6DB-75D74E3252E8}" destId="{342E05C9-B3CC-481E-92E7-1EE473B6F5EC}" srcOrd="4" destOrd="0" presId="urn:microsoft.com/office/officeart/2005/8/layout/process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9E6FABF-C625-4EAC-9309-F433E677B4ED}" type="doc">
      <dgm:prSet loTypeId="urn:microsoft.com/office/officeart/2005/8/layout/process1" loCatId="process" qsTypeId="urn:microsoft.com/office/officeart/2005/8/quickstyle/simple1" qsCatId="simple" csTypeId="urn:microsoft.com/office/officeart/2005/8/colors/accent1_2" csCatId="accent1" phldr="1"/>
      <dgm:spPr/>
    </dgm:pt>
    <dgm:pt modelId="{849CAA32-CA15-44F9-A974-781B7C3D61ED}">
      <dgm:prSet phldrT="[Text]"/>
      <dgm:spPr/>
      <dgm:t>
        <a:bodyPr/>
        <a:lstStyle/>
        <a:p>
          <a:r>
            <a:rPr lang="de-DE" dirty="0"/>
            <a:t>System A</a:t>
          </a:r>
        </a:p>
      </dgm:t>
    </dgm:pt>
    <dgm:pt modelId="{6B4B73C4-4028-48D1-8381-5634EB2BBA56}" type="parTrans" cxnId="{73F3D251-E2A1-48CB-9F77-2CE631CCDCDA}">
      <dgm:prSet/>
      <dgm:spPr/>
      <dgm:t>
        <a:bodyPr/>
        <a:lstStyle/>
        <a:p>
          <a:endParaRPr lang="de-DE"/>
        </a:p>
      </dgm:t>
    </dgm:pt>
    <dgm:pt modelId="{9BFF5EB8-2050-422D-B733-5FEB80DB6163}" type="sibTrans" cxnId="{73F3D251-E2A1-48CB-9F77-2CE631CCDCDA}">
      <dgm:prSet/>
      <dgm:spPr/>
      <dgm:t>
        <a:bodyPr/>
        <a:lstStyle/>
        <a:p>
          <a:endParaRPr lang="de-DE"/>
        </a:p>
      </dgm:t>
    </dgm:pt>
    <dgm:pt modelId="{35AAA7E8-6FB4-4E49-81DB-0C8620654829}">
      <dgm:prSet phldrT="[Text]"/>
      <dgm:spPr/>
      <dgm:t>
        <a:bodyPr/>
        <a:lstStyle/>
        <a:p>
          <a:r>
            <a:rPr lang="de-DE" dirty="0"/>
            <a:t>Anfrage</a:t>
          </a:r>
        </a:p>
      </dgm:t>
    </dgm:pt>
    <dgm:pt modelId="{D0DFE44E-D224-4D45-8497-153AA6AC84A0}" type="parTrans" cxnId="{33C95668-D825-4FC5-BBE1-4C69B4F42B34}">
      <dgm:prSet/>
      <dgm:spPr/>
      <dgm:t>
        <a:bodyPr/>
        <a:lstStyle/>
        <a:p>
          <a:endParaRPr lang="de-DE"/>
        </a:p>
      </dgm:t>
    </dgm:pt>
    <dgm:pt modelId="{BDC99CEE-676F-4B51-AB58-43D13772AEC1}" type="sibTrans" cxnId="{33C95668-D825-4FC5-BBE1-4C69B4F42B34}">
      <dgm:prSet/>
      <dgm:spPr/>
      <dgm:t>
        <a:bodyPr/>
        <a:lstStyle/>
        <a:p>
          <a:endParaRPr lang="de-DE"/>
        </a:p>
      </dgm:t>
    </dgm:pt>
    <dgm:pt modelId="{01B79621-5C47-450F-ABCC-2D9A5F435AAD}">
      <dgm:prSet phldrT="[Text]"/>
      <dgm:spPr/>
      <dgm:t>
        <a:bodyPr/>
        <a:lstStyle/>
        <a:p>
          <a:r>
            <a:rPr lang="de-DE" dirty="0"/>
            <a:t>System B</a:t>
          </a:r>
        </a:p>
      </dgm:t>
    </dgm:pt>
    <dgm:pt modelId="{4B7BA312-A79D-4C22-ADB5-87FB29297DDB}" type="parTrans" cxnId="{B37E6BCE-ED27-4688-848F-6F27A695CC8E}">
      <dgm:prSet/>
      <dgm:spPr/>
      <dgm:t>
        <a:bodyPr/>
        <a:lstStyle/>
        <a:p>
          <a:endParaRPr lang="de-DE"/>
        </a:p>
      </dgm:t>
    </dgm:pt>
    <dgm:pt modelId="{F96D9237-4B4B-463F-BAB4-3D5D87894F0A}" type="sibTrans" cxnId="{B37E6BCE-ED27-4688-848F-6F27A695CC8E}">
      <dgm:prSet/>
      <dgm:spPr/>
      <dgm:t>
        <a:bodyPr/>
        <a:lstStyle/>
        <a:p>
          <a:endParaRPr lang="de-DE"/>
        </a:p>
      </dgm:t>
    </dgm:pt>
    <dgm:pt modelId="{7302BA35-9BA8-47C8-BBAA-CFA6D1717701}" type="pres">
      <dgm:prSet presAssocID="{C9E6FABF-C625-4EAC-9309-F433E677B4ED}" presName="Name0" presStyleCnt="0">
        <dgm:presLayoutVars>
          <dgm:dir/>
          <dgm:resizeHandles val="exact"/>
        </dgm:presLayoutVars>
      </dgm:prSet>
      <dgm:spPr/>
    </dgm:pt>
    <dgm:pt modelId="{4FDB8E2D-0EAD-4AF8-9C82-9F501A5787D1}" type="pres">
      <dgm:prSet presAssocID="{849CAA32-CA15-44F9-A974-781B7C3D61ED}" presName="node" presStyleLbl="node1" presStyleIdx="0" presStyleCnt="3">
        <dgm:presLayoutVars>
          <dgm:bulletEnabled val="1"/>
        </dgm:presLayoutVars>
      </dgm:prSet>
      <dgm:spPr/>
    </dgm:pt>
    <dgm:pt modelId="{003533E3-C11D-4584-8610-92F472477693}" type="pres">
      <dgm:prSet presAssocID="{9BFF5EB8-2050-422D-B733-5FEB80DB6163}" presName="sibTrans" presStyleLbl="sibTrans2D1" presStyleIdx="0" presStyleCnt="2"/>
      <dgm:spPr/>
    </dgm:pt>
    <dgm:pt modelId="{563222CD-7DD0-41E1-A342-B62A13947BB5}" type="pres">
      <dgm:prSet presAssocID="{9BFF5EB8-2050-422D-B733-5FEB80DB6163}" presName="connectorText" presStyleLbl="sibTrans2D1" presStyleIdx="0" presStyleCnt="2"/>
      <dgm:spPr/>
    </dgm:pt>
    <dgm:pt modelId="{9D630968-26E6-4FDF-A982-461513597835}" type="pres">
      <dgm:prSet presAssocID="{35AAA7E8-6FB4-4E49-81DB-0C8620654829}" presName="node" presStyleLbl="node1" presStyleIdx="1" presStyleCnt="3">
        <dgm:presLayoutVars>
          <dgm:bulletEnabled val="1"/>
        </dgm:presLayoutVars>
      </dgm:prSet>
      <dgm:spPr/>
    </dgm:pt>
    <dgm:pt modelId="{5F0D8775-E5E2-44BD-8640-59EC434242A4}" type="pres">
      <dgm:prSet presAssocID="{BDC99CEE-676F-4B51-AB58-43D13772AEC1}" presName="sibTrans" presStyleLbl="sibTrans2D1" presStyleIdx="1" presStyleCnt="2"/>
      <dgm:spPr/>
    </dgm:pt>
    <dgm:pt modelId="{F0CCD400-5518-45B9-B85C-5E9BBDDB94B2}" type="pres">
      <dgm:prSet presAssocID="{BDC99CEE-676F-4B51-AB58-43D13772AEC1}" presName="connectorText" presStyleLbl="sibTrans2D1" presStyleIdx="1" presStyleCnt="2"/>
      <dgm:spPr/>
    </dgm:pt>
    <dgm:pt modelId="{84AFC852-A072-4D40-9E61-4BD7B532547F}" type="pres">
      <dgm:prSet presAssocID="{01B79621-5C47-450F-ABCC-2D9A5F435AAD}" presName="node" presStyleLbl="node1" presStyleIdx="2" presStyleCnt="3">
        <dgm:presLayoutVars>
          <dgm:bulletEnabled val="1"/>
        </dgm:presLayoutVars>
      </dgm:prSet>
      <dgm:spPr/>
    </dgm:pt>
  </dgm:ptLst>
  <dgm:cxnLst>
    <dgm:cxn modelId="{73CC832E-3120-4449-870B-1940A1D605AA}" type="presOf" srcId="{9BFF5EB8-2050-422D-B733-5FEB80DB6163}" destId="{563222CD-7DD0-41E1-A342-B62A13947BB5}" srcOrd="1" destOrd="0" presId="urn:microsoft.com/office/officeart/2005/8/layout/process1"/>
    <dgm:cxn modelId="{466EF731-F894-4479-951E-1B35F3C8B9D8}" type="presOf" srcId="{BDC99CEE-676F-4B51-AB58-43D13772AEC1}" destId="{5F0D8775-E5E2-44BD-8640-59EC434242A4}" srcOrd="0" destOrd="0" presId="urn:microsoft.com/office/officeart/2005/8/layout/process1"/>
    <dgm:cxn modelId="{71634A60-F97C-40CD-A7C3-F23E1E50097D}" type="presOf" srcId="{849CAA32-CA15-44F9-A974-781B7C3D61ED}" destId="{4FDB8E2D-0EAD-4AF8-9C82-9F501A5787D1}" srcOrd="0" destOrd="0" presId="urn:microsoft.com/office/officeart/2005/8/layout/process1"/>
    <dgm:cxn modelId="{33C95668-D825-4FC5-BBE1-4C69B4F42B34}" srcId="{C9E6FABF-C625-4EAC-9309-F433E677B4ED}" destId="{35AAA7E8-6FB4-4E49-81DB-0C8620654829}" srcOrd="1" destOrd="0" parTransId="{D0DFE44E-D224-4D45-8497-153AA6AC84A0}" sibTransId="{BDC99CEE-676F-4B51-AB58-43D13772AEC1}"/>
    <dgm:cxn modelId="{34B8E94D-0560-459C-800B-EA67833E0ADA}" type="presOf" srcId="{9BFF5EB8-2050-422D-B733-5FEB80DB6163}" destId="{003533E3-C11D-4584-8610-92F472477693}" srcOrd="0" destOrd="0" presId="urn:microsoft.com/office/officeart/2005/8/layout/process1"/>
    <dgm:cxn modelId="{73F3D251-E2A1-48CB-9F77-2CE631CCDCDA}" srcId="{C9E6FABF-C625-4EAC-9309-F433E677B4ED}" destId="{849CAA32-CA15-44F9-A974-781B7C3D61ED}" srcOrd="0" destOrd="0" parTransId="{6B4B73C4-4028-48D1-8381-5634EB2BBA56}" sibTransId="{9BFF5EB8-2050-422D-B733-5FEB80DB6163}"/>
    <dgm:cxn modelId="{BAB6E581-C6AC-4062-8E93-3CB1B0782F50}" type="presOf" srcId="{35AAA7E8-6FB4-4E49-81DB-0C8620654829}" destId="{9D630968-26E6-4FDF-A982-461513597835}" srcOrd="0" destOrd="0" presId="urn:microsoft.com/office/officeart/2005/8/layout/process1"/>
    <dgm:cxn modelId="{EE86BFA1-BC03-4962-96E9-E34CA684B498}" type="presOf" srcId="{C9E6FABF-C625-4EAC-9309-F433E677B4ED}" destId="{7302BA35-9BA8-47C8-BBAA-CFA6D1717701}" srcOrd="0" destOrd="0" presId="urn:microsoft.com/office/officeart/2005/8/layout/process1"/>
    <dgm:cxn modelId="{20EA1FC1-5271-419C-A797-6DD13237C33D}" type="presOf" srcId="{BDC99CEE-676F-4B51-AB58-43D13772AEC1}" destId="{F0CCD400-5518-45B9-B85C-5E9BBDDB94B2}" srcOrd="1" destOrd="0" presId="urn:microsoft.com/office/officeart/2005/8/layout/process1"/>
    <dgm:cxn modelId="{B37E6BCE-ED27-4688-848F-6F27A695CC8E}" srcId="{C9E6FABF-C625-4EAC-9309-F433E677B4ED}" destId="{01B79621-5C47-450F-ABCC-2D9A5F435AAD}" srcOrd="2" destOrd="0" parTransId="{4B7BA312-A79D-4C22-ADB5-87FB29297DDB}" sibTransId="{F96D9237-4B4B-463F-BAB4-3D5D87894F0A}"/>
    <dgm:cxn modelId="{B002BFFF-7FE9-4C36-8637-A4C8FE30314B}" type="presOf" srcId="{01B79621-5C47-450F-ABCC-2D9A5F435AAD}" destId="{84AFC852-A072-4D40-9E61-4BD7B532547F}" srcOrd="0" destOrd="0" presId="urn:microsoft.com/office/officeart/2005/8/layout/process1"/>
    <dgm:cxn modelId="{492E3367-9306-47F6-8A0C-630E1849B661}" type="presParOf" srcId="{7302BA35-9BA8-47C8-BBAA-CFA6D1717701}" destId="{4FDB8E2D-0EAD-4AF8-9C82-9F501A5787D1}" srcOrd="0" destOrd="0" presId="urn:microsoft.com/office/officeart/2005/8/layout/process1"/>
    <dgm:cxn modelId="{65475888-EACC-48EC-9A62-A6ED5BCE645E}" type="presParOf" srcId="{7302BA35-9BA8-47C8-BBAA-CFA6D1717701}" destId="{003533E3-C11D-4584-8610-92F472477693}" srcOrd="1" destOrd="0" presId="urn:microsoft.com/office/officeart/2005/8/layout/process1"/>
    <dgm:cxn modelId="{C5C74B4B-31E1-46BF-A982-9B461D355435}" type="presParOf" srcId="{003533E3-C11D-4584-8610-92F472477693}" destId="{563222CD-7DD0-41E1-A342-B62A13947BB5}" srcOrd="0" destOrd="0" presId="urn:microsoft.com/office/officeart/2005/8/layout/process1"/>
    <dgm:cxn modelId="{479472E4-13BD-411B-946D-4DECAF16E80A}" type="presParOf" srcId="{7302BA35-9BA8-47C8-BBAA-CFA6D1717701}" destId="{9D630968-26E6-4FDF-A982-461513597835}" srcOrd="2" destOrd="0" presId="urn:microsoft.com/office/officeart/2005/8/layout/process1"/>
    <dgm:cxn modelId="{F086C705-5A5E-43BE-8F3D-8460E46948CC}" type="presParOf" srcId="{7302BA35-9BA8-47C8-BBAA-CFA6D1717701}" destId="{5F0D8775-E5E2-44BD-8640-59EC434242A4}" srcOrd="3" destOrd="0" presId="urn:microsoft.com/office/officeart/2005/8/layout/process1"/>
    <dgm:cxn modelId="{385CCE7A-2B10-448B-B8D9-68E81312FBC8}" type="presParOf" srcId="{5F0D8775-E5E2-44BD-8640-59EC434242A4}" destId="{F0CCD400-5518-45B9-B85C-5E9BBDDB94B2}" srcOrd="0" destOrd="0" presId="urn:microsoft.com/office/officeart/2005/8/layout/process1"/>
    <dgm:cxn modelId="{F4C5EE6E-FCE6-47A7-8DF3-285E661C5A2E}" type="presParOf" srcId="{7302BA35-9BA8-47C8-BBAA-CFA6D1717701}" destId="{84AFC852-A072-4D40-9E61-4BD7B532547F}"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9E6FABF-C625-4EAC-9309-F433E677B4ED}" type="doc">
      <dgm:prSet loTypeId="urn:microsoft.com/office/officeart/2005/8/layout/process1" loCatId="process" qsTypeId="urn:microsoft.com/office/officeart/2005/8/quickstyle/simple1" qsCatId="simple" csTypeId="urn:microsoft.com/office/officeart/2005/8/colors/accent1_2" csCatId="accent1" phldr="1"/>
      <dgm:spPr/>
    </dgm:pt>
    <dgm:pt modelId="{849CAA32-CA15-44F9-A974-781B7C3D61ED}">
      <dgm:prSet phldrT="[Text]"/>
      <dgm:spPr/>
      <dgm:t>
        <a:bodyPr/>
        <a:lstStyle/>
        <a:p>
          <a:r>
            <a:rPr lang="de-DE" dirty="0"/>
            <a:t>System B</a:t>
          </a:r>
        </a:p>
      </dgm:t>
    </dgm:pt>
    <dgm:pt modelId="{6B4B73C4-4028-48D1-8381-5634EB2BBA56}" type="parTrans" cxnId="{73F3D251-E2A1-48CB-9F77-2CE631CCDCDA}">
      <dgm:prSet/>
      <dgm:spPr/>
      <dgm:t>
        <a:bodyPr/>
        <a:lstStyle/>
        <a:p>
          <a:endParaRPr lang="de-DE"/>
        </a:p>
      </dgm:t>
    </dgm:pt>
    <dgm:pt modelId="{9BFF5EB8-2050-422D-B733-5FEB80DB6163}" type="sibTrans" cxnId="{73F3D251-E2A1-48CB-9F77-2CE631CCDCDA}">
      <dgm:prSet/>
      <dgm:spPr/>
      <dgm:t>
        <a:bodyPr/>
        <a:lstStyle/>
        <a:p>
          <a:endParaRPr lang="de-DE"/>
        </a:p>
      </dgm:t>
    </dgm:pt>
    <dgm:pt modelId="{35AAA7E8-6FB4-4E49-81DB-0C8620654829}">
      <dgm:prSet phldrT="[Text]"/>
      <dgm:spPr/>
      <dgm:t>
        <a:bodyPr/>
        <a:lstStyle/>
        <a:p>
          <a:r>
            <a:rPr lang="de-DE" dirty="0"/>
            <a:t>Anfrage</a:t>
          </a:r>
        </a:p>
      </dgm:t>
    </dgm:pt>
    <dgm:pt modelId="{D0DFE44E-D224-4D45-8497-153AA6AC84A0}" type="parTrans" cxnId="{33C95668-D825-4FC5-BBE1-4C69B4F42B34}">
      <dgm:prSet/>
      <dgm:spPr/>
      <dgm:t>
        <a:bodyPr/>
        <a:lstStyle/>
        <a:p>
          <a:endParaRPr lang="de-DE"/>
        </a:p>
      </dgm:t>
    </dgm:pt>
    <dgm:pt modelId="{BDC99CEE-676F-4B51-AB58-43D13772AEC1}" type="sibTrans" cxnId="{33C95668-D825-4FC5-BBE1-4C69B4F42B34}">
      <dgm:prSet/>
      <dgm:spPr/>
      <dgm:t>
        <a:bodyPr/>
        <a:lstStyle/>
        <a:p>
          <a:endParaRPr lang="de-DE"/>
        </a:p>
      </dgm:t>
    </dgm:pt>
    <dgm:pt modelId="{01B79621-5C47-450F-ABCC-2D9A5F435AAD}">
      <dgm:prSet phldrT="[Text]"/>
      <dgm:spPr/>
      <dgm:t>
        <a:bodyPr/>
        <a:lstStyle/>
        <a:p>
          <a:r>
            <a:rPr lang="de-DE" dirty="0"/>
            <a:t>System A</a:t>
          </a:r>
        </a:p>
      </dgm:t>
    </dgm:pt>
    <dgm:pt modelId="{4B7BA312-A79D-4C22-ADB5-87FB29297DDB}" type="parTrans" cxnId="{B37E6BCE-ED27-4688-848F-6F27A695CC8E}">
      <dgm:prSet/>
      <dgm:spPr/>
      <dgm:t>
        <a:bodyPr/>
        <a:lstStyle/>
        <a:p>
          <a:endParaRPr lang="de-DE"/>
        </a:p>
      </dgm:t>
    </dgm:pt>
    <dgm:pt modelId="{F96D9237-4B4B-463F-BAB4-3D5D87894F0A}" type="sibTrans" cxnId="{B37E6BCE-ED27-4688-848F-6F27A695CC8E}">
      <dgm:prSet/>
      <dgm:spPr/>
      <dgm:t>
        <a:bodyPr/>
        <a:lstStyle/>
        <a:p>
          <a:endParaRPr lang="de-DE"/>
        </a:p>
      </dgm:t>
    </dgm:pt>
    <dgm:pt modelId="{7302BA35-9BA8-47C8-BBAA-CFA6D1717701}" type="pres">
      <dgm:prSet presAssocID="{C9E6FABF-C625-4EAC-9309-F433E677B4ED}" presName="Name0" presStyleCnt="0">
        <dgm:presLayoutVars>
          <dgm:dir val="rev"/>
          <dgm:resizeHandles val="exact"/>
        </dgm:presLayoutVars>
      </dgm:prSet>
      <dgm:spPr/>
    </dgm:pt>
    <dgm:pt modelId="{4FDB8E2D-0EAD-4AF8-9C82-9F501A5787D1}" type="pres">
      <dgm:prSet presAssocID="{849CAA32-CA15-44F9-A974-781B7C3D61ED}" presName="node" presStyleLbl="node1" presStyleIdx="0" presStyleCnt="3">
        <dgm:presLayoutVars>
          <dgm:bulletEnabled val="1"/>
        </dgm:presLayoutVars>
      </dgm:prSet>
      <dgm:spPr/>
    </dgm:pt>
    <dgm:pt modelId="{003533E3-C11D-4584-8610-92F472477693}" type="pres">
      <dgm:prSet presAssocID="{9BFF5EB8-2050-422D-B733-5FEB80DB6163}" presName="sibTrans" presStyleLbl="sibTrans2D1" presStyleIdx="0" presStyleCnt="2"/>
      <dgm:spPr/>
    </dgm:pt>
    <dgm:pt modelId="{563222CD-7DD0-41E1-A342-B62A13947BB5}" type="pres">
      <dgm:prSet presAssocID="{9BFF5EB8-2050-422D-B733-5FEB80DB6163}" presName="connectorText" presStyleLbl="sibTrans2D1" presStyleIdx="0" presStyleCnt="2"/>
      <dgm:spPr/>
    </dgm:pt>
    <dgm:pt modelId="{9D630968-26E6-4FDF-A982-461513597835}" type="pres">
      <dgm:prSet presAssocID="{35AAA7E8-6FB4-4E49-81DB-0C8620654829}" presName="node" presStyleLbl="node1" presStyleIdx="1" presStyleCnt="3">
        <dgm:presLayoutVars>
          <dgm:bulletEnabled val="1"/>
        </dgm:presLayoutVars>
      </dgm:prSet>
      <dgm:spPr/>
    </dgm:pt>
    <dgm:pt modelId="{5F0D8775-E5E2-44BD-8640-59EC434242A4}" type="pres">
      <dgm:prSet presAssocID="{BDC99CEE-676F-4B51-AB58-43D13772AEC1}" presName="sibTrans" presStyleLbl="sibTrans2D1" presStyleIdx="1" presStyleCnt="2"/>
      <dgm:spPr/>
    </dgm:pt>
    <dgm:pt modelId="{F0CCD400-5518-45B9-B85C-5E9BBDDB94B2}" type="pres">
      <dgm:prSet presAssocID="{BDC99CEE-676F-4B51-AB58-43D13772AEC1}" presName="connectorText" presStyleLbl="sibTrans2D1" presStyleIdx="1" presStyleCnt="2"/>
      <dgm:spPr/>
    </dgm:pt>
    <dgm:pt modelId="{84AFC852-A072-4D40-9E61-4BD7B532547F}" type="pres">
      <dgm:prSet presAssocID="{01B79621-5C47-450F-ABCC-2D9A5F435AAD}" presName="node" presStyleLbl="node1" presStyleIdx="2" presStyleCnt="3">
        <dgm:presLayoutVars>
          <dgm:bulletEnabled val="1"/>
        </dgm:presLayoutVars>
      </dgm:prSet>
      <dgm:spPr/>
    </dgm:pt>
  </dgm:ptLst>
  <dgm:cxnLst>
    <dgm:cxn modelId="{73CC832E-3120-4449-870B-1940A1D605AA}" type="presOf" srcId="{9BFF5EB8-2050-422D-B733-5FEB80DB6163}" destId="{563222CD-7DD0-41E1-A342-B62A13947BB5}" srcOrd="1" destOrd="0" presId="urn:microsoft.com/office/officeart/2005/8/layout/process1"/>
    <dgm:cxn modelId="{466EF731-F894-4479-951E-1B35F3C8B9D8}" type="presOf" srcId="{BDC99CEE-676F-4B51-AB58-43D13772AEC1}" destId="{5F0D8775-E5E2-44BD-8640-59EC434242A4}" srcOrd="0" destOrd="0" presId="urn:microsoft.com/office/officeart/2005/8/layout/process1"/>
    <dgm:cxn modelId="{71634A60-F97C-40CD-A7C3-F23E1E50097D}" type="presOf" srcId="{849CAA32-CA15-44F9-A974-781B7C3D61ED}" destId="{4FDB8E2D-0EAD-4AF8-9C82-9F501A5787D1}" srcOrd="0" destOrd="0" presId="urn:microsoft.com/office/officeart/2005/8/layout/process1"/>
    <dgm:cxn modelId="{33C95668-D825-4FC5-BBE1-4C69B4F42B34}" srcId="{C9E6FABF-C625-4EAC-9309-F433E677B4ED}" destId="{35AAA7E8-6FB4-4E49-81DB-0C8620654829}" srcOrd="1" destOrd="0" parTransId="{D0DFE44E-D224-4D45-8497-153AA6AC84A0}" sibTransId="{BDC99CEE-676F-4B51-AB58-43D13772AEC1}"/>
    <dgm:cxn modelId="{34B8E94D-0560-459C-800B-EA67833E0ADA}" type="presOf" srcId="{9BFF5EB8-2050-422D-B733-5FEB80DB6163}" destId="{003533E3-C11D-4584-8610-92F472477693}" srcOrd="0" destOrd="0" presId="urn:microsoft.com/office/officeart/2005/8/layout/process1"/>
    <dgm:cxn modelId="{73F3D251-E2A1-48CB-9F77-2CE631CCDCDA}" srcId="{C9E6FABF-C625-4EAC-9309-F433E677B4ED}" destId="{849CAA32-CA15-44F9-A974-781B7C3D61ED}" srcOrd="0" destOrd="0" parTransId="{6B4B73C4-4028-48D1-8381-5634EB2BBA56}" sibTransId="{9BFF5EB8-2050-422D-B733-5FEB80DB6163}"/>
    <dgm:cxn modelId="{BAB6E581-C6AC-4062-8E93-3CB1B0782F50}" type="presOf" srcId="{35AAA7E8-6FB4-4E49-81DB-0C8620654829}" destId="{9D630968-26E6-4FDF-A982-461513597835}" srcOrd="0" destOrd="0" presId="urn:microsoft.com/office/officeart/2005/8/layout/process1"/>
    <dgm:cxn modelId="{EE86BFA1-BC03-4962-96E9-E34CA684B498}" type="presOf" srcId="{C9E6FABF-C625-4EAC-9309-F433E677B4ED}" destId="{7302BA35-9BA8-47C8-BBAA-CFA6D1717701}" srcOrd="0" destOrd="0" presId="urn:microsoft.com/office/officeart/2005/8/layout/process1"/>
    <dgm:cxn modelId="{20EA1FC1-5271-419C-A797-6DD13237C33D}" type="presOf" srcId="{BDC99CEE-676F-4B51-AB58-43D13772AEC1}" destId="{F0CCD400-5518-45B9-B85C-5E9BBDDB94B2}" srcOrd="1" destOrd="0" presId="urn:microsoft.com/office/officeart/2005/8/layout/process1"/>
    <dgm:cxn modelId="{B37E6BCE-ED27-4688-848F-6F27A695CC8E}" srcId="{C9E6FABF-C625-4EAC-9309-F433E677B4ED}" destId="{01B79621-5C47-450F-ABCC-2D9A5F435AAD}" srcOrd="2" destOrd="0" parTransId="{4B7BA312-A79D-4C22-ADB5-87FB29297DDB}" sibTransId="{F96D9237-4B4B-463F-BAB4-3D5D87894F0A}"/>
    <dgm:cxn modelId="{B002BFFF-7FE9-4C36-8637-A4C8FE30314B}" type="presOf" srcId="{01B79621-5C47-450F-ABCC-2D9A5F435AAD}" destId="{84AFC852-A072-4D40-9E61-4BD7B532547F}" srcOrd="0" destOrd="0" presId="urn:microsoft.com/office/officeart/2005/8/layout/process1"/>
    <dgm:cxn modelId="{492E3367-9306-47F6-8A0C-630E1849B661}" type="presParOf" srcId="{7302BA35-9BA8-47C8-BBAA-CFA6D1717701}" destId="{4FDB8E2D-0EAD-4AF8-9C82-9F501A5787D1}" srcOrd="0" destOrd="0" presId="urn:microsoft.com/office/officeart/2005/8/layout/process1"/>
    <dgm:cxn modelId="{65475888-EACC-48EC-9A62-A6ED5BCE645E}" type="presParOf" srcId="{7302BA35-9BA8-47C8-BBAA-CFA6D1717701}" destId="{003533E3-C11D-4584-8610-92F472477693}" srcOrd="1" destOrd="0" presId="urn:microsoft.com/office/officeart/2005/8/layout/process1"/>
    <dgm:cxn modelId="{C5C74B4B-31E1-46BF-A982-9B461D355435}" type="presParOf" srcId="{003533E3-C11D-4584-8610-92F472477693}" destId="{563222CD-7DD0-41E1-A342-B62A13947BB5}" srcOrd="0" destOrd="0" presId="urn:microsoft.com/office/officeart/2005/8/layout/process1"/>
    <dgm:cxn modelId="{479472E4-13BD-411B-946D-4DECAF16E80A}" type="presParOf" srcId="{7302BA35-9BA8-47C8-BBAA-CFA6D1717701}" destId="{9D630968-26E6-4FDF-A982-461513597835}" srcOrd="2" destOrd="0" presId="urn:microsoft.com/office/officeart/2005/8/layout/process1"/>
    <dgm:cxn modelId="{F086C705-5A5E-43BE-8F3D-8460E46948CC}" type="presParOf" srcId="{7302BA35-9BA8-47C8-BBAA-CFA6D1717701}" destId="{5F0D8775-E5E2-44BD-8640-59EC434242A4}" srcOrd="3" destOrd="0" presId="urn:microsoft.com/office/officeart/2005/8/layout/process1"/>
    <dgm:cxn modelId="{385CCE7A-2B10-448B-B8D9-68E81312FBC8}" type="presParOf" srcId="{5F0D8775-E5E2-44BD-8640-59EC434242A4}" destId="{F0CCD400-5518-45B9-B85C-5E9BBDDB94B2}" srcOrd="0" destOrd="0" presId="urn:microsoft.com/office/officeart/2005/8/layout/process1"/>
    <dgm:cxn modelId="{F4C5EE6E-FCE6-47A7-8DF3-285E661C5A2E}" type="presParOf" srcId="{7302BA35-9BA8-47C8-BBAA-CFA6D1717701}" destId="{84AFC852-A072-4D40-9E61-4BD7B532547F}"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1A4A871-34A2-4544-845B-78F97D6054F8}" type="doc">
      <dgm:prSet loTypeId="urn:microsoft.com/office/officeart/2005/8/layout/process1" loCatId="process" qsTypeId="urn:microsoft.com/office/officeart/2005/8/quickstyle/simple1" qsCatId="simple" csTypeId="urn:microsoft.com/office/officeart/2005/8/colors/accent1_2" csCatId="accent1" phldr="1"/>
      <dgm:spPr/>
    </dgm:pt>
    <dgm:pt modelId="{E7A0E499-D05E-4097-B15C-33FD498B0BA0}">
      <dgm:prSet phldrT="[Text]"/>
      <dgm:spPr/>
      <dgm:t>
        <a:bodyPr/>
        <a:lstStyle/>
        <a:p>
          <a:r>
            <a:rPr lang="de-DE" dirty="0"/>
            <a:t>System A</a:t>
          </a:r>
        </a:p>
      </dgm:t>
    </dgm:pt>
    <dgm:pt modelId="{A3F4C4B0-5D09-4AB3-9181-43D8EBE6D450}" type="parTrans" cxnId="{F0DDF679-C04D-4AF9-8D21-99F3B757DEE0}">
      <dgm:prSet/>
      <dgm:spPr/>
      <dgm:t>
        <a:bodyPr/>
        <a:lstStyle/>
        <a:p>
          <a:endParaRPr lang="de-DE"/>
        </a:p>
      </dgm:t>
    </dgm:pt>
    <dgm:pt modelId="{446919A0-E45B-4D05-8D95-650942AC9E52}" type="sibTrans" cxnId="{F0DDF679-C04D-4AF9-8D21-99F3B757DEE0}">
      <dgm:prSet/>
      <dgm:spPr/>
      <dgm:t>
        <a:bodyPr/>
        <a:lstStyle/>
        <a:p>
          <a:endParaRPr lang="de-DE"/>
        </a:p>
      </dgm:t>
    </dgm:pt>
    <dgm:pt modelId="{E1111838-87B2-4C27-B48A-63FE5A5BF8C2}">
      <dgm:prSet phldrT="[Text]"/>
      <dgm:spPr/>
      <dgm:t>
        <a:bodyPr/>
        <a:lstStyle/>
        <a:p>
          <a:r>
            <a:rPr lang="de-DE" dirty="0"/>
            <a:t>„Trigger“</a:t>
          </a:r>
        </a:p>
      </dgm:t>
    </dgm:pt>
    <dgm:pt modelId="{A4A7EF14-887E-4664-9E10-9A62AA4D2130}" type="parTrans" cxnId="{65932FA5-3D1B-4DC6-BABD-67C7385CF07A}">
      <dgm:prSet/>
      <dgm:spPr/>
      <dgm:t>
        <a:bodyPr/>
        <a:lstStyle/>
        <a:p>
          <a:endParaRPr lang="de-DE"/>
        </a:p>
      </dgm:t>
    </dgm:pt>
    <dgm:pt modelId="{22205716-AC6B-4BF3-859A-28379A65D568}" type="sibTrans" cxnId="{65932FA5-3D1B-4DC6-BABD-67C7385CF07A}">
      <dgm:prSet/>
      <dgm:spPr/>
      <dgm:t>
        <a:bodyPr/>
        <a:lstStyle/>
        <a:p>
          <a:endParaRPr lang="de-DE"/>
        </a:p>
      </dgm:t>
    </dgm:pt>
    <dgm:pt modelId="{67F5683F-8AD3-4A16-ACEF-00B76559022C}">
      <dgm:prSet phldrT="[Text]"/>
      <dgm:spPr/>
      <dgm:t>
        <a:bodyPr/>
        <a:lstStyle/>
        <a:p>
          <a:r>
            <a:rPr lang="de-DE" dirty="0"/>
            <a:t>System B / C / D</a:t>
          </a:r>
        </a:p>
      </dgm:t>
    </dgm:pt>
    <dgm:pt modelId="{7EBD1144-3077-4B3E-8AEB-D592C98CDADC}" type="parTrans" cxnId="{66912D5D-E345-43C1-A2F7-01D3455B4706}">
      <dgm:prSet/>
      <dgm:spPr/>
      <dgm:t>
        <a:bodyPr/>
        <a:lstStyle/>
        <a:p>
          <a:endParaRPr lang="de-DE"/>
        </a:p>
      </dgm:t>
    </dgm:pt>
    <dgm:pt modelId="{94597996-CF4A-434F-8D17-AA1C95772C06}" type="sibTrans" cxnId="{66912D5D-E345-43C1-A2F7-01D3455B4706}">
      <dgm:prSet/>
      <dgm:spPr/>
      <dgm:t>
        <a:bodyPr/>
        <a:lstStyle/>
        <a:p>
          <a:endParaRPr lang="de-DE"/>
        </a:p>
      </dgm:t>
    </dgm:pt>
    <dgm:pt modelId="{0C3F4708-1B1F-4AF2-A178-9BB37B6B7834}" type="pres">
      <dgm:prSet presAssocID="{71A4A871-34A2-4544-845B-78F97D6054F8}" presName="Name0" presStyleCnt="0">
        <dgm:presLayoutVars>
          <dgm:dir/>
          <dgm:resizeHandles val="exact"/>
        </dgm:presLayoutVars>
      </dgm:prSet>
      <dgm:spPr/>
    </dgm:pt>
    <dgm:pt modelId="{FE31DABD-4CC3-4C1A-A53F-24422AC7FC3F}" type="pres">
      <dgm:prSet presAssocID="{E7A0E499-D05E-4097-B15C-33FD498B0BA0}" presName="node" presStyleLbl="node1" presStyleIdx="0" presStyleCnt="3" custScaleX="184756" custLinFactX="155028" custLinFactY="-193900" custLinFactNeighborX="200000" custLinFactNeighborY="-200000">
        <dgm:presLayoutVars>
          <dgm:bulletEnabled val="1"/>
        </dgm:presLayoutVars>
      </dgm:prSet>
      <dgm:spPr/>
    </dgm:pt>
    <dgm:pt modelId="{EBC68EF2-C7A6-4361-B762-03EAB19A3EBD}" type="pres">
      <dgm:prSet presAssocID="{446919A0-E45B-4D05-8D95-650942AC9E52}" presName="sibTrans" presStyleLbl="sibTrans2D1" presStyleIdx="0" presStyleCnt="2"/>
      <dgm:spPr/>
    </dgm:pt>
    <dgm:pt modelId="{2E054E13-623F-48BC-853C-7095C0357919}" type="pres">
      <dgm:prSet presAssocID="{446919A0-E45B-4D05-8D95-650942AC9E52}" presName="connectorText" presStyleLbl="sibTrans2D1" presStyleIdx="0" presStyleCnt="2"/>
      <dgm:spPr/>
    </dgm:pt>
    <dgm:pt modelId="{9358AFAC-60DA-4310-900E-1AB74CEE8223}" type="pres">
      <dgm:prSet presAssocID="{E1111838-87B2-4C27-B48A-63FE5A5BF8C2}" presName="node" presStyleLbl="node1" presStyleIdx="1" presStyleCnt="3" custScaleX="199224" custLinFactY="-100000" custLinFactNeighborX="10689" custLinFactNeighborY="-126195">
        <dgm:presLayoutVars>
          <dgm:bulletEnabled val="1"/>
        </dgm:presLayoutVars>
      </dgm:prSet>
      <dgm:spPr/>
    </dgm:pt>
    <dgm:pt modelId="{CFA4C43B-D8B7-42AD-A8D2-E03DBC879D85}" type="pres">
      <dgm:prSet presAssocID="{22205716-AC6B-4BF3-859A-28379A65D568}" presName="sibTrans" presStyleLbl="sibTrans2D1" presStyleIdx="1" presStyleCnt="2"/>
      <dgm:spPr/>
    </dgm:pt>
    <dgm:pt modelId="{665D15CE-518D-4C6D-BA5A-25D91C7F1809}" type="pres">
      <dgm:prSet presAssocID="{22205716-AC6B-4BF3-859A-28379A65D568}" presName="connectorText" presStyleLbl="sibTrans2D1" presStyleIdx="1" presStyleCnt="2"/>
      <dgm:spPr/>
    </dgm:pt>
    <dgm:pt modelId="{89F52926-E9B1-4E98-A064-2F6A48471878}" type="pres">
      <dgm:prSet presAssocID="{67F5683F-8AD3-4A16-ACEF-00B76559022C}" presName="node" presStyleLbl="node1" presStyleIdx="2" presStyleCnt="3" custScaleX="292538" custLinFactX="-200000" custLinFactNeighborX="-206494" custLinFactNeighborY="-66481">
        <dgm:presLayoutVars>
          <dgm:bulletEnabled val="1"/>
        </dgm:presLayoutVars>
      </dgm:prSet>
      <dgm:spPr/>
    </dgm:pt>
  </dgm:ptLst>
  <dgm:cxnLst>
    <dgm:cxn modelId="{05054802-95A9-4905-A234-A4C0F5446010}" type="presOf" srcId="{446919A0-E45B-4D05-8D95-650942AC9E52}" destId="{2E054E13-623F-48BC-853C-7095C0357919}" srcOrd="1" destOrd="0" presId="urn:microsoft.com/office/officeart/2005/8/layout/process1"/>
    <dgm:cxn modelId="{D021FC30-4FB5-4083-A0EE-D77C2BBD661D}" type="presOf" srcId="{22205716-AC6B-4BF3-859A-28379A65D568}" destId="{CFA4C43B-D8B7-42AD-A8D2-E03DBC879D85}" srcOrd="0" destOrd="0" presId="urn:microsoft.com/office/officeart/2005/8/layout/process1"/>
    <dgm:cxn modelId="{66912D5D-E345-43C1-A2F7-01D3455B4706}" srcId="{71A4A871-34A2-4544-845B-78F97D6054F8}" destId="{67F5683F-8AD3-4A16-ACEF-00B76559022C}" srcOrd="2" destOrd="0" parTransId="{7EBD1144-3077-4B3E-8AEB-D592C98CDADC}" sibTransId="{94597996-CF4A-434F-8D17-AA1C95772C06}"/>
    <dgm:cxn modelId="{D30EEF41-1C9D-4278-B879-5AE2C21C13B1}" type="presOf" srcId="{E7A0E499-D05E-4097-B15C-33FD498B0BA0}" destId="{FE31DABD-4CC3-4C1A-A53F-24422AC7FC3F}" srcOrd="0" destOrd="0" presId="urn:microsoft.com/office/officeart/2005/8/layout/process1"/>
    <dgm:cxn modelId="{FB4FF346-2C76-4826-82FB-AAD5E0FA2A9D}" type="presOf" srcId="{22205716-AC6B-4BF3-859A-28379A65D568}" destId="{665D15CE-518D-4C6D-BA5A-25D91C7F1809}" srcOrd="1" destOrd="0" presId="urn:microsoft.com/office/officeart/2005/8/layout/process1"/>
    <dgm:cxn modelId="{8B2DAA73-447A-4AF4-A7B4-46D8D646058A}" type="presOf" srcId="{67F5683F-8AD3-4A16-ACEF-00B76559022C}" destId="{89F52926-E9B1-4E98-A064-2F6A48471878}" srcOrd="0" destOrd="0" presId="urn:microsoft.com/office/officeart/2005/8/layout/process1"/>
    <dgm:cxn modelId="{CBE5EA75-035D-45A0-A2A1-1F093689E518}" type="presOf" srcId="{71A4A871-34A2-4544-845B-78F97D6054F8}" destId="{0C3F4708-1B1F-4AF2-A178-9BB37B6B7834}" srcOrd="0" destOrd="0" presId="urn:microsoft.com/office/officeart/2005/8/layout/process1"/>
    <dgm:cxn modelId="{F0DDF679-C04D-4AF9-8D21-99F3B757DEE0}" srcId="{71A4A871-34A2-4544-845B-78F97D6054F8}" destId="{E7A0E499-D05E-4097-B15C-33FD498B0BA0}" srcOrd="0" destOrd="0" parTransId="{A3F4C4B0-5D09-4AB3-9181-43D8EBE6D450}" sibTransId="{446919A0-E45B-4D05-8D95-650942AC9E52}"/>
    <dgm:cxn modelId="{65932FA5-3D1B-4DC6-BABD-67C7385CF07A}" srcId="{71A4A871-34A2-4544-845B-78F97D6054F8}" destId="{E1111838-87B2-4C27-B48A-63FE5A5BF8C2}" srcOrd="1" destOrd="0" parTransId="{A4A7EF14-887E-4664-9E10-9A62AA4D2130}" sibTransId="{22205716-AC6B-4BF3-859A-28379A65D568}"/>
    <dgm:cxn modelId="{954252D3-9355-4E7E-9397-0ED5C606145E}" type="presOf" srcId="{E1111838-87B2-4C27-B48A-63FE5A5BF8C2}" destId="{9358AFAC-60DA-4310-900E-1AB74CEE8223}" srcOrd="0" destOrd="0" presId="urn:microsoft.com/office/officeart/2005/8/layout/process1"/>
    <dgm:cxn modelId="{A76247EC-0D08-4690-AC60-7203D47CCD19}" type="presOf" srcId="{446919A0-E45B-4D05-8D95-650942AC9E52}" destId="{EBC68EF2-C7A6-4361-B762-03EAB19A3EBD}" srcOrd="0" destOrd="0" presId="urn:microsoft.com/office/officeart/2005/8/layout/process1"/>
    <dgm:cxn modelId="{60E926DB-1DBE-420B-B27A-59D94A36C23C}" type="presParOf" srcId="{0C3F4708-1B1F-4AF2-A178-9BB37B6B7834}" destId="{FE31DABD-4CC3-4C1A-A53F-24422AC7FC3F}" srcOrd="0" destOrd="0" presId="urn:microsoft.com/office/officeart/2005/8/layout/process1"/>
    <dgm:cxn modelId="{AC6D341C-5891-468F-9859-AE79290A7A61}" type="presParOf" srcId="{0C3F4708-1B1F-4AF2-A178-9BB37B6B7834}" destId="{EBC68EF2-C7A6-4361-B762-03EAB19A3EBD}" srcOrd="1" destOrd="0" presId="urn:microsoft.com/office/officeart/2005/8/layout/process1"/>
    <dgm:cxn modelId="{4E789D1F-28E1-4F82-A2C1-E13AE1709DC4}" type="presParOf" srcId="{EBC68EF2-C7A6-4361-B762-03EAB19A3EBD}" destId="{2E054E13-623F-48BC-853C-7095C0357919}" srcOrd="0" destOrd="0" presId="urn:microsoft.com/office/officeart/2005/8/layout/process1"/>
    <dgm:cxn modelId="{CDB27DB7-E370-41DD-A2FE-26021DFCEA07}" type="presParOf" srcId="{0C3F4708-1B1F-4AF2-A178-9BB37B6B7834}" destId="{9358AFAC-60DA-4310-900E-1AB74CEE8223}" srcOrd="2" destOrd="0" presId="urn:microsoft.com/office/officeart/2005/8/layout/process1"/>
    <dgm:cxn modelId="{83998EA3-7AA4-4F5A-BAEC-48A1E403B735}" type="presParOf" srcId="{0C3F4708-1B1F-4AF2-A178-9BB37B6B7834}" destId="{CFA4C43B-D8B7-42AD-A8D2-E03DBC879D85}" srcOrd="3" destOrd="0" presId="urn:microsoft.com/office/officeart/2005/8/layout/process1"/>
    <dgm:cxn modelId="{8F30D435-C3B2-4BB1-BE62-C0C5A3A8BD29}" type="presParOf" srcId="{CFA4C43B-D8B7-42AD-A8D2-E03DBC879D85}" destId="{665D15CE-518D-4C6D-BA5A-25D91C7F1809}" srcOrd="0" destOrd="0" presId="urn:microsoft.com/office/officeart/2005/8/layout/process1"/>
    <dgm:cxn modelId="{90BE3EA5-0311-4E98-AA10-10A839726BF8}" type="presParOf" srcId="{0C3F4708-1B1F-4AF2-A178-9BB37B6B7834}" destId="{89F52926-E9B1-4E98-A064-2F6A48471878}" srcOrd="4"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71A4A871-34A2-4544-845B-78F97D6054F8}" type="doc">
      <dgm:prSet loTypeId="urn:microsoft.com/office/officeart/2005/8/layout/process1" loCatId="process" qsTypeId="urn:microsoft.com/office/officeart/2005/8/quickstyle/simple1" qsCatId="simple" csTypeId="urn:microsoft.com/office/officeart/2005/8/colors/accent1_2" csCatId="accent1" phldr="1"/>
      <dgm:spPr/>
    </dgm:pt>
    <dgm:pt modelId="{E7A0E499-D05E-4097-B15C-33FD498B0BA0}">
      <dgm:prSet phldrT="[Text]"/>
      <dgm:spPr/>
      <dgm:t>
        <a:bodyPr/>
        <a:lstStyle/>
        <a:p>
          <a:r>
            <a:rPr lang="de-DE" dirty="0"/>
            <a:t>System A</a:t>
          </a:r>
        </a:p>
      </dgm:t>
    </dgm:pt>
    <dgm:pt modelId="{A3F4C4B0-5D09-4AB3-9181-43D8EBE6D450}" type="parTrans" cxnId="{F0DDF679-C04D-4AF9-8D21-99F3B757DEE0}">
      <dgm:prSet/>
      <dgm:spPr/>
      <dgm:t>
        <a:bodyPr/>
        <a:lstStyle/>
        <a:p>
          <a:endParaRPr lang="de-DE"/>
        </a:p>
      </dgm:t>
    </dgm:pt>
    <dgm:pt modelId="{446919A0-E45B-4D05-8D95-650942AC9E52}" type="sibTrans" cxnId="{F0DDF679-C04D-4AF9-8D21-99F3B757DEE0}">
      <dgm:prSet/>
      <dgm:spPr/>
      <dgm:t>
        <a:bodyPr/>
        <a:lstStyle/>
        <a:p>
          <a:endParaRPr lang="de-DE"/>
        </a:p>
      </dgm:t>
    </dgm:pt>
    <dgm:pt modelId="{E1111838-87B2-4C27-B48A-63FE5A5BF8C2}">
      <dgm:prSet phldrT="[Text]"/>
      <dgm:spPr/>
      <dgm:t>
        <a:bodyPr/>
        <a:lstStyle/>
        <a:p>
          <a:r>
            <a:rPr lang="de-DE" dirty="0"/>
            <a:t>Daten bewegen</a:t>
          </a:r>
        </a:p>
      </dgm:t>
    </dgm:pt>
    <dgm:pt modelId="{A4A7EF14-887E-4664-9E10-9A62AA4D2130}" type="parTrans" cxnId="{65932FA5-3D1B-4DC6-BABD-67C7385CF07A}">
      <dgm:prSet/>
      <dgm:spPr/>
      <dgm:t>
        <a:bodyPr/>
        <a:lstStyle/>
        <a:p>
          <a:endParaRPr lang="de-DE"/>
        </a:p>
      </dgm:t>
    </dgm:pt>
    <dgm:pt modelId="{22205716-AC6B-4BF3-859A-28379A65D568}" type="sibTrans" cxnId="{65932FA5-3D1B-4DC6-BABD-67C7385CF07A}">
      <dgm:prSet/>
      <dgm:spPr/>
      <dgm:t>
        <a:bodyPr/>
        <a:lstStyle/>
        <a:p>
          <a:endParaRPr lang="de-DE"/>
        </a:p>
      </dgm:t>
    </dgm:pt>
    <dgm:pt modelId="{67F5683F-8AD3-4A16-ACEF-00B76559022C}">
      <dgm:prSet phldrT="[Text]"/>
      <dgm:spPr/>
      <dgm:t>
        <a:bodyPr/>
        <a:lstStyle/>
        <a:p>
          <a:r>
            <a:rPr lang="de-DE" dirty="0"/>
            <a:t>System B</a:t>
          </a:r>
        </a:p>
      </dgm:t>
    </dgm:pt>
    <dgm:pt modelId="{7EBD1144-3077-4B3E-8AEB-D592C98CDADC}" type="parTrans" cxnId="{66912D5D-E345-43C1-A2F7-01D3455B4706}">
      <dgm:prSet/>
      <dgm:spPr/>
      <dgm:t>
        <a:bodyPr/>
        <a:lstStyle/>
        <a:p>
          <a:endParaRPr lang="de-DE"/>
        </a:p>
      </dgm:t>
    </dgm:pt>
    <dgm:pt modelId="{94597996-CF4A-434F-8D17-AA1C95772C06}" type="sibTrans" cxnId="{66912D5D-E345-43C1-A2F7-01D3455B4706}">
      <dgm:prSet/>
      <dgm:spPr/>
      <dgm:t>
        <a:bodyPr/>
        <a:lstStyle/>
        <a:p>
          <a:endParaRPr lang="de-DE"/>
        </a:p>
      </dgm:t>
    </dgm:pt>
    <dgm:pt modelId="{0C3F4708-1B1F-4AF2-A178-9BB37B6B7834}" type="pres">
      <dgm:prSet presAssocID="{71A4A871-34A2-4544-845B-78F97D6054F8}" presName="Name0" presStyleCnt="0">
        <dgm:presLayoutVars>
          <dgm:dir/>
          <dgm:resizeHandles val="exact"/>
        </dgm:presLayoutVars>
      </dgm:prSet>
      <dgm:spPr/>
    </dgm:pt>
    <dgm:pt modelId="{FE31DABD-4CC3-4C1A-A53F-24422AC7FC3F}" type="pres">
      <dgm:prSet presAssocID="{E7A0E499-D05E-4097-B15C-33FD498B0BA0}" presName="node" presStyleLbl="node1" presStyleIdx="0" presStyleCnt="3" custScaleX="184756" custLinFactX="155028" custLinFactY="-193900" custLinFactNeighborX="200000" custLinFactNeighborY="-200000">
        <dgm:presLayoutVars>
          <dgm:bulletEnabled val="1"/>
        </dgm:presLayoutVars>
      </dgm:prSet>
      <dgm:spPr/>
    </dgm:pt>
    <dgm:pt modelId="{EBC68EF2-C7A6-4361-B762-03EAB19A3EBD}" type="pres">
      <dgm:prSet presAssocID="{446919A0-E45B-4D05-8D95-650942AC9E52}" presName="sibTrans" presStyleLbl="sibTrans2D1" presStyleIdx="0" presStyleCnt="2"/>
      <dgm:spPr/>
    </dgm:pt>
    <dgm:pt modelId="{2E054E13-623F-48BC-853C-7095C0357919}" type="pres">
      <dgm:prSet presAssocID="{446919A0-E45B-4D05-8D95-650942AC9E52}" presName="connectorText" presStyleLbl="sibTrans2D1" presStyleIdx="0" presStyleCnt="2"/>
      <dgm:spPr/>
    </dgm:pt>
    <dgm:pt modelId="{9358AFAC-60DA-4310-900E-1AB74CEE8223}" type="pres">
      <dgm:prSet presAssocID="{E1111838-87B2-4C27-B48A-63FE5A5BF8C2}" presName="node" presStyleLbl="node1" presStyleIdx="1" presStyleCnt="3" custScaleX="199224" custLinFactY="-100000" custLinFactNeighborX="10689" custLinFactNeighborY="-126195">
        <dgm:presLayoutVars>
          <dgm:bulletEnabled val="1"/>
        </dgm:presLayoutVars>
      </dgm:prSet>
      <dgm:spPr/>
    </dgm:pt>
    <dgm:pt modelId="{CFA4C43B-D8B7-42AD-A8D2-E03DBC879D85}" type="pres">
      <dgm:prSet presAssocID="{22205716-AC6B-4BF3-859A-28379A65D568}" presName="sibTrans" presStyleLbl="sibTrans2D1" presStyleIdx="1" presStyleCnt="2"/>
      <dgm:spPr/>
    </dgm:pt>
    <dgm:pt modelId="{665D15CE-518D-4C6D-BA5A-25D91C7F1809}" type="pres">
      <dgm:prSet presAssocID="{22205716-AC6B-4BF3-859A-28379A65D568}" presName="connectorText" presStyleLbl="sibTrans2D1" presStyleIdx="1" presStyleCnt="2"/>
      <dgm:spPr/>
    </dgm:pt>
    <dgm:pt modelId="{89F52926-E9B1-4E98-A064-2F6A48471878}" type="pres">
      <dgm:prSet presAssocID="{67F5683F-8AD3-4A16-ACEF-00B76559022C}" presName="node" presStyleLbl="node1" presStyleIdx="2" presStyleCnt="3" custScaleX="292538" custLinFactX="-200000" custLinFactNeighborX="-206494" custLinFactNeighborY="-66481">
        <dgm:presLayoutVars>
          <dgm:bulletEnabled val="1"/>
        </dgm:presLayoutVars>
      </dgm:prSet>
      <dgm:spPr/>
    </dgm:pt>
  </dgm:ptLst>
  <dgm:cxnLst>
    <dgm:cxn modelId="{05054802-95A9-4905-A234-A4C0F5446010}" type="presOf" srcId="{446919A0-E45B-4D05-8D95-650942AC9E52}" destId="{2E054E13-623F-48BC-853C-7095C0357919}" srcOrd="1" destOrd="0" presId="urn:microsoft.com/office/officeart/2005/8/layout/process1"/>
    <dgm:cxn modelId="{D021FC30-4FB5-4083-A0EE-D77C2BBD661D}" type="presOf" srcId="{22205716-AC6B-4BF3-859A-28379A65D568}" destId="{CFA4C43B-D8B7-42AD-A8D2-E03DBC879D85}" srcOrd="0" destOrd="0" presId="urn:microsoft.com/office/officeart/2005/8/layout/process1"/>
    <dgm:cxn modelId="{66912D5D-E345-43C1-A2F7-01D3455B4706}" srcId="{71A4A871-34A2-4544-845B-78F97D6054F8}" destId="{67F5683F-8AD3-4A16-ACEF-00B76559022C}" srcOrd="2" destOrd="0" parTransId="{7EBD1144-3077-4B3E-8AEB-D592C98CDADC}" sibTransId="{94597996-CF4A-434F-8D17-AA1C95772C06}"/>
    <dgm:cxn modelId="{D30EEF41-1C9D-4278-B879-5AE2C21C13B1}" type="presOf" srcId="{E7A0E499-D05E-4097-B15C-33FD498B0BA0}" destId="{FE31DABD-4CC3-4C1A-A53F-24422AC7FC3F}" srcOrd="0" destOrd="0" presId="urn:microsoft.com/office/officeart/2005/8/layout/process1"/>
    <dgm:cxn modelId="{FB4FF346-2C76-4826-82FB-AAD5E0FA2A9D}" type="presOf" srcId="{22205716-AC6B-4BF3-859A-28379A65D568}" destId="{665D15CE-518D-4C6D-BA5A-25D91C7F1809}" srcOrd="1" destOrd="0" presId="urn:microsoft.com/office/officeart/2005/8/layout/process1"/>
    <dgm:cxn modelId="{8B2DAA73-447A-4AF4-A7B4-46D8D646058A}" type="presOf" srcId="{67F5683F-8AD3-4A16-ACEF-00B76559022C}" destId="{89F52926-E9B1-4E98-A064-2F6A48471878}" srcOrd="0" destOrd="0" presId="urn:microsoft.com/office/officeart/2005/8/layout/process1"/>
    <dgm:cxn modelId="{CBE5EA75-035D-45A0-A2A1-1F093689E518}" type="presOf" srcId="{71A4A871-34A2-4544-845B-78F97D6054F8}" destId="{0C3F4708-1B1F-4AF2-A178-9BB37B6B7834}" srcOrd="0" destOrd="0" presId="urn:microsoft.com/office/officeart/2005/8/layout/process1"/>
    <dgm:cxn modelId="{F0DDF679-C04D-4AF9-8D21-99F3B757DEE0}" srcId="{71A4A871-34A2-4544-845B-78F97D6054F8}" destId="{E7A0E499-D05E-4097-B15C-33FD498B0BA0}" srcOrd="0" destOrd="0" parTransId="{A3F4C4B0-5D09-4AB3-9181-43D8EBE6D450}" sibTransId="{446919A0-E45B-4D05-8D95-650942AC9E52}"/>
    <dgm:cxn modelId="{65932FA5-3D1B-4DC6-BABD-67C7385CF07A}" srcId="{71A4A871-34A2-4544-845B-78F97D6054F8}" destId="{E1111838-87B2-4C27-B48A-63FE5A5BF8C2}" srcOrd="1" destOrd="0" parTransId="{A4A7EF14-887E-4664-9E10-9A62AA4D2130}" sibTransId="{22205716-AC6B-4BF3-859A-28379A65D568}"/>
    <dgm:cxn modelId="{954252D3-9355-4E7E-9397-0ED5C606145E}" type="presOf" srcId="{E1111838-87B2-4C27-B48A-63FE5A5BF8C2}" destId="{9358AFAC-60DA-4310-900E-1AB74CEE8223}" srcOrd="0" destOrd="0" presId="urn:microsoft.com/office/officeart/2005/8/layout/process1"/>
    <dgm:cxn modelId="{A76247EC-0D08-4690-AC60-7203D47CCD19}" type="presOf" srcId="{446919A0-E45B-4D05-8D95-650942AC9E52}" destId="{EBC68EF2-C7A6-4361-B762-03EAB19A3EBD}" srcOrd="0" destOrd="0" presId="urn:microsoft.com/office/officeart/2005/8/layout/process1"/>
    <dgm:cxn modelId="{60E926DB-1DBE-420B-B27A-59D94A36C23C}" type="presParOf" srcId="{0C3F4708-1B1F-4AF2-A178-9BB37B6B7834}" destId="{FE31DABD-4CC3-4C1A-A53F-24422AC7FC3F}" srcOrd="0" destOrd="0" presId="urn:microsoft.com/office/officeart/2005/8/layout/process1"/>
    <dgm:cxn modelId="{AC6D341C-5891-468F-9859-AE79290A7A61}" type="presParOf" srcId="{0C3F4708-1B1F-4AF2-A178-9BB37B6B7834}" destId="{EBC68EF2-C7A6-4361-B762-03EAB19A3EBD}" srcOrd="1" destOrd="0" presId="urn:microsoft.com/office/officeart/2005/8/layout/process1"/>
    <dgm:cxn modelId="{4E789D1F-28E1-4F82-A2C1-E13AE1709DC4}" type="presParOf" srcId="{EBC68EF2-C7A6-4361-B762-03EAB19A3EBD}" destId="{2E054E13-623F-48BC-853C-7095C0357919}" srcOrd="0" destOrd="0" presId="urn:microsoft.com/office/officeart/2005/8/layout/process1"/>
    <dgm:cxn modelId="{CDB27DB7-E370-41DD-A2FE-26021DFCEA07}" type="presParOf" srcId="{0C3F4708-1B1F-4AF2-A178-9BB37B6B7834}" destId="{9358AFAC-60DA-4310-900E-1AB74CEE8223}" srcOrd="2" destOrd="0" presId="urn:microsoft.com/office/officeart/2005/8/layout/process1"/>
    <dgm:cxn modelId="{83998EA3-7AA4-4F5A-BAEC-48A1E403B735}" type="presParOf" srcId="{0C3F4708-1B1F-4AF2-A178-9BB37B6B7834}" destId="{CFA4C43B-D8B7-42AD-A8D2-E03DBC879D85}" srcOrd="3" destOrd="0" presId="urn:microsoft.com/office/officeart/2005/8/layout/process1"/>
    <dgm:cxn modelId="{8F30D435-C3B2-4BB1-BE62-C0C5A3A8BD29}" type="presParOf" srcId="{CFA4C43B-D8B7-42AD-A8D2-E03DBC879D85}" destId="{665D15CE-518D-4C6D-BA5A-25D91C7F1809}" srcOrd="0" destOrd="0" presId="urn:microsoft.com/office/officeart/2005/8/layout/process1"/>
    <dgm:cxn modelId="{90BE3EA5-0311-4E98-AA10-10A839726BF8}" type="presParOf" srcId="{0C3F4708-1B1F-4AF2-A178-9BB37B6B7834}" destId="{89F52926-E9B1-4E98-A064-2F6A48471878}" srcOrd="4"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EC2C680-C452-45B2-8F37-E85BCF32834C}"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de-DE"/>
        </a:p>
      </dgm:t>
    </dgm:pt>
    <dgm:pt modelId="{1CB26F26-654A-4408-9B00-CD40F9A0CEA6}">
      <dgm:prSet phldrT="[Text]"/>
      <dgm:spPr/>
      <dgm:t>
        <a:bodyPr/>
        <a:lstStyle/>
        <a:p>
          <a:r>
            <a:rPr lang="de-DE" dirty="0"/>
            <a:t>Integration Layer</a:t>
          </a:r>
        </a:p>
      </dgm:t>
    </dgm:pt>
    <dgm:pt modelId="{D37440F5-201D-4A99-9156-2AA8281A09F5}" type="parTrans" cxnId="{7C9686FE-F6EC-41BA-ACB0-C9BA953A5C4C}">
      <dgm:prSet/>
      <dgm:spPr/>
      <dgm:t>
        <a:bodyPr/>
        <a:lstStyle/>
        <a:p>
          <a:endParaRPr lang="de-DE"/>
        </a:p>
      </dgm:t>
    </dgm:pt>
    <dgm:pt modelId="{A2221137-8131-4345-8406-7F23270A7CEA}" type="sibTrans" cxnId="{7C9686FE-F6EC-41BA-ACB0-C9BA953A5C4C}">
      <dgm:prSet/>
      <dgm:spPr/>
      <dgm:t>
        <a:bodyPr/>
        <a:lstStyle/>
        <a:p>
          <a:endParaRPr lang="de-DE"/>
        </a:p>
      </dgm:t>
    </dgm:pt>
    <dgm:pt modelId="{1FC2CA61-9BBD-424E-8A0F-14D3B76FFEE8}">
      <dgm:prSet phldrT="[Text]"/>
      <dgm:spPr/>
      <dgm:t>
        <a:bodyPr/>
        <a:lstStyle/>
        <a:p>
          <a:r>
            <a:rPr lang="de-DE" dirty="0"/>
            <a:t>System A</a:t>
          </a:r>
        </a:p>
      </dgm:t>
    </dgm:pt>
    <dgm:pt modelId="{DC7E1BE1-AB1F-4EA6-B2D1-BA058B8FD97E}" type="parTrans" cxnId="{A5D0066A-D530-461B-B067-3331CCE8F000}">
      <dgm:prSet/>
      <dgm:spPr/>
      <dgm:t>
        <a:bodyPr/>
        <a:lstStyle/>
        <a:p>
          <a:endParaRPr lang="de-DE"/>
        </a:p>
      </dgm:t>
    </dgm:pt>
    <dgm:pt modelId="{FA0ED4AB-E24D-45E1-ABFC-75FC2D436836}" type="sibTrans" cxnId="{A5D0066A-D530-461B-B067-3331CCE8F000}">
      <dgm:prSet/>
      <dgm:spPr/>
      <dgm:t>
        <a:bodyPr/>
        <a:lstStyle/>
        <a:p>
          <a:endParaRPr lang="de-DE"/>
        </a:p>
      </dgm:t>
    </dgm:pt>
    <dgm:pt modelId="{FA03553B-E4C9-4D0D-8145-62DDAAF90783}">
      <dgm:prSet phldrT="[Text]"/>
      <dgm:spPr/>
      <dgm:t>
        <a:bodyPr/>
        <a:lstStyle/>
        <a:p>
          <a:r>
            <a:rPr lang="de-DE" dirty="0"/>
            <a:t>System B</a:t>
          </a:r>
        </a:p>
      </dgm:t>
    </dgm:pt>
    <dgm:pt modelId="{EF743888-6E6C-453C-ABFC-DEDE321547DC}" type="parTrans" cxnId="{2E407FCE-A231-4EAC-83E1-8DF0A701551D}">
      <dgm:prSet/>
      <dgm:spPr/>
      <dgm:t>
        <a:bodyPr/>
        <a:lstStyle/>
        <a:p>
          <a:endParaRPr lang="de-DE"/>
        </a:p>
      </dgm:t>
    </dgm:pt>
    <dgm:pt modelId="{568C6D31-A30B-488E-AC4D-07E9F618032F}" type="sibTrans" cxnId="{2E407FCE-A231-4EAC-83E1-8DF0A701551D}">
      <dgm:prSet/>
      <dgm:spPr/>
      <dgm:t>
        <a:bodyPr/>
        <a:lstStyle/>
        <a:p>
          <a:endParaRPr lang="de-DE"/>
        </a:p>
      </dgm:t>
    </dgm:pt>
    <dgm:pt modelId="{A1C3F2E9-E97A-4FA9-BF91-EB53932B6093}">
      <dgm:prSet phldrT="[Text]"/>
      <dgm:spPr/>
      <dgm:t>
        <a:bodyPr/>
        <a:lstStyle/>
        <a:p>
          <a:r>
            <a:rPr lang="de-DE" dirty="0"/>
            <a:t>System C</a:t>
          </a:r>
        </a:p>
      </dgm:t>
    </dgm:pt>
    <dgm:pt modelId="{21574AF5-55A0-49DA-81CC-D0645A8C934A}" type="parTrans" cxnId="{C7FC1E0C-C33D-44C2-9DF7-72FCB10FEFA4}">
      <dgm:prSet/>
      <dgm:spPr/>
      <dgm:t>
        <a:bodyPr/>
        <a:lstStyle/>
        <a:p>
          <a:endParaRPr lang="de-DE"/>
        </a:p>
      </dgm:t>
    </dgm:pt>
    <dgm:pt modelId="{A79BDE2C-C624-49F1-8CB9-5B3E82BE68BE}" type="sibTrans" cxnId="{C7FC1E0C-C33D-44C2-9DF7-72FCB10FEFA4}">
      <dgm:prSet/>
      <dgm:spPr/>
      <dgm:t>
        <a:bodyPr/>
        <a:lstStyle/>
        <a:p>
          <a:endParaRPr lang="de-DE"/>
        </a:p>
      </dgm:t>
    </dgm:pt>
    <dgm:pt modelId="{4B21EDF6-07F5-4FF3-88F4-1D97A1172FEC}" type="pres">
      <dgm:prSet presAssocID="{AEC2C680-C452-45B2-8F37-E85BCF32834C}" presName="hierChild1" presStyleCnt="0">
        <dgm:presLayoutVars>
          <dgm:orgChart val="1"/>
          <dgm:chPref val="1"/>
          <dgm:dir val="rev"/>
          <dgm:animOne val="branch"/>
          <dgm:animLvl val="lvl"/>
          <dgm:resizeHandles/>
        </dgm:presLayoutVars>
      </dgm:prSet>
      <dgm:spPr/>
    </dgm:pt>
    <dgm:pt modelId="{D38DE31B-89CB-411F-AED8-1346BCDE1FE8}" type="pres">
      <dgm:prSet presAssocID="{1CB26F26-654A-4408-9B00-CD40F9A0CEA6}" presName="hierRoot1" presStyleCnt="0">
        <dgm:presLayoutVars>
          <dgm:hierBranch val="init"/>
        </dgm:presLayoutVars>
      </dgm:prSet>
      <dgm:spPr/>
    </dgm:pt>
    <dgm:pt modelId="{DD19AB83-1344-447B-B9EC-4791001F6D0C}" type="pres">
      <dgm:prSet presAssocID="{1CB26F26-654A-4408-9B00-CD40F9A0CEA6}" presName="rootComposite1" presStyleCnt="0"/>
      <dgm:spPr/>
    </dgm:pt>
    <dgm:pt modelId="{7A273B85-D33A-40EC-A828-7FAD82CFC9C3}" type="pres">
      <dgm:prSet presAssocID="{1CB26F26-654A-4408-9B00-CD40F9A0CEA6}" presName="rootText1" presStyleLbl="node0" presStyleIdx="0" presStyleCnt="1">
        <dgm:presLayoutVars>
          <dgm:chPref val="3"/>
        </dgm:presLayoutVars>
      </dgm:prSet>
      <dgm:spPr/>
    </dgm:pt>
    <dgm:pt modelId="{0F1AB91E-9E13-48A3-B7B6-D77190E2F5D4}" type="pres">
      <dgm:prSet presAssocID="{1CB26F26-654A-4408-9B00-CD40F9A0CEA6}" presName="rootConnector1" presStyleLbl="node1" presStyleIdx="0" presStyleCnt="0"/>
      <dgm:spPr/>
    </dgm:pt>
    <dgm:pt modelId="{0CE55781-7ED2-4EAF-B4E3-994F06498410}" type="pres">
      <dgm:prSet presAssocID="{1CB26F26-654A-4408-9B00-CD40F9A0CEA6}" presName="hierChild2" presStyleCnt="0"/>
      <dgm:spPr/>
    </dgm:pt>
    <dgm:pt modelId="{F60B961E-74F4-4425-B5C2-0D4684661704}" type="pres">
      <dgm:prSet presAssocID="{DC7E1BE1-AB1F-4EA6-B2D1-BA058B8FD97E}" presName="Name66" presStyleLbl="parChTrans1D2" presStyleIdx="0" presStyleCnt="3"/>
      <dgm:spPr/>
    </dgm:pt>
    <dgm:pt modelId="{A07A77E3-17D9-472E-80C3-D2E8E1856697}" type="pres">
      <dgm:prSet presAssocID="{1FC2CA61-9BBD-424E-8A0F-14D3B76FFEE8}" presName="hierRoot2" presStyleCnt="0">
        <dgm:presLayoutVars>
          <dgm:hierBranch val="init"/>
        </dgm:presLayoutVars>
      </dgm:prSet>
      <dgm:spPr/>
    </dgm:pt>
    <dgm:pt modelId="{779F366A-8B40-468E-AFC6-5D6EA64472CA}" type="pres">
      <dgm:prSet presAssocID="{1FC2CA61-9BBD-424E-8A0F-14D3B76FFEE8}" presName="rootComposite" presStyleCnt="0"/>
      <dgm:spPr/>
    </dgm:pt>
    <dgm:pt modelId="{F4283819-7617-45DA-9DDF-5CB1BC673C42}" type="pres">
      <dgm:prSet presAssocID="{1FC2CA61-9BBD-424E-8A0F-14D3B76FFEE8}" presName="rootText" presStyleLbl="node2" presStyleIdx="0" presStyleCnt="3">
        <dgm:presLayoutVars>
          <dgm:chPref val="3"/>
        </dgm:presLayoutVars>
      </dgm:prSet>
      <dgm:spPr/>
    </dgm:pt>
    <dgm:pt modelId="{A1209C68-AE84-402E-A5A9-889AF57B33C3}" type="pres">
      <dgm:prSet presAssocID="{1FC2CA61-9BBD-424E-8A0F-14D3B76FFEE8}" presName="rootConnector" presStyleLbl="node2" presStyleIdx="0" presStyleCnt="3"/>
      <dgm:spPr/>
    </dgm:pt>
    <dgm:pt modelId="{AA8010C3-C6DA-4D00-8665-46EDA64976A6}" type="pres">
      <dgm:prSet presAssocID="{1FC2CA61-9BBD-424E-8A0F-14D3B76FFEE8}" presName="hierChild4" presStyleCnt="0"/>
      <dgm:spPr/>
    </dgm:pt>
    <dgm:pt modelId="{7D78C2AC-7B38-4850-AA42-6384D5463785}" type="pres">
      <dgm:prSet presAssocID="{1FC2CA61-9BBD-424E-8A0F-14D3B76FFEE8}" presName="hierChild5" presStyleCnt="0"/>
      <dgm:spPr/>
    </dgm:pt>
    <dgm:pt modelId="{E1EEE1C7-1DB7-42D5-BA69-AC353DF5E948}" type="pres">
      <dgm:prSet presAssocID="{EF743888-6E6C-453C-ABFC-DEDE321547DC}" presName="Name66" presStyleLbl="parChTrans1D2" presStyleIdx="1" presStyleCnt="3"/>
      <dgm:spPr/>
    </dgm:pt>
    <dgm:pt modelId="{A6FDBBF4-7F91-43F2-B48B-679344E72FA7}" type="pres">
      <dgm:prSet presAssocID="{FA03553B-E4C9-4D0D-8145-62DDAAF90783}" presName="hierRoot2" presStyleCnt="0">
        <dgm:presLayoutVars>
          <dgm:hierBranch val="init"/>
        </dgm:presLayoutVars>
      </dgm:prSet>
      <dgm:spPr/>
    </dgm:pt>
    <dgm:pt modelId="{336ED516-59C8-4F9E-9390-F08BAE218F54}" type="pres">
      <dgm:prSet presAssocID="{FA03553B-E4C9-4D0D-8145-62DDAAF90783}" presName="rootComposite" presStyleCnt="0"/>
      <dgm:spPr/>
    </dgm:pt>
    <dgm:pt modelId="{FC4643AA-1366-4709-B996-A0E0B46B7DE6}" type="pres">
      <dgm:prSet presAssocID="{FA03553B-E4C9-4D0D-8145-62DDAAF90783}" presName="rootText" presStyleLbl="node2" presStyleIdx="1" presStyleCnt="3">
        <dgm:presLayoutVars>
          <dgm:chPref val="3"/>
        </dgm:presLayoutVars>
      </dgm:prSet>
      <dgm:spPr/>
    </dgm:pt>
    <dgm:pt modelId="{90D7D87C-A655-4ED0-9E31-CDFE4708CA9B}" type="pres">
      <dgm:prSet presAssocID="{FA03553B-E4C9-4D0D-8145-62DDAAF90783}" presName="rootConnector" presStyleLbl="node2" presStyleIdx="1" presStyleCnt="3"/>
      <dgm:spPr/>
    </dgm:pt>
    <dgm:pt modelId="{DE6037CE-E7BF-49BA-8374-D92F04134B96}" type="pres">
      <dgm:prSet presAssocID="{FA03553B-E4C9-4D0D-8145-62DDAAF90783}" presName="hierChild4" presStyleCnt="0"/>
      <dgm:spPr/>
    </dgm:pt>
    <dgm:pt modelId="{C9D6478D-DDA1-466B-BB2C-B406A132DA14}" type="pres">
      <dgm:prSet presAssocID="{FA03553B-E4C9-4D0D-8145-62DDAAF90783}" presName="hierChild5" presStyleCnt="0"/>
      <dgm:spPr/>
    </dgm:pt>
    <dgm:pt modelId="{B0788EC0-6713-4A10-8A7D-EE2679623E3C}" type="pres">
      <dgm:prSet presAssocID="{21574AF5-55A0-49DA-81CC-D0645A8C934A}" presName="Name66" presStyleLbl="parChTrans1D2" presStyleIdx="2" presStyleCnt="3"/>
      <dgm:spPr/>
    </dgm:pt>
    <dgm:pt modelId="{F728D3F4-183E-4672-81CE-389E1E92E9B2}" type="pres">
      <dgm:prSet presAssocID="{A1C3F2E9-E97A-4FA9-BF91-EB53932B6093}" presName="hierRoot2" presStyleCnt="0">
        <dgm:presLayoutVars>
          <dgm:hierBranch val="init"/>
        </dgm:presLayoutVars>
      </dgm:prSet>
      <dgm:spPr/>
    </dgm:pt>
    <dgm:pt modelId="{C4123D78-F014-4B8C-90EF-F57BCB952B61}" type="pres">
      <dgm:prSet presAssocID="{A1C3F2E9-E97A-4FA9-BF91-EB53932B6093}" presName="rootComposite" presStyleCnt="0"/>
      <dgm:spPr/>
    </dgm:pt>
    <dgm:pt modelId="{FC44E726-D993-40FA-9544-BF6A56860638}" type="pres">
      <dgm:prSet presAssocID="{A1C3F2E9-E97A-4FA9-BF91-EB53932B6093}" presName="rootText" presStyleLbl="node2" presStyleIdx="2" presStyleCnt="3">
        <dgm:presLayoutVars>
          <dgm:chPref val="3"/>
        </dgm:presLayoutVars>
      </dgm:prSet>
      <dgm:spPr/>
    </dgm:pt>
    <dgm:pt modelId="{FA02CB15-5287-4977-ACAD-8104BC8B1EF0}" type="pres">
      <dgm:prSet presAssocID="{A1C3F2E9-E97A-4FA9-BF91-EB53932B6093}" presName="rootConnector" presStyleLbl="node2" presStyleIdx="2" presStyleCnt="3"/>
      <dgm:spPr/>
    </dgm:pt>
    <dgm:pt modelId="{35B84365-02CB-4630-87BF-A58010DE91BF}" type="pres">
      <dgm:prSet presAssocID="{A1C3F2E9-E97A-4FA9-BF91-EB53932B6093}" presName="hierChild4" presStyleCnt="0"/>
      <dgm:spPr/>
    </dgm:pt>
    <dgm:pt modelId="{1C1CE492-1A8D-43C6-AE9D-1318979575DD}" type="pres">
      <dgm:prSet presAssocID="{A1C3F2E9-E97A-4FA9-BF91-EB53932B6093}" presName="hierChild5" presStyleCnt="0"/>
      <dgm:spPr/>
    </dgm:pt>
    <dgm:pt modelId="{240B82EF-D88D-4A68-81D0-B373739D6798}" type="pres">
      <dgm:prSet presAssocID="{1CB26F26-654A-4408-9B00-CD40F9A0CEA6}" presName="hierChild3" presStyleCnt="0"/>
      <dgm:spPr/>
    </dgm:pt>
  </dgm:ptLst>
  <dgm:cxnLst>
    <dgm:cxn modelId="{C7FC1E0C-C33D-44C2-9DF7-72FCB10FEFA4}" srcId="{1CB26F26-654A-4408-9B00-CD40F9A0CEA6}" destId="{A1C3F2E9-E97A-4FA9-BF91-EB53932B6093}" srcOrd="2" destOrd="0" parTransId="{21574AF5-55A0-49DA-81CC-D0645A8C934A}" sibTransId="{A79BDE2C-C624-49F1-8CB9-5B3E82BE68BE}"/>
    <dgm:cxn modelId="{9111781D-679C-4E54-97F4-CC388F18CE50}" type="presOf" srcId="{1FC2CA61-9BBD-424E-8A0F-14D3B76FFEE8}" destId="{F4283819-7617-45DA-9DDF-5CB1BC673C42}" srcOrd="0" destOrd="0" presId="urn:microsoft.com/office/officeart/2009/3/layout/HorizontalOrganizationChart"/>
    <dgm:cxn modelId="{D72CA229-EE32-42CE-AABE-FE6898C0CAD7}" type="presOf" srcId="{FA03553B-E4C9-4D0D-8145-62DDAAF90783}" destId="{90D7D87C-A655-4ED0-9E31-CDFE4708CA9B}" srcOrd="1" destOrd="0" presId="urn:microsoft.com/office/officeart/2009/3/layout/HorizontalOrganizationChart"/>
    <dgm:cxn modelId="{6C995C34-5DC5-43C9-8956-F5C274021DBC}" type="presOf" srcId="{A1C3F2E9-E97A-4FA9-BF91-EB53932B6093}" destId="{FC44E726-D993-40FA-9544-BF6A56860638}" srcOrd="0" destOrd="0" presId="urn:microsoft.com/office/officeart/2009/3/layout/HorizontalOrganizationChart"/>
    <dgm:cxn modelId="{ACDFA636-7404-4B20-BEC3-1AFCE6F1885D}" type="presOf" srcId="{FA03553B-E4C9-4D0D-8145-62DDAAF90783}" destId="{FC4643AA-1366-4709-B996-A0E0B46B7DE6}" srcOrd="0" destOrd="0" presId="urn:microsoft.com/office/officeart/2009/3/layout/HorizontalOrganizationChart"/>
    <dgm:cxn modelId="{9EABD141-3740-4D55-9F22-6C5D14A5D3D7}" type="presOf" srcId="{DC7E1BE1-AB1F-4EA6-B2D1-BA058B8FD97E}" destId="{F60B961E-74F4-4425-B5C2-0D4684661704}" srcOrd="0" destOrd="0" presId="urn:microsoft.com/office/officeart/2009/3/layout/HorizontalOrganizationChart"/>
    <dgm:cxn modelId="{35A94642-CA77-431C-BD97-E6969CF98218}" type="presOf" srcId="{EF743888-6E6C-453C-ABFC-DEDE321547DC}" destId="{E1EEE1C7-1DB7-42D5-BA69-AC353DF5E948}" srcOrd="0" destOrd="0" presId="urn:microsoft.com/office/officeart/2009/3/layout/HorizontalOrganizationChart"/>
    <dgm:cxn modelId="{4A2D6043-D40C-484E-8EDB-4CA8B3A8E5B2}" type="presOf" srcId="{A1C3F2E9-E97A-4FA9-BF91-EB53932B6093}" destId="{FA02CB15-5287-4977-ACAD-8104BC8B1EF0}" srcOrd="1" destOrd="0" presId="urn:microsoft.com/office/officeart/2009/3/layout/HorizontalOrganizationChart"/>
    <dgm:cxn modelId="{4591B068-549F-448D-AAE8-AB38BD9F267D}" type="presOf" srcId="{1CB26F26-654A-4408-9B00-CD40F9A0CEA6}" destId="{7A273B85-D33A-40EC-A828-7FAD82CFC9C3}" srcOrd="0" destOrd="0" presId="urn:microsoft.com/office/officeart/2009/3/layout/HorizontalOrganizationChart"/>
    <dgm:cxn modelId="{A5D0066A-D530-461B-B067-3331CCE8F000}" srcId="{1CB26F26-654A-4408-9B00-CD40F9A0CEA6}" destId="{1FC2CA61-9BBD-424E-8A0F-14D3B76FFEE8}" srcOrd="0" destOrd="0" parTransId="{DC7E1BE1-AB1F-4EA6-B2D1-BA058B8FD97E}" sibTransId="{FA0ED4AB-E24D-45E1-ABFC-75FC2D436836}"/>
    <dgm:cxn modelId="{A83AC04C-3916-4951-8E69-282983F54EAE}" type="presOf" srcId="{AEC2C680-C452-45B2-8F37-E85BCF32834C}" destId="{4B21EDF6-07F5-4FF3-88F4-1D97A1172FEC}" srcOrd="0" destOrd="0" presId="urn:microsoft.com/office/officeart/2009/3/layout/HorizontalOrganizationChart"/>
    <dgm:cxn modelId="{2E407FCE-A231-4EAC-83E1-8DF0A701551D}" srcId="{1CB26F26-654A-4408-9B00-CD40F9A0CEA6}" destId="{FA03553B-E4C9-4D0D-8145-62DDAAF90783}" srcOrd="1" destOrd="0" parTransId="{EF743888-6E6C-453C-ABFC-DEDE321547DC}" sibTransId="{568C6D31-A30B-488E-AC4D-07E9F618032F}"/>
    <dgm:cxn modelId="{4C9D9ED5-372B-442B-93E4-272092E0FF35}" type="presOf" srcId="{1CB26F26-654A-4408-9B00-CD40F9A0CEA6}" destId="{0F1AB91E-9E13-48A3-B7B6-D77190E2F5D4}" srcOrd="1" destOrd="0" presId="urn:microsoft.com/office/officeart/2009/3/layout/HorizontalOrganizationChart"/>
    <dgm:cxn modelId="{E0ED27EB-E11A-49C5-B195-FF01790EF00F}" type="presOf" srcId="{21574AF5-55A0-49DA-81CC-D0645A8C934A}" destId="{B0788EC0-6713-4A10-8A7D-EE2679623E3C}" srcOrd="0" destOrd="0" presId="urn:microsoft.com/office/officeart/2009/3/layout/HorizontalOrganizationChart"/>
    <dgm:cxn modelId="{066544ED-59D2-4800-A6DD-22CC3954C420}" type="presOf" srcId="{1FC2CA61-9BBD-424E-8A0F-14D3B76FFEE8}" destId="{A1209C68-AE84-402E-A5A9-889AF57B33C3}" srcOrd="1" destOrd="0" presId="urn:microsoft.com/office/officeart/2009/3/layout/HorizontalOrganizationChart"/>
    <dgm:cxn modelId="{7C9686FE-F6EC-41BA-ACB0-C9BA953A5C4C}" srcId="{AEC2C680-C452-45B2-8F37-E85BCF32834C}" destId="{1CB26F26-654A-4408-9B00-CD40F9A0CEA6}" srcOrd="0" destOrd="0" parTransId="{D37440F5-201D-4A99-9156-2AA8281A09F5}" sibTransId="{A2221137-8131-4345-8406-7F23270A7CEA}"/>
    <dgm:cxn modelId="{BC40FAA4-F638-43BF-AAB9-C5B00DF8A28A}" type="presParOf" srcId="{4B21EDF6-07F5-4FF3-88F4-1D97A1172FEC}" destId="{D38DE31B-89CB-411F-AED8-1346BCDE1FE8}" srcOrd="0" destOrd="0" presId="urn:microsoft.com/office/officeart/2009/3/layout/HorizontalOrganizationChart"/>
    <dgm:cxn modelId="{A40C08BF-C6D8-4869-9139-7EB348841883}" type="presParOf" srcId="{D38DE31B-89CB-411F-AED8-1346BCDE1FE8}" destId="{DD19AB83-1344-447B-B9EC-4791001F6D0C}" srcOrd="0" destOrd="0" presId="urn:microsoft.com/office/officeart/2009/3/layout/HorizontalOrganizationChart"/>
    <dgm:cxn modelId="{56690FB1-05DB-40DD-B92C-2411BFB6A667}" type="presParOf" srcId="{DD19AB83-1344-447B-B9EC-4791001F6D0C}" destId="{7A273B85-D33A-40EC-A828-7FAD82CFC9C3}" srcOrd="0" destOrd="0" presId="urn:microsoft.com/office/officeart/2009/3/layout/HorizontalOrganizationChart"/>
    <dgm:cxn modelId="{18AF9C8B-D844-4383-8D9B-AF3EDCFC42CF}" type="presParOf" srcId="{DD19AB83-1344-447B-B9EC-4791001F6D0C}" destId="{0F1AB91E-9E13-48A3-B7B6-D77190E2F5D4}" srcOrd="1" destOrd="0" presId="urn:microsoft.com/office/officeart/2009/3/layout/HorizontalOrganizationChart"/>
    <dgm:cxn modelId="{AF4E0B08-8082-416D-A332-672CB74BF2C8}" type="presParOf" srcId="{D38DE31B-89CB-411F-AED8-1346BCDE1FE8}" destId="{0CE55781-7ED2-4EAF-B4E3-994F06498410}" srcOrd="1" destOrd="0" presId="urn:microsoft.com/office/officeart/2009/3/layout/HorizontalOrganizationChart"/>
    <dgm:cxn modelId="{60863B4D-9C62-48E4-BAE6-A22E97460ED3}" type="presParOf" srcId="{0CE55781-7ED2-4EAF-B4E3-994F06498410}" destId="{F60B961E-74F4-4425-B5C2-0D4684661704}" srcOrd="0" destOrd="0" presId="urn:microsoft.com/office/officeart/2009/3/layout/HorizontalOrganizationChart"/>
    <dgm:cxn modelId="{D42AE767-BADF-41F2-89C7-7A0E182D571D}" type="presParOf" srcId="{0CE55781-7ED2-4EAF-B4E3-994F06498410}" destId="{A07A77E3-17D9-472E-80C3-D2E8E1856697}" srcOrd="1" destOrd="0" presId="urn:microsoft.com/office/officeart/2009/3/layout/HorizontalOrganizationChart"/>
    <dgm:cxn modelId="{7A8B20A3-6B12-4866-BE3D-BE2CAA161B6D}" type="presParOf" srcId="{A07A77E3-17D9-472E-80C3-D2E8E1856697}" destId="{779F366A-8B40-468E-AFC6-5D6EA64472CA}" srcOrd="0" destOrd="0" presId="urn:microsoft.com/office/officeart/2009/3/layout/HorizontalOrganizationChart"/>
    <dgm:cxn modelId="{7D77AC9C-364F-442C-8C59-95AB9D5F1B6C}" type="presParOf" srcId="{779F366A-8B40-468E-AFC6-5D6EA64472CA}" destId="{F4283819-7617-45DA-9DDF-5CB1BC673C42}" srcOrd="0" destOrd="0" presId="urn:microsoft.com/office/officeart/2009/3/layout/HorizontalOrganizationChart"/>
    <dgm:cxn modelId="{8D6FD5BD-4A3C-430C-A6CE-1B99651A670B}" type="presParOf" srcId="{779F366A-8B40-468E-AFC6-5D6EA64472CA}" destId="{A1209C68-AE84-402E-A5A9-889AF57B33C3}" srcOrd="1" destOrd="0" presId="urn:microsoft.com/office/officeart/2009/3/layout/HorizontalOrganizationChart"/>
    <dgm:cxn modelId="{E2525E17-E4A1-4C89-9B05-CEC5422F2588}" type="presParOf" srcId="{A07A77E3-17D9-472E-80C3-D2E8E1856697}" destId="{AA8010C3-C6DA-4D00-8665-46EDA64976A6}" srcOrd="1" destOrd="0" presId="urn:microsoft.com/office/officeart/2009/3/layout/HorizontalOrganizationChart"/>
    <dgm:cxn modelId="{53BF56C7-4D60-412B-B417-5278479F28BA}" type="presParOf" srcId="{A07A77E3-17D9-472E-80C3-D2E8E1856697}" destId="{7D78C2AC-7B38-4850-AA42-6384D5463785}" srcOrd="2" destOrd="0" presId="urn:microsoft.com/office/officeart/2009/3/layout/HorizontalOrganizationChart"/>
    <dgm:cxn modelId="{D49FCFCE-3344-4D89-9F65-BB2E72D5A5E7}" type="presParOf" srcId="{0CE55781-7ED2-4EAF-B4E3-994F06498410}" destId="{E1EEE1C7-1DB7-42D5-BA69-AC353DF5E948}" srcOrd="2" destOrd="0" presId="urn:microsoft.com/office/officeart/2009/3/layout/HorizontalOrganizationChart"/>
    <dgm:cxn modelId="{8BDF3C99-4B68-4A28-A1D3-49D648C00F78}" type="presParOf" srcId="{0CE55781-7ED2-4EAF-B4E3-994F06498410}" destId="{A6FDBBF4-7F91-43F2-B48B-679344E72FA7}" srcOrd="3" destOrd="0" presId="urn:microsoft.com/office/officeart/2009/3/layout/HorizontalOrganizationChart"/>
    <dgm:cxn modelId="{9CFE5A05-646D-4860-BCDF-F2DD71A48339}" type="presParOf" srcId="{A6FDBBF4-7F91-43F2-B48B-679344E72FA7}" destId="{336ED516-59C8-4F9E-9390-F08BAE218F54}" srcOrd="0" destOrd="0" presId="urn:microsoft.com/office/officeart/2009/3/layout/HorizontalOrganizationChart"/>
    <dgm:cxn modelId="{5DBC17CD-1035-47B6-B92D-FC00062B8B1A}" type="presParOf" srcId="{336ED516-59C8-4F9E-9390-F08BAE218F54}" destId="{FC4643AA-1366-4709-B996-A0E0B46B7DE6}" srcOrd="0" destOrd="0" presId="urn:microsoft.com/office/officeart/2009/3/layout/HorizontalOrganizationChart"/>
    <dgm:cxn modelId="{B4FA8EC6-BC08-4532-BBB2-3462200BE721}" type="presParOf" srcId="{336ED516-59C8-4F9E-9390-F08BAE218F54}" destId="{90D7D87C-A655-4ED0-9E31-CDFE4708CA9B}" srcOrd="1" destOrd="0" presId="urn:microsoft.com/office/officeart/2009/3/layout/HorizontalOrganizationChart"/>
    <dgm:cxn modelId="{57F7CC9C-3F13-4092-AD79-87420F5C1E0C}" type="presParOf" srcId="{A6FDBBF4-7F91-43F2-B48B-679344E72FA7}" destId="{DE6037CE-E7BF-49BA-8374-D92F04134B96}" srcOrd="1" destOrd="0" presId="urn:microsoft.com/office/officeart/2009/3/layout/HorizontalOrganizationChart"/>
    <dgm:cxn modelId="{BF3941F8-05BB-4B06-8F2A-8E553F880FCA}" type="presParOf" srcId="{A6FDBBF4-7F91-43F2-B48B-679344E72FA7}" destId="{C9D6478D-DDA1-466B-BB2C-B406A132DA14}" srcOrd="2" destOrd="0" presId="urn:microsoft.com/office/officeart/2009/3/layout/HorizontalOrganizationChart"/>
    <dgm:cxn modelId="{7E0A903D-F61D-4017-B985-63BBF4DE6E3F}" type="presParOf" srcId="{0CE55781-7ED2-4EAF-B4E3-994F06498410}" destId="{B0788EC0-6713-4A10-8A7D-EE2679623E3C}" srcOrd="4" destOrd="0" presId="urn:microsoft.com/office/officeart/2009/3/layout/HorizontalOrganizationChart"/>
    <dgm:cxn modelId="{3887481B-868B-44C5-9548-7E30F51CA26B}" type="presParOf" srcId="{0CE55781-7ED2-4EAF-B4E3-994F06498410}" destId="{F728D3F4-183E-4672-81CE-389E1E92E9B2}" srcOrd="5" destOrd="0" presId="urn:microsoft.com/office/officeart/2009/3/layout/HorizontalOrganizationChart"/>
    <dgm:cxn modelId="{CABD0D4A-88C1-40AB-A762-8F5D7DD39D42}" type="presParOf" srcId="{F728D3F4-183E-4672-81CE-389E1E92E9B2}" destId="{C4123D78-F014-4B8C-90EF-F57BCB952B61}" srcOrd="0" destOrd="0" presId="urn:microsoft.com/office/officeart/2009/3/layout/HorizontalOrganizationChart"/>
    <dgm:cxn modelId="{C76B3657-CA7B-4398-A302-71531195D050}" type="presParOf" srcId="{C4123D78-F014-4B8C-90EF-F57BCB952B61}" destId="{FC44E726-D993-40FA-9544-BF6A56860638}" srcOrd="0" destOrd="0" presId="urn:microsoft.com/office/officeart/2009/3/layout/HorizontalOrganizationChart"/>
    <dgm:cxn modelId="{A1E965E1-87C4-41DF-B3F1-85D32EB54069}" type="presParOf" srcId="{C4123D78-F014-4B8C-90EF-F57BCB952B61}" destId="{FA02CB15-5287-4977-ACAD-8104BC8B1EF0}" srcOrd="1" destOrd="0" presId="urn:microsoft.com/office/officeart/2009/3/layout/HorizontalOrganizationChart"/>
    <dgm:cxn modelId="{9D1FC77C-F095-425E-9B66-BD244BD8273B}" type="presParOf" srcId="{F728D3F4-183E-4672-81CE-389E1E92E9B2}" destId="{35B84365-02CB-4630-87BF-A58010DE91BF}" srcOrd="1" destOrd="0" presId="urn:microsoft.com/office/officeart/2009/3/layout/HorizontalOrganizationChart"/>
    <dgm:cxn modelId="{79885187-8DC2-4E88-9BAA-36572C083988}" type="presParOf" srcId="{F728D3F4-183E-4672-81CE-389E1E92E9B2}" destId="{1C1CE492-1A8D-43C6-AE9D-1318979575DD}" srcOrd="2" destOrd="0" presId="urn:microsoft.com/office/officeart/2009/3/layout/HorizontalOrganizationChart"/>
    <dgm:cxn modelId="{3C5E5F92-8FD0-4104-A6F9-FB45A1CBCD8C}" type="presParOf" srcId="{D38DE31B-89CB-411F-AED8-1346BCDE1FE8}" destId="{240B82EF-D88D-4A68-81D0-B373739D6798}" srcOrd="2" destOrd="0" presId="urn:microsoft.com/office/officeart/2009/3/layout/HorizontalOrganizationChar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F9C0904-7D54-421F-9550-074983F0D769}" type="doc">
      <dgm:prSet loTypeId="urn:microsoft.com/office/officeart/2005/8/layout/process1" loCatId="process" qsTypeId="urn:microsoft.com/office/officeart/2005/8/quickstyle/simple1" qsCatId="simple" csTypeId="urn:microsoft.com/office/officeart/2005/8/colors/accent1_2" csCatId="accent1" phldr="1"/>
      <dgm:spPr/>
    </dgm:pt>
    <dgm:pt modelId="{D0E41EE4-1441-4176-BD01-776DE5DE860C}">
      <dgm:prSet phldrT="[Text]"/>
      <dgm:spPr/>
      <dgm:t>
        <a:bodyPr/>
        <a:lstStyle/>
        <a:p>
          <a:r>
            <a:rPr lang="de-DE" dirty="0"/>
            <a:t>LLM/Agent</a:t>
          </a:r>
        </a:p>
      </dgm:t>
    </dgm:pt>
    <dgm:pt modelId="{D374DD47-EA56-446F-B9FA-D48975338BD0}" type="parTrans" cxnId="{6DF37C11-C97B-4A70-9DAA-B3167033EEBA}">
      <dgm:prSet/>
      <dgm:spPr/>
      <dgm:t>
        <a:bodyPr/>
        <a:lstStyle/>
        <a:p>
          <a:endParaRPr lang="de-DE"/>
        </a:p>
      </dgm:t>
    </dgm:pt>
    <dgm:pt modelId="{362D3FBF-9CC9-4DED-9854-3027D8DA320E}" type="sibTrans" cxnId="{6DF37C11-C97B-4A70-9DAA-B3167033EEBA}">
      <dgm:prSet/>
      <dgm:spPr/>
      <dgm:t>
        <a:bodyPr/>
        <a:lstStyle/>
        <a:p>
          <a:endParaRPr lang="de-DE"/>
        </a:p>
      </dgm:t>
    </dgm:pt>
    <dgm:pt modelId="{84117FC7-F650-4644-92C0-57B2C0D311E4}">
      <dgm:prSet phldrT="[Text]"/>
      <dgm:spPr/>
      <dgm:t>
        <a:bodyPr/>
        <a:lstStyle/>
        <a:p>
          <a:r>
            <a:rPr lang="de-DE" dirty="0"/>
            <a:t>MCP</a:t>
          </a:r>
        </a:p>
      </dgm:t>
    </dgm:pt>
    <dgm:pt modelId="{65B3BB0A-EA3D-4DBF-808E-21E154CFA989}" type="parTrans" cxnId="{26979924-65A6-47B7-B57C-69481A6A9E13}">
      <dgm:prSet/>
      <dgm:spPr/>
      <dgm:t>
        <a:bodyPr/>
        <a:lstStyle/>
        <a:p>
          <a:endParaRPr lang="de-DE"/>
        </a:p>
      </dgm:t>
    </dgm:pt>
    <dgm:pt modelId="{15BA3307-9F1D-487E-9D4E-9A098BB7DB55}" type="sibTrans" cxnId="{26979924-65A6-47B7-B57C-69481A6A9E13}">
      <dgm:prSet/>
      <dgm:spPr/>
      <dgm:t>
        <a:bodyPr/>
        <a:lstStyle/>
        <a:p>
          <a:endParaRPr lang="de-DE"/>
        </a:p>
      </dgm:t>
    </dgm:pt>
    <dgm:pt modelId="{9AD33B90-F07B-4588-A42F-43CF111692D3}">
      <dgm:prSet phldrT="[Text]"/>
      <dgm:spPr/>
      <dgm:t>
        <a:bodyPr/>
        <a:lstStyle/>
        <a:p>
          <a:r>
            <a:rPr lang="de-DE" dirty="0"/>
            <a:t>Systeme / Tools</a:t>
          </a:r>
        </a:p>
      </dgm:t>
    </dgm:pt>
    <dgm:pt modelId="{ED516802-6FAC-4ED5-A7B9-8FF0B17BA04E}" type="parTrans" cxnId="{714A6A60-C5EF-4360-BD0F-14B11E5E4C5A}">
      <dgm:prSet/>
      <dgm:spPr/>
      <dgm:t>
        <a:bodyPr/>
        <a:lstStyle/>
        <a:p>
          <a:endParaRPr lang="de-DE"/>
        </a:p>
      </dgm:t>
    </dgm:pt>
    <dgm:pt modelId="{F1CA3132-6296-4D0B-8CB1-1E3A12CB9547}" type="sibTrans" cxnId="{714A6A60-C5EF-4360-BD0F-14B11E5E4C5A}">
      <dgm:prSet/>
      <dgm:spPr/>
      <dgm:t>
        <a:bodyPr/>
        <a:lstStyle/>
        <a:p>
          <a:endParaRPr lang="de-DE"/>
        </a:p>
      </dgm:t>
    </dgm:pt>
    <dgm:pt modelId="{B2DD3E44-5344-4CAE-B4C7-F1501B72A366}" type="pres">
      <dgm:prSet presAssocID="{CF9C0904-7D54-421F-9550-074983F0D769}" presName="Name0" presStyleCnt="0">
        <dgm:presLayoutVars>
          <dgm:dir/>
          <dgm:resizeHandles val="exact"/>
        </dgm:presLayoutVars>
      </dgm:prSet>
      <dgm:spPr/>
    </dgm:pt>
    <dgm:pt modelId="{CB8A1DAE-2BE7-4B70-BECD-ECB07CD1A6EA}" type="pres">
      <dgm:prSet presAssocID="{D0E41EE4-1441-4176-BD01-776DE5DE860C}" presName="node" presStyleLbl="node1" presStyleIdx="0" presStyleCnt="3">
        <dgm:presLayoutVars>
          <dgm:bulletEnabled val="1"/>
        </dgm:presLayoutVars>
      </dgm:prSet>
      <dgm:spPr/>
    </dgm:pt>
    <dgm:pt modelId="{4A6EFE8C-EE21-44B6-87DE-90B2AAE08790}" type="pres">
      <dgm:prSet presAssocID="{362D3FBF-9CC9-4DED-9854-3027D8DA320E}" presName="sibTrans" presStyleLbl="sibTrans2D1" presStyleIdx="0" presStyleCnt="2"/>
      <dgm:spPr/>
    </dgm:pt>
    <dgm:pt modelId="{4BB4FE1E-E372-4A0B-B1F0-32212AA1B6D7}" type="pres">
      <dgm:prSet presAssocID="{362D3FBF-9CC9-4DED-9854-3027D8DA320E}" presName="connectorText" presStyleLbl="sibTrans2D1" presStyleIdx="0" presStyleCnt="2"/>
      <dgm:spPr/>
    </dgm:pt>
    <dgm:pt modelId="{00EF97AD-390D-4EBA-90F5-471E3E46A55C}" type="pres">
      <dgm:prSet presAssocID="{84117FC7-F650-4644-92C0-57B2C0D311E4}" presName="node" presStyleLbl="node1" presStyleIdx="1" presStyleCnt="3">
        <dgm:presLayoutVars>
          <dgm:bulletEnabled val="1"/>
        </dgm:presLayoutVars>
      </dgm:prSet>
      <dgm:spPr/>
    </dgm:pt>
    <dgm:pt modelId="{DFAA6673-9EC7-49AD-803F-7F432AC42186}" type="pres">
      <dgm:prSet presAssocID="{15BA3307-9F1D-487E-9D4E-9A098BB7DB55}" presName="sibTrans" presStyleLbl="sibTrans2D1" presStyleIdx="1" presStyleCnt="2"/>
      <dgm:spPr/>
    </dgm:pt>
    <dgm:pt modelId="{1F016B69-EBAF-45E6-BBC8-4D26AC86A33E}" type="pres">
      <dgm:prSet presAssocID="{15BA3307-9F1D-487E-9D4E-9A098BB7DB55}" presName="connectorText" presStyleLbl="sibTrans2D1" presStyleIdx="1" presStyleCnt="2"/>
      <dgm:spPr/>
    </dgm:pt>
    <dgm:pt modelId="{4F7AC645-FB6C-492F-AF0D-CD40B0AEA79E}" type="pres">
      <dgm:prSet presAssocID="{9AD33B90-F07B-4588-A42F-43CF111692D3}" presName="node" presStyleLbl="node1" presStyleIdx="2" presStyleCnt="3">
        <dgm:presLayoutVars>
          <dgm:bulletEnabled val="1"/>
        </dgm:presLayoutVars>
      </dgm:prSet>
      <dgm:spPr/>
    </dgm:pt>
  </dgm:ptLst>
  <dgm:cxnLst>
    <dgm:cxn modelId="{6DF37C11-C97B-4A70-9DAA-B3167033EEBA}" srcId="{CF9C0904-7D54-421F-9550-074983F0D769}" destId="{D0E41EE4-1441-4176-BD01-776DE5DE860C}" srcOrd="0" destOrd="0" parTransId="{D374DD47-EA56-446F-B9FA-D48975338BD0}" sibTransId="{362D3FBF-9CC9-4DED-9854-3027D8DA320E}"/>
    <dgm:cxn modelId="{24AD211E-25C6-4717-B2E9-34342CAB91B7}" type="presOf" srcId="{362D3FBF-9CC9-4DED-9854-3027D8DA320E}" destId="{4BB4FE1E-E372-4A0B-B1F0-32212AA1B6D7}" srcOrd="1" destOrd="0" presId="urn:microsoft.com/office/officeart/2005/8/layout/process1"/>
    <dgm:cxn modelId="{26979924-65A6-47B7-B57C-69481A6A9E13}" srcId="{CF9C0904-7D54-421F-9550-074983F0D769}" destId="{84117FC7-F650-4644-92C0-57B2C0D311E4}" srcOrd="1" destOrd="0" parTransId="{65B3BB0A-EA3D-4DBF-808E-21E154CFA989}" sibTransId="{15BA3307-9F1D-487E-9D4E-9A098BB7DB55}"/>
    <dgm:cxn modelId="{09808230-F7F4-44AE-A734-4ABDE9293537}" type="presOf" srcId="{9AD33B90-F07B-4588-A42F-43CF111692D3}" destId="{4F7AC645-FB6C-492F-AF0D-CD40B0AEA79E}" srcOrd="0" destOrd="0" presId="urn:microsoft.com/office/officeart/2005/8/layout/process1"/>
    <dgm:cxn modelId="{714A6A60-C5EF-4360-BD0F-14B11E5E4C5A}" srcId="{CF9C0904-7D54-421F-9550-074983F0D769}" destId="{9AD33B90-F07B-4588-A42F-43CF111692D3}" srcOrd="2" destOrd="0" parTransId="{ED516802-6FAC-4ED5-A7B9-8FF0B17BA04E}" sibTransId="{F1CA3132-6296-4D0B-8CB1-1E3A12CB9547}"/>
    <dgm:cxn modelId="{60E1AF4B-6B7D-4BC8-8C05-A7AF8C155C77}" type="presOf" srcId="{15BA3307-9F1D-487E-9D4E-9A098BB7DB55}" destId="{DFAA6673-9EC7-49AD-803F-7F432AC42186}" srcOrd="0" destOrd="0" presId="urn:microsoft.com/office/officeart/2005/8/layout/process1"/>
    <dgm:cxn modelId="{1D5E9577-2C0F-4740-A998-F71F8E4E467E}" type="presOf" srcId="{D0E41EE4-1441-4176-BD01-776DE5DE860C}" destId="{CB8A1DAE-2BE7-4B70-BECD-ECB07CD1A6EA}" srcOrd="0" destOrd="0" presId="urn:microsoft.com/office/officeart/2005/8/layout/process1"/>
    <dgm:cxn modelId="{1F49F279-F0B6-4679-AB0F-E55A074480D3}" type="presOf" srcId="{362D3FBF-9CC9-4DED-9854-3027D8DA320E}" destId="{4A6EFE8C-EE21-44B6-87DE-90B2AAE08790}" srcOrd="0" destOrd="0" presId="urn:microsoft.com/office/officeart/2005/8/layout/process1"/>
    <dgm:cxn modelId="{BA28318A-0D52-43A0-925D-30BF98C5BD43}" type="presOf" srcId="{84117FC7-F650-4644-92C0-57B2C0D311E4}" destId="{00EF97AD-390D-4EBA-90F5-471E3E46A55C}" srcOrd="0" destOrd="0" presId="urn:microsoft.com/office/officeart/2005/8/layout/process1"/>
    <dgm:cxn modelId="{7BFAAB94-C263-4A06-B602-391392AD1665}" type="presOf" srcId="{CF9C0904-7D54-421F-9550-074983F0D769}" destId="{B2DD3E44-5344-4CAE-B4C7-F1501B72A366}" srcOrd="0" destOrd="0" presId="urn:microsoft.com/office/officeart/2005/8/layout/process1"/>
    <dgm:cxn modelId="{C70820F7-3A1B-4DEA-BBC1-1A61910CDDD0}" type="presOf" srcId="{15BA3307-9F1D-487E-9D4E-9A098BB7DB55}" destId="{1F016B69-EBAF-45E6-BBC8-4D26AC86A33E}" srcOrd="1" destOrd="0" presId="urn:microsoft.com/office/officeart/2005/8/layout/process1"/>
    <dgm:cxn modelId="{A5864F1A-50C9-495F-8836-2EDFBFC36D85}" type="presParOf" srcId="{B2DD3E44-5344-4CAE-B4C7-F1501B72A366}" destId="{CB8A1DAE-2BE7-4B70-BECD-ECB07CD1A6EA}" srcOrd="0" destOrd="0" presId="urn:microsoft.com/office/officeart/2005/8/layout/process1"/>
    <dgm:cxn modelId="{A9831036-2E05-43A6-91E7-9F4E4CDA33F2}" type="presParOf" srcId="{B2DD3E44-5344-4CAE-B4C7-F1501B72A366}" destId="{4A6EFE8C-EE21-44B6-87DE-90B2AAE08790}" srcOrd="1" destOrd="0" presId="urn:microsoft.com/office/officeart/2005/8/layout/process1"/>
    <dgm:cxn modelId="{AE765395-AB49-44AA-A012-300BF805FEB1}" type="presParOf" srcId="{4A6EFE8C-EE21-44B6-87DE-90B2AAE08790}" destId="{4BB4FE1E-E372-4A0B-B1F0-32212AA1B6D7}" srcOrd="0" destOrd="0" presId="urn:microsoft.com/office/officeart/2005/8/layout/process1"/>
    <dgm:cxn modelId="{F10B6921-EF13-430F-B659-67D6DA224467}" type="presParOf" srcId="{B2DD3E44-5344-4CAE-B4C7-F1501B72A366}" destId="{00EF97AD-390D-4EBA-90F5-471E3E46A55C}" srcOrd="2" destOrd="0" presId="urn:microsoft.com/office/officeart/2005/8/layout/process1"/>
    <dgm:cxn modelId="{7F7E2517-30B6-4947-A8B0-C5885D01B239}" type="presParOf" srcId="{B2DD3E44-5344-4CAE-B4C7-F1501B72A366}" destId="{DFAA6673-9EC7-49AD-803F-7F432AC42186}" srcOrd="3" destOrd="0" presId="urn:microsoft.com/office/officeart/2005/8/layout/process1"/>
    <dgm:cxn modelId="{85FD041E-C4A4-4421-B298-9AE5D048A82D}" type="presParOf" srcId="{DFAA6673-9EC7-49AD-803F-7F432AC42186}" destId="{1F016B69-EBAF-45E6-BBC8-4D26AC86A33E}" srcOrd="0" destOrd="0" presId="urn:microsoft.com/office/officeart/2005/8/layout/process1"/>
    <dgm:cxn modelId="{00C7E98B-A1BC-4F84-8097-1678F14B6BD0}" type="presParOf" srcId="{B2DD3E44-5344-4CAE-B4C7-F1501B72A366}" destId="{4F7AC645-FB6C-492F-AF0D-CD40B0AEA79E}" srcOrd="4" destOrd="0" presId="urn:microsoft.com/office/officeart/2005/8/layout/process1"/>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674B596-C524-4F8D-A473-20F9D3369C69}"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de-DE"/>
        </a:p>
      </dgm:t>
    </dgm:pt>
    <dgm:pt modelId="{3B8168B6-37E2-488A-A39C-B8909DD29D97}">
      <dgm:prSet phldrT="[Text]"/>
      <dgm:spPr/>
      <dgm:t>
        <a:bodyPr/>
        <a:lstStyle/>
        <a:p>
          <a:r>
            <a:rPr lang="de-DE" dirty="0"/>
            <a:t>Structured Filter</a:t>
          </a:r>
        </a:p>
      </dgm:t>
    </dgm:pt>
    <dgm:pt modelId="{CB2E868D-BD9D-4C71-A6AB-0BB3B557FE98}" type="parTrans" cxnId="{FE5DA396-B666-42CD-9115-92458617A319}">
      <dgm:prSet/>
      <dgm:spPr/>
      <dgm:t>
        <a:bodyPr/>
        <a:lstStyle/>
        <a:p>
          <a:endParaRPr lang="de-DE"/>
        </a:p>
      </dgm:t>
    </dgm:pt>
    <dgm:pt modelId="{50E3EA14-C2F1-4886-B41C-622D2E087678}" type="sibTrans" cxnId="{FE5DA396-B666-42CD-9115-92458617A319}">
      <dgm:prSet/>
      <dgm:spPr/>
      <dgm:t>
        <a:bodyPr/>
        <a:lstStyle/>
        <a:p>
          <a:endParaRPr lang="de-DE"/>
        </a:p>
      </dgm:t>
    </dgm:pt>
    <dgm:pt modelId="{0A7AAA4D-C666-4DFB-941C-225555E8F91A}">
      <dgm:prSet phldrT="[Text]"/>
      <dgm:spPr/>
      <dgm:t>
        <a:bodyPr/>
        <a:lstStyle/>
        <a:p>
          <a:r>
            <a:rPr lang="de-DE" dirty="0"/>
            <a:t>Keyword BM25</a:t>
          </a:r>
        </a:p>
      </dgm:t>
    </dgm:pt>
    <dgm:pt modelId="{1A6A9702-EDBD-4365-9DA4-FA61EE0D31F9}" type="parTrans" cxnId="{0ADDD315-E48D-419E-B809-8F2A8C6A8E41}">
      <dgm:prSet/>
      <dgm:spPr/>
      <dgm:t>
        <a:bodyPr/>
        <a:lstStyle/>
        <a:p>
          <a:endParaRPr lang="de-DE"/>
        </a:p>
      </dgm:t>
    </dgm:pt>
    <dgm:pt modelId="{FBCDDE94-2D31-4DDA-B2A6-261BA7D7BC7C}" type="sibTrans" cxnId="{0ADDD315-E48D-419E-B809-8F2A8C6A8E41}">
      <dgm:prSet/>
      <dgm:spPr/>
      <dgm:t>
        <a:bodyPr/>
        <a:lstStyle/>
        <a:p>
          <a:endParaRPr lang="de-DE"/>
        </a:p>
      </dgm:t>
    </dgm:pt>
    <dgm:pt modelId="{D79D060E-3F46-420A-8A93-3EC8B7E5B15B}">
      <dgm:prSet phldrT="[Text]"/>
      <dgm:spPr/>
      <dgm:t>
        <a:bodyPr/>
        <a:lstStyle/>
        <a:p>
          <a:r>
            <a:rPr lang="de-DE" dirty="0"/>
            <a:t>Vector </a:t>
          </a:r>
          <a:r>
            <a:rPr lang="de-DE" dirty="0" err="1"/>
            <a:t>Semantic</a:t>
          </a:r>
          <a:endParaRPr lang="de-DE" dirty="0"/>
        </a:p>
      </dgm:t>
    </dgm:pt>
    <dgm:pt modelId="{E4FAB369-D45D-4F2B-9285-217B930253BD}" type="parTrans" cxnId="{1A3E358E-8391-4B5D-91F9-844C4ECBFB58}">
      <dgm:prSet/>
      <dgm:spPr/>
      <dgm:t>
        <a:bodyPr/>
        <a:lstStyle/>
        <a:p>
          <a:endParaRPr lang="de-DE"/>
        </a:p>
      </dgm:t>
    </dgm:pt>
    <dgm:pt modelId="{963D5BA6-1D97-4CA1-A393-ACA2EAB3E332}" type="sibTrans" cxnId="{1A3E358E-8391-4B5D-91F9-844C4ECBFB58}">
      <dgm:prSet/>
      <dgm:spPr/>
      <dgm:t>
        <a:bodyPr/>
        <a:lstStyle/>
        <a:p>
          <a:endParaRPr lang="de-DE"/>
        </a:p>
      </dgm:t>
    </dgm:pt>
    <dgm:pt modelId="{11936BD7-C910-43EA-BDDB-4AC861C5C84A}" type="pres">
      <dgm:prSet presAssocID="{2674B596-C524-4F8D-A473-20F9D3369C69}" presName="hierChild1" presStyleCnt="0">
        <dgm:presLayoutVars>
          <dgm:orgChart val="1"/>
          <dgm:chPref val="1"/>
          <dgm:dir/>
          <dgm:animOne val="branch"/>
          <dgm:animLvl val="lvl"/>
          <dgm:resizeHandles/>
        </dgm:presLayoutVars>
      </dgm:prSet>
      <dgm:spPr/>
    </dgm:pt>
    <dgm:pt modelId="{E0A15AD2-9585-4CB1-9AFE-E55093CCC80F}" type="pres">
      <dgm:prSet presAssocID="{3B8168B6-37E2-488A-A39C-B8909DD29D97}" presName="hierRoot1" presStyleCnt="0">
        <dgm:presLayoutVars>
          <dgm:hierBranch val="init"/>
        </dgm:presLayoutVars>
      </dgm:prSet>
      <dgm:spPr/>
    </dgm:pt>
    <dgm:pt modelId="{55CE5ED0-96F9-4A30-9551-3589434F38F4}" type="pres">
      <dgm:prSet presAssocID="{3B8168B6-37E2-488A-A39C-B8909DD29D97}" presName="rootComposite1" presStyleCnt="0"/>
      <dgm:spPr/>
    </dgm:pt>
    <dgm:pt modelId="{60045CAE-9576-419F-87C1-2CE978DA13C9}" type="pres">
      <dgm:prSet presAssocID="{3B8168B6-37E2-488A-A39C-B8909DD29D97}" presName="rootText1" presStyleLbl="node0" presStyleIdx="0" presStyleCnt="1">
        <dgm:presLayoutVars>
          <dgm:chPref val="3"/>
        </dgm:presLayoutVars>
      </dgm:prSet>
      <dgm:spPr/>
    </dgm:pt>
    <dgm:pt modelId="{B3110C2E-44F5-4FF6-BF2B-41ED79A1D46F}" type="pres">
      <dgm:prSet presAssocID="{3B8168B6-37E2-488A-A39C-B8909DD29D97}" presName="rootConnector1" presStyleLbl="node1" presStyleIdx="0" presStyleCnt="0"/>
      <dgm:spPr/>
    </dgm:pt>
    <dgm:pt modelId="{BBAA4750-AEC9-4858-8F69-661FB8C720D3}" type="pres">
      <dgm:prSet presAssocID="{3B8168B6-37E2-488A-A39C-B8909DD29D97}" presName="hierChild2" presStyleCnt="0"/>
      <dgm:spPr/>
    </dgm:pt>
    <dgm:pt modelId="{B7DF110D-089B-42B6-8B3F-9C320A903F2B}" type="pres">
      <dgm:prSet presAssocID="{1A6A9702-EDBD-4365-9DA4-FA61EE0D31F9}" presName="Name64" presStyleLbl="parChTrans1D2" presStyleIdx="0" presStyleCnt="2"/>
      <dgm:spPr/>
    </dgm:pt>
    <dgm:pt modelId="{081045B1-0970-4AE3-A7DE-85C1B1ECE384}" type="pres">
      <dgm:prSet presAssocID="{0A7AAA4D-C666-4DFB-941C-225555E8F91A}" presName="hierRoot2" presStyleCnt="0">
        <dgm:presLayoutVars>
          <dgm:hierBranch val="init"/>
        </dgm:presLayoutVars>
      </dgm:prSet>
      <dgm:spPr/>
    </dgm:pt>
    <dgm:pt modelId="{4DDE4B76-2932-4F36-AEB2-91D0036E827C}" type="pres">
      <dgm:prSet presAssocID="{0A7AAA4D-C666-4DFB-941C-225555E8F91A}" presName="rootComposite" presStyleCnt="0"/>
      <dgm:spPr/>
    </dgm:pt>
    <dgm:pt modelId="{17CA235D-DB9D-491D-8CCA-E3ACD000288D}" type="pres">
      <dgm:prSet presAssocID="{0A7AAA4D-C666-4DFB-941C-225555E8F91A}" presName="rootText" presStyleLbl="node2" presStyleIdx="0" presStyleCnt="2">
        <dgm:presLayoutVars>
          <dgm:chPref val="3"/>
        </dgm:presLayoutVars>
      </dgm:prSet>
      <dgm:spPr/>
    </dgm:pt>
    <dgm:pt modelId="{1B0F938F-A7FD-4AF1-883F-5FD417E96C38}" type="pres">
      <dgm:prSet presAssocID="{0A7AAA4D-C666-4DFB-941C-225555E8F91A}" presName="rootConnector" presStyleLbl="node2" presStyleIdx="0" presStyleCnt="2"/>
      <dgm:spPr/>
    </dgm:pt>
    <dgm:pt modelId="{DB44A587-B34B-4E2F-9EE1-BAA2A5A2AADA}" type="pres">
      <dgm:prSet presAssocID="{0A7AAA4D-C666-4DFB-941C-225555E8F91A}" presName="hierChild4" presStyleCnt="0"/>
      <dgm:spPr/>
    </dgm:pt>
    <dgm:pt modelId="{C4DA59DE-9339-410B-B1DE-D167097BA312}" type="pres">
      <dgm:prSet presAssocID="{0A7AAA4D-C666-4DFB-941C-225555E8F91A}" presName="hierChild5" presStyleCnt="0"/>
      <dgm:spPr/>
    </dgm:pt>
    <dgm:pt modelId="{B1E687FC-31D4-4FB4-9DBE-1753193413ED}" type="pres">
      <dgm:prSet presAssocID="{E4FAB369-D45D-4F2B-9285-217B930253BD}" presName="Name64" presStyleLbl="parChTrans1D2" presStyleIdx="1" presStyleCnt="2"/>
      <dgm:spPr/>
    </dgm:pt>
    <dgm:pt modelId="{E2449FC5-56FE-44EB-A69A-8F688F7FCCB0}" type="pres">
      <dgm:prSet presAssocID="{D79D060E-3F46-420A-8A93-3EC8B7E5B15B}" presName="hierRoot2" presStyleCnt="0">
        <dgm:presLayoutVars>
          <dgm:hierBranch val="init"/>
        </dgm:presLayoutVars>
      </dgm:prSet>
      <dgm:spPr/>
    </dgm:pt>
    <dgm:pt modelId="{DB62EAC0-1CC5-4CE5-B71D-20AF92B7AB52}" type="pres">
      <dgm:prSet presAssocID="{D79D060E-3F46-420A-8A93-3EC8B7E5B15B}" presName="rootComposite" presStyleCnt="0"/>
      <dgm:spPr/>
    </dgm:pt>
    <dgm:pt modelId="{C2BC18F3-A15B-4A71-8031-C0F3289AB1FE}" type="pres">
      <dgm:prSet presAssocID="{D79D060E-3F46-420A-8A93-3EC8B7E5B15B}" presName="rootText" presStyleLbl="node2" presStyleIdx="1" presStyleCnt="2">
        <dgm:presLayoutVars>
          <dgm:chPref val="3"/>
        </dgm:presLayoutVars>
      </dgm:prSet>
      <dgm:spPr/>
    </dgm:pt>
    <dgm:pt modelId="{CBC4CF2F-726D-4F75-A097-34E2A881D7EB}" type="pres">
      <dgm:prSet presAssocID="{D79D060E-3F46-420A-8A93-3EC8B7E5B15B}" presName="rootConnector" presStyleLbl="node2" presStyleIdx="1" presStyleCnt="2"/>
      <dgm:spPr/>
    </dgm:pt>
    <dgm:pt modelId="{7EDE01D4-B1A7-4B0C-A07A-C357B0050B6A}" type="pres">
      <dgm:prSet presAssocID="{D79D060E-3F46-420A-8A93-3EC8B7E5B15B}" presName="hierChild4" presStyleCnt="0"/>
      <dgm:spPr/>
    </dgm:pt>
    <dgm:pt modelId="{8DCC8FB1-E989-495A-B557-7DBCCE479E15}" type="pres">
      <dgm:prSet presAssocID="{D79D060E-3F46-420A-8A93-3EC8B7E5B15B}" presName="hierChild5" presStyleCnt="0"/>
      <dgm:spPr/>
    </dgm:pt>
    <dgm:pt modelId="{504BAE30-C75D-4211-B4CA-168C5C747874}" type="pres">
      <dgm:prSet presAssocID="{3B8168B6-37E2-488A-A39C-B8909DD29D97}" presName="hierChild3" presStyleCnt="0"/>
      <dgm:spPr/>
    </dgm:pt>
  </dgm:ptLst>
  <dgm:cxnLst>
    <dgm:cxn modelId="{FADAC302-0DAF-49C6-88BD-7C2BC5EE2341}" type="presOf" srcId="{3B8168B6-37E2-488A-A39C-B8909DD29D97}" destId="{60045CAE-9576-419F-87C1-2CE978DA13C9}" srcOrd="0" destOrd="0" presId="urn:microsoft.com/office/officeart/2009/3/layout/HorizontalOrganizationChart"/>
    <dgm:cxn modelId="{0ADDD315-E48D-419E-B809-8F2A8C6A8E41}" srcId="{3B8168B6-37E2-488A-A39C-B8909DD29D97}" destId="{0A7AAA4D-C666-4DFB-941C-225555E8F91A}" srcOrd="0" destOrd="0" parTransId="{1A6A9702-EDBD-4365-9DA4-FA61EE0D31F9}" sibTransId="{FBCDDE94-2D31-4DDA-B2A6-261BA7D7BC7C}"/>
    <dgm:cxn modelId="{AB671B2D-8381-46FC-B1CA-2BCCC1C2D644}" type="presOf" srcId="{D79D060E-3F46-420A-8A93-3EC8B7E5B15B}" destId="{CBC4CF2F-726D-4F75-A097-34E2A881D7EB}" srcOrd="1" destOrd="0" presId="urn:microsoft.com/office/officeart/2009/3/layout/HorizontalOrganizationChart"/>
    <dgm:cxn modelId="{4D8FD92E-E701-4BB3-B577-AC6095CA2D5D}" type="presOf" srcId="{0A7AAA4D-C666-4DFB-941C-225555E8F91A}" destId="{17CA235D-DB9D-491D-8CCA-E3ACD000288D}" srcOrd="0" destOrd="0" presId="urn:microsoft.com/office/officeart/2009/3/layout/HorizontalOrganizationChart"/>
    <dgm:cxn modelId="{8B631F72-C054-4B57-A053-542974D0373D}" type="presOf" srcId="{D79D060E-3F46-420A-8A93-3EC8B7E5B15B}" destId="{C2BC18F3-A15B-4A71-8031-C0F3289AB1FE}" srcOrd="0" destOrd="0" presId="urn:microsoft.com/office/officeart/2009/3/layout/HorizontalOrganizationChart"/>
    <dgm:cxn modelId="{87AD0259-7EF6-43E7-B2BA-710343705916}" type="presOf" srcId="{2674B596-C524-4F8D-A473-20F9D3369C69}" destId="{11936BD7-C910-43EA-BDDB-4AC861C5C84A}" srcOrd="0" destOrd="0" presId="urn:microsoft.com/office/officeart/2009/3/layout/HorizontalOrganizationChart"/>
    <dgm:cxn modelId="{0F26F77A-7D89-43D7-86D8-72F6FE3E1E11}" type="presOf" srcId="{0A7AAA4D-C666-4DFB-941C-225555E8F91A}" destId="{1B0F938F-A7FD-4AF1-883F-5FD417E96C38}" srcOrd="1" destOrd="0" presId="urn:microsoft.com/office/officeart/2009/3/layout/HorizontalOrganizationChart"/>
    <dgm:cxn modelId="{1A3E358E-8391-4B5D-91F9-844C4ECBFB58}" srcId="{3B8168B6-37E2-488A-A39C-B8909DD29D97}" destId="{D79D060E-3F46-420A-8A93-3EC8B7E5B15B}" srcOrd="1" destOrd="0" parTransId="{E4FAB369-D45D-4F2B-9285-217B930253BD}" sibTransId="{963D5BA6-1D97-4CA1-A393-ACA2EAB3E332}"/>
    <dgm:cxn modelId="{FE5DA396-B666-42CD-9115-92458617A319}" srcId="{2674B596-C524-4F8D-A473-20F9D3369C69}" destId="{3B8168B6-37E2-488A-A39C-B8909DD29D97}" srcOrd="0" destOrd="0" parTransId="{CB2E868D-BD9D-4C71-A6AB-0BB3B557FE98}" sibTransId="{50E3EA14-C2F1-4886-B41C-622D2E087678}"/>
    <dgm:cxn modelId="{C3C164A5-2453-44AD-B278-0A04FCD625D0}" type="presOf" srcId="{E4FAB369-D45D-4F2B-9285-217B930253BD}" destId="{B1E687FC-31D4-4FB4-9DBE-1753193413ED}" srcOrd="0" destOrd="0" presId="urn:microsoft.com/office/officeart/2009/3/layout/HorizontalOrganizationChart"/>
    <dgm:cxn modelId="{AD12ACC4-6A30-46EB-AE3E-541626C9C261}" type="presOf" srcId="{1A6A9702-EDBD-4365-9DA4-FA61EE0D31F9}" destId="{B7DF110D-089B-42B6-8B3F-9C320A903F2B}" srcOrd="0" destOrd="0" presId="urn:microsoft.com/office/officeart/2009/3/layout/HorizontalOrganizationChart"/>
    <dgm:cxn modelId="{E64A96F7-25A4-4905-9E15-EDA4B495C805}" type="presOf" srcId="{3B8168B6-37E2-488A-A39C-B8909DD29D97}" destId="{B3110C2E-44F5-4FF6-BF2B-41ED79A1D46F}" srcOrd="1" destOrd="0" presId="urn:microsoft.com/office/officeart/2009/3/layout/HorizontalOrganizationChart"/>
    <dgm:cxn modelId="{DB4C30A8-CD2A-4DBE-8365-B80865BBB65B}" type="presParOf" srcId="{11936BD7-C910-43EA-BDDB-4AC861C5C84A}" destId="{E0A15AD2-9585-4CB1-9AFE-E55093CCC80F}" srcOrd="0" destOrd="0" presId="urn:microsoft.com/office/officeart/2009/3/layout/HorizontalOrganizationChart"/>
    <dgm:cxn modelId="{F2F074F5-060F-44CB-ABA4-9E57D4DA31B6}" type="presParOf" srcId="{E0A15AD2-9585-4CB1-9AFE-E55093CCC80F}" destId="{55CE5ED0-96F9-4A30-9551-3589434F38F4}" srcOrd="0" destOrd="0" presId="urn:microsoft.com/office/officeart/2009/3/layout/HorizontalOrganizationChart"/>
    <dgm:cxn modelId="{D83ED67C-380C-4AAF-818B-1FEA5F2BF265}" type="presParOf" srcId="{55CE5ED0-96F9-4A30-9551-3589434F38F4}" destId="{60045CAE-9576-419F-87C1-2CE978DA13C9}" srcOrd="0" destOrd="0" presId="urn:microsoft.com/office/officeart/2009/3/layout/HorizontalOrganizationChart"/>
    <dgm:cxn modelId="{62CDA69F-786E-4D86-B8FF-A3A057F0165F}" type="presParOf" srcId="{55CE5ED0-96F9-4A30-9551-3589434F38F4}" destId="{B3110C2E-44F5-4FF6-BF2B-41ED79A1D46F}" srcOrd="1" destOrd="0" presId="urn:microsoft.com/office/officeart/2009/3/layout/HorizontalOrganizationChart"/>
    <dgm:cxn modelId="{52839069-2B4A-4792-B59E-D6851D5159B0}" type="presParOf" srcId="{E0A15AD2-9585-4CB1-9AFE-E55093CCC80F}" destId="{BBAA4750-AEC9-4858-8F69-661FB8C720D3}" srcOrd="1" destOrd="0" presId="urn:microsoft.com/office/officeart/2009/3/layout/HorizontalOrganizationChart"/>
    <dgm:cxn modelId="{CFECF42F-060B-4E5E-A1AD-B437C81D606B}" type="presParOf" srcId="{BBAA4750-AEC9-4858-8F69-661FB8C720D3}" destId="{B7DF110D-089B-42B6-8B3F-9C320A903F2B}" srcOrd="0" destOrd="0" presId="urn:microsoft.com/office/officeart/2009/3/layout/HorizontalOrganizationChart"/>
    <dgm:cxn modelId="{B4DA67DD-BFF9-4108-AF52-A5EEEF50D08F}" type="presParOf" srcId="{BBAA4750-AEC9-4858-8F69-661FB8C720D3}" destId="{081045B1-0970-4AE3-A7DE-85C1B1ECE384}" srcOrd="1" destOrd="0" presId="urn:microsoft.com/office/officeart/2009/3/layout/HorizontalOrganizationChart"/>
    <dgm:cxn modelId="{76F635B6-07DC-4CDC-8A50-FB75A19C2880}" type="presParOf" srcId="{081045B1-0970-4AE3-A7DE-85C1B1ECE384}" destId="{4DDE4B76-2932-4F36-AEB2-91D0036E827C}" srcOrd="0" destOrd="0" presId="urn:microsoft.com/office/officeart/2009/3/layout/HorizontalOrganizationChart"/>
    <dgm:cxn modelId="{D15C6129-D2FA-4DEE-9B39-D698E0CCC42D}" type="presParOf" srcId="{4DDE4B76-2932-4F36-AEB2-91D0036E827C}" destId="{17CA235D-DB9D-491D-8CCA-E3ACD000288D}" srcOrd="0" destOrd="0" presId="urn:microsoft.com/office/officeart/2009/3/layout/HorizontalOrganizationChart"/>
    <dgm:cxn modelId="{C7E7B55D-9D9F-4E80-9B93-07201AEBDE7C}" type="presParOf" srcId="{4DDE4B76-2932-4F36-AEB2-91D0036E827C}" destId="{1B0F938F-A7FD-4AF1-883F-5FD417E96C38}" srcOrd="1" destOrd="0" presId="urn:microsoft.com/office/officeart/2009/3/layout/HorizontalOrganizationChart"/>
    <dgm:cxn modelId="{6E5248D1-E60F-4A6D-AFB2-79FAB6F5EC67}" type="presParOf" srcId="{081045B1-0970-4AE3-A7DE-85C1B1ECE384}" destId="{DB44A587-B34B-4E2F-9EE1-BAA2A5A2AADA}" srcOrd="1" destOrd="0" presId="urn:microsoft.com/office/officeart/2009/3/layout/HorizontalOrganizationChart"/>
    <dgm:cxn modelId="{81FBA6BA-E217-4B06-94EF-720AC485F00B}" type="presParOf" srcId="{081045B1-0970-4AE3-A7DE-85C1B1ECE384}" destId="{C4DA59DE-9339-410B-B1DE-D167097BA312}" srcOrd="2" destOrd="0" presId="urn:microsoft.com/office/officeart/2009/3/layout/HorizontalOrganizationChart"/>
    <dgm:cxn modelId="{80E4A546-2AF2-4534-B7F3-B81E700A37F2}" type="presParOf" srcId="{BBAA4750-AEC9-4858-8F69-661FB8C720D3}" destId="{B1E687FC-31D4-4FB4-9DBE-1753193413ED}" srcOrd="2" destOrd="0" presId="urn:microsoft.com/office/officeart/2009/3/layout/HorizontalOrganizationChart"/>
    <dgm:cxn modelId="{AF37E859-8F1A-4FE4-8E20-30CCC062FB8E}" type="presParOf" srcId="{BBAA4750-AEC9-4858-8F69-661FB8C720D3}" destId="{E2449FC5-56FE-44EB-A69A-8F688F7FCCB0}" srcOrd="3" destOrd="0" presId="urn:microsoft.com/office/officeart/2009/3/layout/HorizontalOrganizationChart"/>
    <dgm:cxn modelId="{98E76C42-03E9-4E05-A6CF-F61C464C4A6D}" type="presParOf" srcId="{E2449FC5-56FE-44EB-A69A-8F688F7FCCB0}" destId="{DB62EAC0-1CC5-4CE5-B71D-20AF92B7AB52}" srcOrd="0" destOrd="0" presId="urn:microsoft.com/office/officeart/2009/3/layout/HorizontalOrganizationChart"/>
    <dgm:cxn modelId="{20F214D1-FBBD-47FC-9863-3A51B6808DDC}" type="presParOf" srcId="{DB62EAC0-1CC5-4CE5-B71D-20AF92B7AB52}" destId="{C2BC18F3-A15B-4A71-8031-C0F3289AB1FE}" srcOrd="0" destOrd="0" presId="urn:microsoft.com/office/officeart/2009/3/layout/HorizontalOrganizationChart"/>
    <dgm:cxn modelId="{71F6DCD3-A836-40B0-8ED3-C9253311F950}" type="presParOf" srcId="{DB62EAC0-1CC5-4CE5-B71D-20AF92B7AB52}" destId="{CBC4CF2F-726D-4F75-A097-34E2A881D7EB}" srcOrd="1" destOrd="0" presId="urn:microsoft.com/office/officeart/2009/3/layout/HorizontalOrganizationChart"/>
    <dgm:cxn modelId="{17DCC250-3436-445A-A010-D073191D8BFB}" type="presParOf" srcId="{E2449FC5-56FE-44EB-A69A-8F688F7FCCB0}" destId="{7EDE01D4-B1A7-4B0C-A07A-C357B0050B6A}" srcOrd="1" destOrd="0" presId="urn:microsoft.com/office/officeart/2009/3/layout/HorizontalOrganizationChart"/>
    <dgm:cxn modelId="{0A91361C-3133-4F83-8F43-05AB35045155}" type="presParOf" srcId="{E2449FC5-56FE-44EB-A69A-8F688F7FCCB0}" destId="{8DCC8FB1-E989-495A-B557-7DBCCE479E15}" srcOrd="2" destOrd="0" presId="urn:microsoft.com/office/officeart/2009/3/layout/HorizontalOrganizationChart"/>
    <dgm:cxn modelId="{84837409-84DF-4621-AA3C-BE979433AD97}" type="presParOf" srcId="{E0A15AD2-9585-4CB1-9AFE-E55093CCC80F}" destId="{504BAE30-C75D-4211-B4CA-168C5C747874}"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674B596-C524-4F8D-A473-20F9D3369C69}"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de-DE"/>
        </a:p>
      </dgm:t>
    </dgm:pt>
    <dgm:pt modelId="{3B8168B6-37E2-488A-A39C-B8909DD29D97}">
      <dgm:prSet phldrT="[Text]"/>
      <dgm:spPr/>
      <dgm:t>
        <a:bodyPr/>
        <a:lstStyle/>
        <a:p>
          <a:r>
            <a:rPr lang="de-DE" dirty="0"/>
            <a:t>Structured Filter</a:t>
          </a:r>
        </a:p>
      </dgm:t>
    </dgm:pt>
    <dgm:pt modelId="{CB2E868D-BD9D-4C71-A6AB-0BB3B557FE98}" type="parTrans" cxnId="{FE5DA396-B666-42CD-9115-92458617A319}">
      <dgm:prSet/>
      <dgm:spPr/>
      <dgm:t>
        <a:bodyPr/>
        <a:lstStyle/>
        <a:p>
          <a:endParaRPr lang="de-DE"/>
        </a:p>
      </dgm:t>
    </dgm:pt>
    <dgm:pt modelId="{50E3EA14-C2F1-4886-B41C-622D2E087678}" type="sibTrans" cxnId="{FE5DA396-B666-42CD-9115-92458617A319}">
      <dgm:prSet/>
      <dgm:spPr/>
      <dgm:t>
        <a:bodyPr/>
        <a:lstStyle/>
        <a:p>
          <a:endParaRPr lang="de-DE"/>
        </a:p>
      </dgm:t>
    </dgm:pt>
    <dgm:pt modelId="{5C2A2764-2B20-4996-9F2B-05E289702860}">
      <dgm:prSet phldrT="[Text]"/>
      <dgm:spPr/>
      <dgm:t>
        <a:bodyPr/>
        <a:lstStyle/>
        <a:p>
          <a:r>
            <a:rPr lang="de-DE" dirty="0"/>
            <a:t>Nutzerfrage</a:t>
          </a:r>
        </a:p>
      </dgm:t>
    </dgm:pt>
    <dgm:pt modelId="{6F738280-EF40-4343-87DC-FB650F055AC0}" type="parTrans" cxnId="{3B0C758A-7413-4644-82C1-B628907AF041}">
      <dgm:prSet/>
      <dgm:spPr/>
      <dgm:t>
        <a:bodyPr/>
        <a:lstStyle/>
        <a:p>
          <a:endParaRPr lang="de-DE"/>
        </a:p>
      </dgm:t>
    </dgm:pt>
    <dgm:pt modelId="{3ECD2C55-F5A5-48DC-B794-EFFED320085F}" type="sibTrans" cxnId="{3B0C758A-7413-4644-82C1-B628907AF041}">
      <dgm:prSet/>
      <dgm:spPr/>
      <dgm:t>
        <a:bodyPr/>
        <a:lstStyle/>
        <a:p>
          <a:endParaRPr lang="de-DE"/>
        </a:p>
      </dgm:t>
    </dgm:pt>
    <dgm:pt modelId="{F39033DC-80A9-4568-9330-181F40797533}" type="pres">
      <dgm:prSet presAssocID="{2674B596-C524-4F8D-A473-20F9D3369C69}" presName="hierChild1" presStyleCnt="0">
        <dgm:presLayoutVars>
          <dgm:orgChart val="1"/>
          <dgm:chPref val="1"/>
          <dgm:dir/>
          <dgm:animOne val="branch"/>
          <dgm:animLvl val="lvl"/>
          <dgm:resizeHandles/>
        </dgm:presLayoutVars>
      </dgm:prSet>
      <dgm:spPr/>
    </dgm:pt>
    <dgm:pt modelId="{C93006D6-4073-4A67-BF34-1F1D9BD04950}" type="pres">
      <dgm:prSet presAssocID="{5C2A2764-2B20-4996-9F2B-05E289702860}" presName="hierRoot1" presStyleCnt="0">
        <dgm:presLayoutVars>
          <dgm:hierBranch val="init"/>
        </dgm:presLayoutVars>
      </dgm:prSet>
      <dgm:spPr/>
    </dgm:pt>
    <dgm:pt modelId="{352E449F-A965-4D3F-A900-EEA1157E1774}" type="pres">
      <dgm:prSet presAssocID="{5C2A2764-2B20-4996-9F2B-05E289702860}" presName="rootComposite1" presStyleCnt="0"/>
      <dgm:spPr/>
    </dgm:pt>
    <dgm:pt modelId="{8AAD3496-E6A1-46F7-BC60-ACD3ED2A8EA9}" type="pres">
      <dgm:prSet presAssocID="{5C2A2764-2B20-4996-9F2B-05E289702860}" presName="rootText1" presStyleLbl="node0" presStyleIdx="0" presStyleCnt="1">
        <dgm:presLayoutVars>
          <dgm:chPref val="3"/>
        </dgm:presLayoutVars>
      </dgm:prSet>
      <dgm:spPr/>
    </dgm:pt>
    <dgm:pt modelId="{10E1E797-B050-4DDB-86A7-364DE350B044}" type="pres">
      <dgm:prSet presAssocID="{5C2A2764-2B20-4996-9F2B-05E289702860}" presName="rootConnector1" presStyleLbl="node1" presStyleIdx="0" presStyleCnt="0"/>
      <dgm:spPr/>
    </dgm:pt>
    <dgm:pt modelId="{D4192141-CC3F-4765-B488-EBB4CECC31C0}" type="pres">
      <dgm:prSet presAssocID="{5C2A2764-2B20-4996-9F2B-05E289702860}" presName="hierChild2" presStyleCnt="0"/>
      <dgm:spPr/>
    </dgm:pt>
    <dgm:pt modelId="{EBCD8D97-88DE-4E57-8D0F-F056C0C9501A}" type="pres">
      <dgm:prSet presAssocID="{CB2E868D-BD9D-4C71-A6AB-0BB3B557FE98}" presName="Name64" presStyleLbl="parChTrans1D2" presStyleIdx="0" presStyleCnt="1"/>
      <dgm:spPr/>
    </dgm:pt>
    <dgm:pt modelId="{044F7EA9-21A7-425B-9F6F-E818CCC21D45}" type="pres">
      <dgm:prSet presAssocID="{3B8168B6-37E2-488A-A39C-B8909DD29D97}" presName="hierRoot2" presStyleCnt="0">
        <dgm:presLayoutVars>
          <dgm:hierBranch val="init"/>
        </dgm:presLayoutVars>
      </dgm:prSet>
      <dgm:spPr/>
    </dgm:pt>
    <dgm:pt modelId="{09E9F360-A12C-4118-9C7B-B457FF014819}" type="pres">
      <dgm:prSet presAssocID="{3B8168B6-37E2-488A-A39C-B8909DD29D97}" presName="rootComposite" presStyleCnt="0"/>
      <dgm:spPr/>
    </dgm:pt>
    <dgm:pt modelId="{D914DB91-AD51-4710-9D33-1AAA08BFA23C}" type="pres">
      <dgm:prSet presAssocID="{3B8168B6-37E2-488A-A39C-B8909DD29D97}" presName="rootText" presStyleLbl="node2" presStyleIdx="0" presStyleCnt="1">
        <dgm:presLayoutVars>
          <dgm:chPref val="3"/>
        </dgm:presLayoutVars>
      </dgm:prSet>
      <dgm:spPr/>
    </dgm:pt>
    <dgm:pt modelId="{2866029E-82AB-4E71-A3C8-0F00F872CA11}" type="pres">
      <dgm:prSet presAssocID="{3B8168B6-37E2-488A-A39C-B8909DD29D97}" presName="rootConnector" presStyleLbl="node2" presStyleIdx="0" presStyleCnt="1"/>
      <dgm:spPr/>
    </dgm:pt>
    <dgm:pt modelId="{6BEDBC46-A911-4B78-B483-A04AEF55A228}" type="pres">
      <dgm:prSet presAssocID="{3B8168B6-37E2-488A-A39C-B8909DD29D97}" presName="hierChild4" presStyleCnt="0"/>
      <dgm:spPr/>
    </dgm:pt>
    <dgm:pt modelId="{058BDB19-E1B0-4901-BB1F-4C23D62C411E}" type="pres">
      <dgm:prSet presAssocID="{3B8168B6-37E2-488A-A39C-B8909DD29D97}" presName="hierChild5" presStyleCnt="0"/>
      <dgm:spPr/>
    </dgm:pt>
    <dgm:pt modelId="{865A8CAB-A28C-42CA-8785-BA870293E55A}" type="pres">
      <dgm:prSet presAssocID="{5C2A2764-2B20-4996-9F2B-05E289702860}" presName="hierChild3" presStyleCnt="0"/>
      <dgm:spPr/>
    </dgm:pt>
  </dgm:ptLst>
  <dgm:cxnLst>
    <dgm:cxn modelId="{27432506-9546-4099-8556-16EEF19B6232}" type="presOf" srcId="{2674B596-C524-4F8D-A473-20F9D3369C69}" destId="{F39033DC-80A9-4568-9330-181F40797533}" srcOrd="0" destOrd="0" presId="urn:microsoft.com/office/officeart/2009/3/layout/HorizontalOrganizationChart"/>
    <dgm:cxn modelId="{DF3F4320-533F-4A54-A3BA-C2A7A2DEE0DF}" type="presOf" srcId="{CB2E868D-BD9D-4C71-A6AB-0BB3B557FE98}" destId="{EBCD8D97-88DE-4E57-8D0F-F056C0C9501A}" srcOrd="0" destOrd="0" presId="urn:microsoft.com/office/officeart/2009/3/layout/HorizontalOrganizationChart"/>
    <dgm:cxn modelId="{E9D7955D-EC07-4D69-8600-C261897B63DC}" type="presOf" srcId="{5C2A2764-2B20-4996-9F2B-05E289702860}" destId="{8AAD3496-E6A1-46F7-BC60-ACD3ED2A8EA9}" srcOrd="0" destOrd="0" presId="urn:microsoft.com/office/officeart/2009/3/layout/HorizontalOrganizationChart"/>
    <dgm:cxn modelId="{F6B7B980-3444-49F1-A8BD-408A4398DAF7}" type="presOf" srcId="{5C2A2764-2B20-4996-9F2B-05E289702860}" destId="{10E1E797-B050-4DDB-86A7-364DE350B044}" srcOrd="1" destOrd="0" presId="urn:microsoft.com/office/officeart/2009/3/layout/HorizontalOrganizationChart"/>
    <dgm:cxn modelId="{3B0C758A-7413-4644-82C1-B628907AF041}" srcId="{2674B596-C524-4F8D-A473-20F9D3369C69}" destId="{5C2A2764-2B20-4996-9F2B-05E289702860}" srcOrd="0" destOrd="0" parTransId="{6F738280-EF40-4343-87DC-FB650F055AC0}" sibTransId="{3ECD2C55-F5A5-48DC-B794-EFFED320085F}"/>
    <dgm:cxn modelId="{FE5DA396-B666-42CD-9115-92458617A319}" srcId="{5C2A2764-2B20-4996-9F2B-05E289702860}" destId="{3B8168B6-37E2-488A-A39C-B8909DD29D97}" srcOrd="0" destOrd="0" parTransId="{CB2E868D-BD9D-4C71-A6AB-0BB3B557FE98}" sibTransId="{50E3EA14-C2F1-4886-B41C-622D2E087678}"/>
    <dgm:cxn modelId="{ADE1B7E6-8C51-42E6-A54A-73ED11180028}" type="presOf" srcId="{3B8168B6-37E2-488A-A39C-B8909DD29D97}" destId="{D914DB91-AD51-4710-9D33-1AAA08BFA23C}" srcOrd="0" destOrd="0" presId="urn:microsoft.com/office/officeart/2009/3/layout/HorizontalOrganizationChart"/>
    <dgm:cxn modelId="{DF51E7EB-66E7-4E7D-8816-3A0320A4DCA5}" type="presOf" srcId="{3B8168B6-37E2-488A-A39C-B8909DD29D97}" destId="{2866029E-82AB-4E71-A3C8-0F00F872CA11}" srcOrd="1" destOrd="0" presId="urn:microsoft.com/office/officeart/2009/3/layout/HorizontalOrganizationChart"/>
    <dgm:cxn modelId="{71980E8F-A7DB-456F-A409-AAA47DC57720}" type="presParOf" srcId="{F39033DC-80A9-4568-9330-181F40797533}" destId="{C93006D6-4073-4A67-BF34-1F1D9BD04950}" srcOrd="0" destOrd="0" presId="urn:microsoft.com/office/officeart/2009/3/layout/HorizontalOrganizationChart"/>
    <dgm:cxn modelId="{61323102-C285-4B0E-B128-921840A64544}" type="presParOf" srcId="{C93006D6-4073-4A67-BF34-1F1D9BD04950}" destId="{352E449F-A965-4D3F-A900-EEA1157E1774}" srcOrd="0" destOrd="0" presId="urn:microsoft.com/office/officeart/2009/3/layout/HorizontalOrganizationChart"/>
    <dgm:cxn modelId="{38A8A6CB-4A6C-48F7-B18F-ABE6EE0868A2}" type="presParOf" srcId="{352E449F-A965-4D3F-A900-EEA1157E1774}" destId="{8AAD3496-E6A1-46F7-BC60-ACD3ED2A8EA9}" srcOrd="0" destOrd="0" presId="urn:microsoft.com/office/officeart/2009/3/layout/HorizontalOrganizationChart"/>
    <dgm:cxn modelId="{C0438F85-ABAE-4107-90E5-A292CD97F13E}" type="presParOf" srcId="{352E449F-A965-4D3F-A900-EEA1157E1774}" destId="{10E1E797-B050-4DDB-86A7-364DE350B044}" srcOrd="1" destOrd="0" presId="urn:microsoft.com/office/officeart/2009/3/layout/HorizontalOrganizationChart"/>
    <dgm:cxn modelId="{3A274704-AEDF-40D6-BFE6-771C7EFC08B3}" type="presParOf" srcId="{C93006D6-4073-4A67-BF34-1F1D9BD04950}" destId="{D4192141-CC3F-4765-B488-EBB4CECC31C0}" srcOrd="1" destOrd="0" presId="urn:microsoft.com/office/officeart/2009/3/layout/HorizontalOrganizationChart"/>
    <dgm:cxn modelId="{B86F30D3-4905-461A-A0CD-BB6C2D94F2D2}" type="presParOf" srcId="{D4192141-CC3F-4765-B488-EBB4CECC31C0}" destId="{EBCD8D97-88DE-4E57-8D0F-F056C0C9501A}" srcOrd="0" destOrd="0" presId="urn:microsoft.com/office/officeart/2009/3/layout/HorizontalOrganizationChart"/>
    <dgm:cxn modelId="{42D9D9DF-A45F-4B16-A4CC-0349B19F4534}" type="presParOf" srcId="{D4192141-CC3F-4765-B488-EBB4CECC31C0}" destId="{044F7EA9-21A7-425B-9F6F-E818CCC21D45}" srcOrd="1" destOrd="0" presId="urn:microsoft.com/office/officeart/2009/3/layout/HorizontalOrganizationChart"/>
    <dgm:cxn modelId="{2DBEA684-3DB8-425C-B88E-F22932B75479}" type="presParOf" srcId="{044F7EA9-21A7-425B-9F6F-E818CCC21D45}" destId="{09E9F360-A12C-4118-9C7B-B457FF014819}" srcOrd="0" destOrd="0" presId="urn:microsoft.com/office/officeart/2009/3/layout/HorizontalOrganizationChart"/>
    <dgm:cxn modelId="{5AF5C9AA-93F4-4090-9BBC-2AA3439271A6}" type="presParOf" srcId="{09E9F360-A12C-4118-9C7B-B457FF014819}" destId="{D914DB91-AD51-4710-9D33-1AAA08BFA23C}" srcOrd="0" destOrd="0" presId="urn:microsoft.com/office/officeart/2009/3/layout/HorizontalOrganizationChart"/>
    <dgm:cxn modelId="{108BC277-884C-4F09-A57B-C4A6B7F4DF12}" type="presParOf" srcId="{09E9F360-A12C-4118-9C7B-B457FF014819}" destId="{2866029E-82AB-4E71-A3C8-0F00F872CA11}" srcOrd="1" destOrd="0" presId="urn:microsoft.com/office/officeart/2009/3/layout/HorizontalOrganizationChart"/>
    <dgm:cxn modelId="{4CA8AD29-7018-4721-96FA-EAA9DB41C6F8}" type="presParOf" srcId="{044F7EA9-21A7-425B-9F6F-E818CCC21D45}" destId="{6BEDBC46-A911-4B78-B483-A04AEF55A228}" srcOrd="1" destOrd="0" presId="urn:microsoft.com/office/officeart/2009/3/layout/HorizontalOrganizationChart"/>
    <dgm:cxn modelId="{C4C281EA-AEEA-4126-8104-1F6827EDA35B}" type="presParOf" srcId="{044F7EA9-21A7-425B-9F6F-E818CCC21D45}" destId="{058BDB19-E1B0-4901-BB1F-4C23D62C411E}" srcOrd="2" destOrd="0" presId="urn:microsoft.com/office/officeart/2009/3/layout/HorizontalOrganizationChart"/>
    <dgm:cxn modelId="{2AC9CCEF-2F5A-449B-B3F7-C15A11FFF48B}" type="presParOf" srcId="{C93006D6-4073-4A67-BF34-1F1D9BD04950}" destId="{865A8CAB-A28C-42CA-8785-BA870293E55A}" srcOrd="2" destOrd="0" presId="urn:microsoft.com/office/officeart/2009/3/layout/HorizontalOrganizationChar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A7907F1-9767-4477-AC00-7281075E5E13}"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de-DE"/>
        </a:p>
      </dgm:t>
    </dgm:pt>
    <dgm:pt modelId="{B9AB29ED-321A-4AAA-959D-63CF1BBB2A95}">
      <dgm:prSet phldrT="[Text]"/>
      <dgm:spPr/>
      <dgm:t>
        <a:bodyPr/>
        <a:lstStyle/>
        <a:p>
          <a:r>
            <a:rPr lang="de-DE" dirty="0"/>
            <a:t>Fusion</a:t>
          </a:r>
        </a:p>
      </dgm:t>
    </dgm:pt>
    <dgm:pt modelId="{169565B7-5A1C-405E-B369-E55789DDCE8B}" type="parTrans" cxnId="{2A6D90D9-2598-45AB-B038-D4BFE3673F71}">
      <dgm:prSet/>
      <dgm:spPr/>
      <dgm:t>
        <a:bodyPr/>
        <a:lstStyle/>
        <a:p>
          <a:endParaRPr lang="de-DE"/>
        </a:p>
      </dgm:t>
    </dgm:pt>
    <dgm:pt modelId="{ADD7B234-0932-45D5-B88F-4F5F961E88C7}" type="sibTrans" cxnId="{2A6D90D9-2598-45AB-B038-D4BFE3673F71}">
      <dgm:prSet/>
      <dgm:spPr/>
      <dgm:t>
        <a:bodyPr/>
        <a:lstStyle/>
        <a:p>
          <a:endParaRPr lang="de-DE"/>
        </a:p>
      </dgm:t>
    </dgm:pt>
    <dgm:pt modelId="{D2F84E52-8872-47CE-AE52-EA6805ECF838}">
      <dgm:prSet phldrT="[Text]"/>
      <dgm:spPr/>
      <dgm:t>
        <a:bodyPr/>
        <a:lstStyle/>
        <a:p>
          <a:r>
            <a:rPr lang="de-DE" dirty="0"/>
            <a:t>Reranking</a:t>
          </a:r>
        </a:p>
      </dgm:t>
    </dgm:pt>
    <dgm:pt modelId="{1FAEC0D5-7D03-4C8F-BCB1-A43ED7684BEE}" type="parTrans" cxnId="{A63FED6C-54D5-40CB-95A0-688D0CBE8A36}">
      <dgm:prSet/>
      <dgm:spPr/>
      <dgm:t>
        <a:bodyPr/>
        <a:lstStyle/>
        <a:p>
          <a:endParaRPr lang="de-DE"/>
        </a:p>
      </dgm:t>
    </dgm:pt>
    <dgm:pt modelId="{D76BEBA9-3EC8-4E99-B283-B8A8DE0FC7B4}" type="sibTrans" cxnId="{A63FED6C-54D5-40CB-95A0-688D0CBE8A36}">
      <dgm:prSet/>
      <dgm:spPr/>
      <dgm:t>
        <a:bodyPr/>
        <a:lstStyle/>
        <a:p>
          <a:endParaRPr lang="de-DE"/>
        </a:p>
      </dgm:t>
    </dgm:pt>
    <dgm:pt modelId="{0A0A2D45-48A7-4E3E-8392-419F78673C1A}">
      <dgm:prSet phldrT="[Text]"/>
      <dgm:spPr/>
      <dgm:t>
        <a:bodyPr/>
        <a:lstStyle/>
        <a:p>
          <a:r>
            <a:rPr lang="de-DE" dirty="0"/>
            <a:t>Top 5</a:t>
          </a:r>
        </a:p>
      </dgm:t>
    </dgm:pt>
    <dgm:pt modelId="{443F9D12-3E93-466B-BF78-1136EB6066B9}" type="parTrans" cxnId="{E0E73588-7AB3-49B4-9539-0594615CABB6}">
      <dgm:prSet/>
      <dgm:spPr/>
      <dgm:t>
        <a:bodyPr/>
        <a:lstStyle/>
        <a:p>
          <a:endParaRPr lang="de-DE"/>
        </a:p>
      </dgm:t>
    </dgm:pt>
    <dgm:pt modelId="{EEB26A07-F4A4-4369-88DA-318DF5DA33F1}" type="sibTrans" cxnId="{E0E73588-7AB3-49B4-9539-0594615CABB6}">
      <dgm:prSet/>
      <dgm:spPr/>
      <dgm:t>
        <a:bodyPr/>
        <a:lstStyle/>
        <a:p>
          <a:endParaRPr lang="de-DE"/>
        </a:p>
      </dgm:t>
    </dgm:pt>
    <dgm:pt modelId="{3AC46273-C44D-4925-9B37-B23E0C6460FA}">
      <dgm:prSet phldrT="[Text]"/>
      <dgm:spPr/>
      <dgm:t>
        <a:bodyPr/>
        <a:lstStyle/>
        <a:p>
          <a:r>
            <a:rPr lang="de-DE" dirty="0"/>
            <a:t>LLM</a:t>
          </a:r>
        </a:p>
      </dgm:t>
    </dgm:pt>
    <dgm:pt modelId="{A8BFEB40-B2E5-4376-A328-845A521CC878}" type="parTrans" cxnId="{9CA4E442-07A5-4A24-85AD-71C74E1996F4}">
      <dgm:prSet/>
      <dgm:spPr/>
      <dgm:t>
        <a:bodyPr/>
        <a:lstStyle/>
        <a:p>
          <a:endParaRPr lang="de-DE"/>
        </a:p>
      </dgm:t>
    </dgm:pt>
    <dgm:pt modelId="{05EA51DF-3CF7-4048-8BCB-37D38C831DD3}" type="sibTrans" cxnId="{9CA4E442-07A5-4A24-85AD-71C74E1996F4}">
      <dgm:prSet/>
      <dgm:spPr/>
      <dgm:t>
        <a:bodyPr/>
        <a:lstStyle/>
        <a:p>
          <a:endParaRPr lang="de-DE"/>
        </a:p>
      </dgm:t>
    </dgm:pt>
    <dgm:pt modelId="{B8B9AB78-C7DE-4D00-B850-D2AB606DFA14}" type="pres">
      <dgm:prSet presAssocID="{FA7907F1-9767-4477-AC00-7281075E5E13}" presName="hierChild1" presStyleCnt="0">
        <dgm:presLayoutVars>
          <dgm:orgChart val="1"/>
          <dgm:chPref val="1"/>
          <dgm:dir/>
          <dgm:animOne val="branch"/>
          <dgm:animLvl val="lvl"/>
          <dgm:resizeHandles/>
        </dgm:presLayoutVars>
      </dgm:prSet>
      <dgm:spPr/>
    </dgm:pt>
    <dgm:pt modelId="{D5D1BD9E-55AA-49FC-87E6-71587D725EA3}" type="pres">
      <dgm:prSet presAssocID="{B9AB29ED-321A-4AAA-959D-63CF1BBB2A95}" presName="hierRoot1" presStyleCnt="0">
        <dgm:presLayoutVars>
          <dgm:hierBranch val="init"/>
        </dgm:presLayoutVars>
      </dgm:prSet>
      <dgm:spPr/>
    </dgm:pt>
    <dgm:pt modelId="{8AD4480A-36AB-4D95-AF96-CC74866D0419}" type="pres">
      <dgm:prSet presAssocID="{B9AB29ED-321A-4AAA-959D-63CF1BBB2A95}" presName="rootComposite1" presStyleCnt="0"/>
      <dgm:spPr/>
    </dgm:pt>
    <dgm:pt modelId="{A8763B52-D7F3-438A-A5C8-DA3AF898051F}" type="pres">
      <dgm:prSet presAssocID="{B9AB29ED-321A-4AAA-959D-63CF1BBB2A95}" presName="rootText1" presStyleLbl="node0" presStyleIdx="0" presStyleCnt="1">
        <dgm:presLayoutVars>
          <dgm:chPref val="3"/>
        </dgm:presLayoutVars>
      </dgm:prSet>
      <dgm:spPr/>
    </dgm:pt>
    <dgm:pt modelId="{6D14887A-A85E-4A0C-98B2-F83844FD161F}" type="pres">
      <dgm:prSet presAssocID="{B9AB29ED-321A-4AAA-959D-63CF1BBB2A95}" presName="rootConnector1" presStyleLbl="node1" presStyleIdx="0" presStyleCnt="0"/>
      <dgm:spPr/>
    </dgm:pt>
    <dgm:pt modelId="{2615D152-DDF4-472F-AC49-8E3E876E9999}" type="pres">
      <dgm:prSet presAssocID="{B9AB29ED-321A-4AAA-959D-63CF1BBB2A95}" presName="hierChild2" presStyleCnt="0"/>
      <dgm:spPr/>
    </dgm:pt>
    <dgm:pt modelId="{7A93CD50-B587-41AA-8308-CFF02141F25A}" type="pres">
      <dgm:prSet presAssocID="{1FAEC0D5-7D03-4C8F-BCB1-A43ED7684BEE}" presName="Name64" presStyleLbl="parChTrans1D2" presStyleIdx="0" presStyleCnt="1"/>
      <dgm:spPr/>
    </dgm:pt>
    <dgm:pt modelId="{866F382E-FC61-4280-86CE-3253DEDB7217}" type="pres">
      <dgm:prSet presAssocID="{D2F84E52-8872-47CE-AE52-EA6805ECF838}" presName="hierRoot2" presStyleCnt="0">
        <dgm:presLayoutVars>
          <dgm:hierBranch val="init"/>
        </dgm:presLayoutVars>
      </dgm:prSet>
      <dgm:spPr/>
    </dgm:pt>
    <dgm:pt modelId="{049D3BBF-BD12-4779-9C11-5BA31C7827F1}" type="pres">
      <dgm:prSet presAssocID="{D2F84E52-8872-47CE-AE52-EA6805ECF838}" presName="rootComposite" presStyleCnt="0"/>
      <dgm:spPr/>
    </dgm:pt>
    <dgm:pt modelId="{B0E90582-97B7-4522-AFF0-8972E0746746}" type="pres">
      <dgm:prSet presAssocID="{D2F84E52-8872-47CE-AE52-EA6805ECF838}" presName="rootText" presStyleLbl="node2" presStyleIdx="0" presStyleCnt="1">
        <dgm:presLayoutVars>
          <dgm:chPref val="3"/>
        </dgm:presLayoutVars>
      </dgm:prSet>
      <dgm:spPr/>
    </dgm:pt>
    <dgm:pt modelId="{04A27C18-C8EA-4AEB-8829-21DBE016BF39}" type="pres">
      <dgm:prSet presAssocID="{D2F84E52-8872-47CE-AE52-EA6805ECF838}" presName="rootConnector" presStyleLbl="node2" presStyleIdx="0" presStyleCnt="1"/>
      <dgm:spPr/>
    </dgm:pt>
    <dgm:pt modelId="{F6C2FDA0-7659-4233-A6CE-1562012A50E2}" type="pres">
      <dgm:prSet presAssocID="{D2F84E52-8872-47CE-AE52-EA6805ECF838}" presName="hierChild4" presStyleCnt="0"/>
      <dgm:spPr/>
    </dgm:pt>
    <dgm:pt modelId="{765793BC-54EC-4A78-A44B-1A8F02065F2E}" type="pres">
      <dgm:prSet presAssocID="{443F9D12-3E93-466B-BF78-1136EB6066B9}" presName="Name64" presStyleLbl="parChTrans1D3" presStyleIdx="0" presStyleCnt="1"/>
      <dgm:spPr/>
    </dgm:pt>
    <dgm:pt modelId="{6D1805F3-C723-4A41-B9FC-F7A5EFE1EDB1}" type="pres">
      <dgm:prSet presAssocID="{0A0A2D45-48A7-4E3E-8392-419F78673C1A}" presName="hierRoot2" presStyleCnt="0">
        <dgm:presLayoutVars>
          <dgm:hierBranch val="init"/>
        </dgm:presLayoutVars>
      </dgm:prSet>
      <dgm:spPr/>
    </dgm:pt>
    <dgm:pt modelId="{BF3594B1-F8F8-431D-89B6-46FF62AD7450}" type="pres">
      <dgm:prSet presAssocID="{0A0A2D45-48A7-4E3E-8392-419F78673C1A}" presName="rootComposite" presStyleCnt="0"/>
      <dgm:spPr/>
    </dgm:pt>
    <dgm:pt modelId="{B0230774-9569-4A4C-91B8-FBB9B5ACCEC9}" type="pres">
      <dgm:prSet presAssocID="{0A0A2D45-48A7-4E3E-8392-419F78673C1A}" presName="rootText" presStyleLbl="node3" presStyleIdx="0" presStyleCnt="1">
        <dgm:presLayoutVars>
          <dgm:chPref val="3"/>
        </dgm:presLayoutVars>
      </dgm:prSet>
      <dgm:spPr/>
    </dgm:pt>
    <dgm:pt modelId="{F0F55593-DABF-40D4-BB9B-13B5C4A0DA53}" type="pres">
      <dgm:prSet presAssocID="{0A0A2D45-48A7-4E3E-8392-419F78673C1A}" presName="rootConnector" presStyleLbl="node3" presStyleIdx="0" presStyleCnt="1"/>
      <dgm:spPr/>
    </dgm:pt>
    <dgm:pt modelId="{CF94B05F-976C-4780-8B77-45EA5E520AFB}" type="pres">
      <dgm:prSet presAssocID="{0A0A2D45-48A7-4E3E-8392-419F78673C1A}" presName="hierChild4" presStyleCnt="0"/>
      <dgm:spPr/>
    </dgm:pt>
    <dgm:pt modelId="{EE384066-7035-42BC-800B-270ECAE6C628}" type="pres">
      <dgm:prSet presAssocID="{A8BFEB40-B2E5-4376-A328-845A521CC878}" presName="Name64" presStyleLbl="parChTrans1D4" presStyleIdx="0" presStyleCnt="1"/>
      <dgm:spPr/>
    </dgm:pt>
    <dgm:pt modelId="{288CF9D6-0FE9-42B9-860F-89D991B635D0}" type="pres">
      <dgm:prSet presAssocID="{3AC46273-C44D-4925-9B37-B23E0C6460FA}" presName="hierRoot2" presStyleCnt="0">
        <dgm:presLayoutVars>
          <dgm:hierBranch val="init"/>
        </dgm:presLayoutVars>
      </dgm:prSet>
      <dgm:spPr/>
    </dgm:pt>
    <dgm:pt modelId="{71D917A6-5146-40AB-A929-8C193251ABE1}" type="pres">
      <dgm:prSet presAssocID="{3AC46273-C44D-4925-9B37-B23E0C6460FA}" presName="rootComposite" presStyleCnt="0"/>
      <dgm:spPr/>
    </dgm:pt>
    <dgm:pt modelId="{DFD06D82-2BD2-4664-8212-9CA8039CA951}" type="pres">
      <dgm:prSet presAssocID="{3AC46273-C44D-4925-9B37-B23E0C6460FA}" presName="rootText" presStyleLbl="node4" presStyleIdx="0" presStyleCnt="1">
        <dgm:presLayoutVars>
          <dgm:chPref val="3"/>
        </dgm:presLayoutVars>
      </dgm:prSet>
      <dgm:spPr/>
    </dgm:pt>
    <dgm:pt modelId="{A4B57EDF-EF2C-4FA4-8CE0-8BDCA0348D98}" type="pres">
      <dgm:prSet presAssocID="{3AC46273-C44D-4925-9B37-B23E0C6460FA}" presName="rootConnector" presStyleLbl="node4" presStyleIdx="0" presStyleCnt="1"/>
      <dgm:spPr/>
    </dgm:pt>
    <dgm:pt modelId="{AB84760E-F9F8-42F5-87DB-43BE2A843A45}" type="pres">
      <dgm:prSet presAssocID="{3AC46273-C44D-4925-9B37-B23E0C6460FA}" presName="hierChild4" presStyleCnt="0"/>
      <dgm:spPr/>
    </dgm:pt>
    <dgm:pt modelId="{0C0CB783-97C4-452A-9A21-18D7E1042A0A}" type="pres">
      <dgm:prSet presAssocID="{3AC46273-C44D-4925-9B37-B23E0C6460FA}" presName="hierChild5" presStyleCnt="0"/>
      <dgm:spPr/>
    </dgm:pt>
    <dgm:pt modelId="{CBC43E94-2771-47F6-9CC0-7831A6C7E7F6}" type="pres">
      <dgm:prSet presAssocID="{0A0A2D45-48A7-4E3E-8392-419F78673C1A}" presName="hierChild5" presStyleCnt="0"/>
      <dgm:spPr/>
    </dgm:pt>
    <dgm:pt modelId="{0DCB5124-D7D7-4AAD-B9C7-7661220B0F87}" type="pres">
      <dgm:prSet presAssocID="{D2F84E52-8872-47CE-AE52-EA6805ECF838}" presName="hierChild5" presStyleCnt="0"/>
      <dgm:spPr/>
    </dgm:pt>
    <dgm:pt modelId="{E531C35F-BD54-4E36-92CB-F04679132D65}" type="pres">
      <dgm:prSet presAssocID="{B9AB29ED-321A-4AAA-959D-63CF1BBB2A95}" presName="hierChild3" presStyleCnt="0"/>
      <dgm:spPr/>
    </dgm:pt>
  </dgm:ptLst>
  <dgm:cxnLst>
    <dgm:cxn modelId="{52E39C15-C279-43BB-8F89-ACAB84AC6086}" type="presOf" srcId="{3AC46273-C44D-4925-9B37-B23E0C6460FA}" destId="{DFD06D82-2BD2-4664-8212-9CA8039CA951}" srcOrd="0" destOrd="0" presId="urn:microsoft.com/office/officeart/2009/3/layout/HorizontalOrganizationChart"/>
    <dgm:cxn modelId="{8A2CB01D-C4FF-44CD-A036-AC941746231E}" type="presOf" srcId="{D2F84E52-8872-47CE-AE52-EA6805ECF838}" destId="{B0E90582-97B7-4522-AFF0-8972E0746746}" srcOrd="0" destOrd="0" presId="urn:microsoft.com/office/officeart/2009/3/layout/HorizontalOrganizationChart"/>
    <dgm:cxn modelId="{8932263E-052E-4C6C-A60E-BA6008D4DB1B}" type="presOf" srcId="{443F9D12-3E93-466B-BF78-1136EB6066B9}" destId="{765793BC-54EC-4A78-A44B-1A8F02065F2E}" srcOrd="0" destOrd="0" presId="urn:microsoft.com/office/officeart/2009/3/layout/HorizontalOrganizationChart"/>
    <dgm:cxn modelId="{9CA4E442-07A5-4A24-85AD-71C74E1996F4}" srcId="{0A0A2D45-48A7-4E3E-8392-419F78673C1A}" destId="{3AC46273-C44D-4925-9B37-B23E0C6460FA}" srcOrd="0" destOrd="0" parTransId="{A8BFEB40-B2E5-4376-A328-845A521CC878}" sibTransId="{05EA51DF-3CF7-4048-8BCB-37D38C831DD3}"/>
    <dgm:cxn modelId="{A63FED6C-54D5-40CB-95A0-688D0CBE8A36}" srcId="{B9AB29ED-321A-4AAA-959D-63CF1BBB2A95}" destId="{D2F84E52-8872-47CE-AE52-EA6805ECF838}" srcOrd="0" destOrd="0" parTransId="{1FAEC0D5-7D03-4C8F-BCB1-A43ED7684BEE}" sibTransId="{D76BEBA9-3EC8-4E99-B283-B8A8DE0FC7B4}"/>
    <dgm:cxn modelId="{A3F2B073-001E-407B-A24A-D80F06B62645}" type="presOf" srcId="{0A0A2D45-48A7-4E3E-8392-419F78673C1A}" destId="{F0F55593-DABF-40D4-BB9B-13B5C4A0DA53}" srcOrd="1" destOrd="0" presId="urn:microsoft.com/office/officeart/2009/3/layout/HorizontalOrganizationChart"/>
    <dgm:cxn modelId="{13462887-B030-4914-ABDD-93F8E86EDB8E}" type="presOf" srcId="{D2F84E52-8872-47CE-AE52-EA6805ECF838}" destId="{04A27C18-C8EA-4AEB-8829-21DBE016BF39}" srcOrd="1" destOrd="0" presId="urn:microsoft.com/office/officeart/2009/3/layout/HorizontalOrganizationChart"/>
    <dgm:cxn modelId="{E0E73588-7AB3-49B4-9539-0594615CABB6}" srcId="{D2F84E52-8872-47CE-AE52-EA6805ECF838}" destId="{0A0A2D45-48A7-4E3E-8392-419F78673C1A}" srcOrd="0" destOrd="0" parTransId="{443F9D12-3E93-466B-BF78-1136EB6066B9}" sibTransId="{EEB26A07-F4A4-4369-88DA-318DF5DA33F1}"/>
    <dgm:cxn modelId="{215EC188-74A2-4918-AEF2-868CCCF62F21}" type="presOf" srcId="{0A0A2D45-48A7-4E3E-8392-419F78673C1A}" destId="{B0230774-9569-4A4C-91B8-FBB9B5ACCEC9}" srcOrd="0" destOrd="0" presId="urn:microsoft.com/office/officeart/2009/3/layout/HorizontalOrganizationChart"/>
    <dgm:cxn modelId="{1EEFD591-5B81-4857-97BC-5B6BB945C186}" type="presOf" srcId="{3AC46273-C44D-4925-9B37-B23E0C6460FA}" destId="{A4B57EDF-EF2C-4FA4-8CE0-8BDCA0348D98}" srcOrd="1" destOrd="0" presId="urn:microsoft.com/office/officeart/2009/3/layout/HorizontalOrganizationChart"/>
    <dgm:cxn modelId="{9FEA45A3-010B-447C-8D1C-22873D3B125A}" type="presOf" srcId="{FA7907F1-9767-4477-AC00-7281075E5E13}" destId="{B8B9AB78-C7DE-4D00-B850-D2AB606DFA14}" srcOrd="0" destOrd="0" presId="urn:microsoft.com/office/officeart/2009/3/layout/HorizontalOrganizationChart"/>
    <dgm:cxn modelId="{F22A7CAD-EB38-4DAB-85D6-60341BF3BEFB}" type="presOf" srcId="{B9AB29ED-321A-4AAA-959D-63CF1BBB2A95}" destId="{6D14887A-A85E-4A0C-98B2-F83844FD161F}" srcOrd="1" destOrd="0" presId="urn:microsoft.com/office/officeart/2009/3/layout/HorizontalOrganizationChart"/>
    <dgm:cxn modelId="{F7C6C3AD-4E8C-407B-93A3-30E8DA5CA8C2}" type="presOf" srcId="{1FAEC0D5-7D03-4C8F-BCB1-A43ED7684BEE}" destId="{7A93CD50-B587-41AA-8308-CFF02141F25A}" srcOrd="0" destOrd="0" presId="urn:microsoft.com/office/officeart/2009/3/layout/HorizontalOrganizationChart"/>
    <dgm:cxn modelId="{002C64BC-B148-41BF-9320-FD64ED0F3A36}" type="presOf" srcId="{A8BFEB40-B2E5-4376-A328-845A521CC878}" destId="{EE384066-7035-42BC-800B-270ECAE6C628}" srcOrd="0" destOrd="0" presId="urn:microsoft.com/office/officeart/2009/3/layout/HorizontalOrganizationChart"/>
    <dgm:cxn modelId="{2A6D90D9-2598-45AB-B038-D4BFE3673F71}" srcId="{FA7907F1-9767-4477-AC00-7281075E5E13}" destId="{B9AB29ED-321A-4AAA-959D-63CF1BBB2A95}" srcOrd="0" destOrd="0" parTransId="{169565B7-5A1C-405E-B369-E55789DDCE8B}" sibTransId="{ADD7B234-0932-45D5-B88F-4F5F961E88C7}"/>
    <dgm:cxn modelId="{7BD71DE9-C9D8-476F-9DC6-6BADD03977D7}" type="presOf" srcId="{B9AB29ED-321A-4AAA-959D-63CF1BBB2A95}" destId="{A8763B52-D7F3-438A-A5C8-DA3AF898051F}" srcOrd="0" destOrd="0" presId="urn:microsoft.com/office/officeart/2009/3/layout/HorizontalOrganizationChart"/>
    <dgm:cxn modelId="{1D270355-500F-48E7-A0B0-5A5D2B5614A2}" type="presParOf" srcId="{B8B9AB78-C7DE-4D00-B850-D2AB606DFA14}" destId="{D5D1BD9E-55AA-49FC-87E6-71587D725EA3}" srcOrd="0" destOrd="0" presId="urn:microsoft.com/office/officeart/2009/3/layout/HorizontalOrganizationChart"/>
    <dgm:cxn modelId="{C7145109-FFB7-4A7A-B4E4-8015F421C685}" type="presParOf" srcId="{D5D1BD9E-55AA-49FC-87E6-71587D725EA3}" destId="{8AD4480A-36AB-4D95-AF96-CC74866D0419}" srcOrd="0" destOrd="0" presId="urn:microsoft.com/office/officeart/2009/3/layout/HorizontalOrganizationChart"/>
    <dgm:cxn modelId="{29265DC6-979C-4587-88C3-AA37671E10EC}" type="presParOf" srcId="{8AD4480A-36AB-4D95-AF96-CC74866D0419}" destId="{A8763B52-D7F3-438A-A5C8-DA3AF898051F}" srcOrd="0" destOrd="0" presId="urn:microsoft.com/office/officeart/2009/3/layout/HorizontalOrganizationChart"/>
    <dgm:cxn modelId="{F5737000-9D60-4692-87B1-04523ED8B20B}" type="presParOf" srcId="{8AD4480A-36AB-4D95-AF96-CC74866D0419}" destId="{6D14887A-A85E-4A0C-98B2-F83844FD161F}" srcOrd="1" destOrd="0" presId="urn:microsoft.com/office/officeart/2009/3/layout/HorizontalOrganizationChart"/>
    <dgm:cxn modelId="{863BC0C2-AB49-42BD-A585-1564B95B358A}" type="presParOf" srcId="{D5D1BD9E-55AA-49FC-87E6-71587D725EA3}" destId="{2615D152-DDF4-472F-AC49-8E3E876E9999}" srcOrd="1" destOrd="0" presId="urn:microsoft.com/office/officeart/2009/3/layout/HorizontalOrganizationChart"/>
    <dgm:cxn modelId="{00F76BFD-E475-4C4A-9245-5D2EEAA369BB}" type="presParOf" srcId="{2615D152-DDF4-472F-AC49-8E3E876E9999}" destId="{7A93CD50-B587-41AA-8308-CFF02141F25A}" srcOrd="0" destOrd="0" presId="urn:microsoft.com/office/officeart/2009/3/layout/HorizontalOrganizationChart"/>
    <dgm:cxn modelId="{94696A43-31AC-47C2-89A3-6C544F292102}" type="presParOf" srcId="{2615D152-DDF4-472F-AC49-8E3E876E9999}" destId="{866F382E-FC61-4280-86CE-3253DEDB7217}" srcOrd="1" destOrd="0" presId="urn:microsoft.com/office/officeart/2009/3/layout/HorizontalOrganizationChart"/>
    <dgm:cxn modelId="{523735CB-4EB6-4EBE-BE4B-6F9DF812B0E1}" type="presParOf" srcId="{866F382E-FC61-4280-86CE-3253DEDB7217}" destId="{049D3BBF-BD12-4779-9C11-5BA31C7827F1}" srcOrd="0" destOrd="0" presId="urn:microsoft.com/office/officeart/2009/3/layout/HorizontalOrganizationChart"/>
    <dgm:cxn modelId="{74493814-F761-4148-A922-035C46F5F770}" type="presParOf" srcId="{049D3BBF-BD12-4779-9C11-5BA31C7827F1}" destId="{B0E90582-97B7-4522-AFF0-8972E0746746}" srcOrd="0" destOrd="0" presId="urn:microsoft.com/office/officeart/2009/3/layout/HorizontalOrganizationChart"/>
    <dgm:cxn modelId="{A699050C-F67C-4C4A-8B42-AF28D1F47D19}" type="presParOf" srcId="{049D3BBF-BD12-4779-9C11-5BA31C7827F1}" destId="{04A27C18-C8EA-4AEB-8829-21DBE016BF39}" srcOrd="1" destOrd="0" presId="urn:microsoft.com/office/officeart/2009/3/layout/HorizontalOrganizationChart"/>
    <dgm:cxn modelId="{A07C6D07-6D2C-42C8-8384-5DE83BCF62EB}" type="presParOf" srcId="{866F382E-FC61-4280-86CE-3253DEDB7217}" destId="{F6C2FDA0-7659-4233-A6CE-1562012A50E2}" srcOrd="1" destOrd="0" presId="urn:microsoft.com/office/officeart/2009/3/layout/HorizontalOrganizationChart"/>
    <dgm:cxn modelId="{1B0A1AB2-8871-4D68-9317-22A4512191C7}" type="presParOf" srcId="{F6C2FDA0-7659-4233-A6CE-1562012A50E2}" destId="{765793BC-54EC-4A78-A44B-1A8F02065F2E}" srcOrd="0" destOrd="0" presId="urn:microsoft.com/office/officeart/2009/3/layout/HorizontalOrganizationChart"/>
    <dgm:cxn modelId="{F440DBB1-8DC7-4DBF-9C34-E5814258FD25}" type="presParOf" srcId="{F6C2FDA0-7659-4233-A6CE-1562012A50E2}" destId="{6D1805F3-C723-4A41-B9FC-F7A5EFE1EDB1}" srcOrd="1" destOrd="0" presId="urn:microsoft.com/office/officeart/2009/3/layout/HorizontalOrganizationChart"/>
    <dgm:cxn modelId="{B73A4659-C2E0-4879-970F-4606E4ABAA14}" type="presParOf" srcId="{6D1805F3-C723-4A41-B9FC-F7A5EFE1EDB1}" destId="{BF3594B1-F8F8-431D-89B6-46FF62AD7450}" srcOrd="0" destOrd="0" presId="urn:microsoft.com/office/officeart/2009/3/layout/HorizontalOrganizationChart"/>
    <dgm:cxn modelId="{BEC05448-6941-4F60-95A1-28E9ECFBCA07}" type="presParOf" srcId="{BF3594B1-F8F8-431D-89B6-46FF62AD7450}" destId="{B0230774-9569-4A4C-91B8-FBB9B5ACCEC9}" srcOrd="0" destOrd="0" presId="urn:microsoft.com/office/officeart/2009/3/layout/HorizontalOrganizationChart"/>
    <dgm:cxn modelId="{16971593-8D0A-4A9A-AD28-4A67396FE166}" type="presParOf" srcId="{BF3594B1-F8F8-431D-89B6-46FF62AD7450}" destId="{F0F55593-DABF-40D4-BB9B-13B5C4A0DA53}" srcOrd="1" destOrd="0" presId="urn:microsoft.com/office/officeart/2009/3/layout/HorizontalOrganizationChart"/>
    <dgm:cxn modelId="{3FE4D25D-76FF-49DE-A122-E5F41206FCE9}" type="presParOf" srcId="{6D1805F3-C723-4A41-B9FC-F7A5EFE1EDB1}" destId="{CF94B05F-976C-4780-8B77-45EA5E520AFB}" srcOrd="1" destOrd="0" presId="urn:microsoft.com/office/officeart/2009/3/layout/HorizontalOrganizationChart"/>
    <dgm:cxn modelId="{ECE6082B-159F-43AA-9AEF-0C1C86A7DAFD}" type="presParOf" srcId="{CF94B05F-976C-4780-8B77-45EA5E520AFB}" destId="{EE384066-7035-42BC-800B-270ECAE6C628}" srcOrd="0" destOrd="0" presId="urn:microsoft.com/office/officeart/2009/3/layout/HorizontalOrganizationChart"/>
    <dgm:cxn modelId="{7382B4A0-8490-4E88-976B-14B42079A2A1}" type="presParOf" srcId="{CF94B05F-976C-4780-8B77-45EA5E520AFB}" destId="{288CF9D6-0FE9-42B9-860F-89D991B635D0}" srcOrd="1" destOrd="0" presId="urn:microsoft.com/office/officeart/2009/3/layout/HorizontalOrganizationChart"/>
    <dgm:cxn modelId="{8FBF9D35-C1EA-40C2-972D-FBC3907825EF}" type="presParOf" srcId="{288CF9D6-0FE9-42B9-860F-89D991B635D0}" destId="{71D917A6-5146-40AB-A929-8C193251ABE1}" srcOrd="0" destOrd="0" presId="urn:microsoft.com/office/officeart/2009/3/layout/HorizontalOrganizationChart"/>
    <dgm:cxn modelId="{AEBFC6BB-7453-40F9-AB07-90540D28793D}" type="presParOf" srcId="{71D917A6-5146-40AB-A929-8C193251ABE1}" destId="{DFD06D82-2BD2-4664-8212-9CA8039CA951}" srcOrd="0" destOrd="0" presId="urn:microsoft.com/office/officeart/2009/3/layout/HorizontalOrganizationChart"/>
    <dgm:cxn modelId="{B4917D60-CA28-48A8-BDE7-18B601645137}" type="presParOf" srcId="{71D917A6-5146-40AB-A929-8C193251ABE1}" destId="{A4B57EDF-EF2C-4FA4-8CE0-8BDCA0348D98}" srcOrd="1" destOrd="0" presId="urn:microsoft.com/office/officeart/2009/3/layout/HorizontalOrganizationChart"/>
    <dgm:cxn modelId="{6249E1FC-9795-426B-90A0-4999BEB560C5}" type="presParOf" srcId="{288CF9D6-0FE9-42B9-860F-89D991B635D0}" destId="{AB84760E-F9F8-42F5-87DB-43BE2A843A45}" srcOrd="1" destOrd="0" presId="urn:microsoft.com/office/officeart/2009/3/layout/HorizontalOrganizationChart"/>
    <dgm:cxn modelId="{BDD2938A-8AE1-4188-96BD-46021B81BEE6}" type="presParOf" srcId="{288CF9D6-0FE9-42B9-860F-89D991B635D0}" destId="{0C0CB783-97C4-452A-9A21-18D7E1042A0A}" srcOrd="2" destOrd="0" presId="urn:microsoft.com/office/officeart/2009/3/layout/HorizontalOrganizationChart"/>
    <dgm:cxn modelId="{837B9718-B58E-4AFF-91EE-93ABA685EDE0}" type="presParOf" srcId="{6D1805F3-C723-4A41-B9FC-F7A5EFE1EDB1}" destId="{CBC43E94-2771-47F6-9CC0-7831A6C7E7F6}" srcOrd="2" destOrd="0" presId="urn:microsoft.com/office/officeart/2009/3/layout/HorizontalOrganizationChart"/>
    <dgm:cxn modelId="{448DDC96-A622-4F24-8A93-8650B227849A}" type="presParOf" srcId="{866F382E-FC61-4280-86CE-3253DEDB7217}" destId="{0DCB5124-D7D7-4AAD-B9C7-7661220B0F87}" srcOrd="2" destOrd="0" presId="urn:microsoft.com/office/officeart/2009/3/layout/HorizontalOrganizationChart"/>
    <dgm:cxn modelId="{F336AD02-6440-47C3-B36D-B640E9495A5E}" type="presParOf" srcId="{D5D1BD9E-55AA-49FC-87E6-71587D725EA3}" destId="{E531C35F-BD54-4E36-92CB-F04679132D65}" srcOrd="2" destOrd="0" presId="urn:microsoft.com/office/officeart/2009/3/layout/HorizontalOrganizationChar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DDB19B0-ACC2-4D2A-ABB7-8C146FBCFCD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293F22D7-AC50-4872-A432-E60B690B2DDB}">
      <dgm:prSet phldrT="[Text]"/>
      <dgm:spPr>
        <a:solidFill>
          <a:schemeClr val="bg1"/>
        </a:solidFill>
      </dgm:spPr>
      <dgm:t>
        <a:bodyPr/>
        <a:lstStyle/>
        <a:p>
          <a:r>
            <a:rPr lang="de-DE" dirty="0"/>
            <a:t>Reicht das aus?</a:t>
          </a:r>
        </a:p>
      </dgm:t>
    </dgm:pt>
    <dgm:pt modelId="{4FDEDA58-C2D5-4917-B0C2-A9F2614B1F3A}" type="parTrans" cxnId="{10747BE7-03DA-4C92-A959-427EE233F6AD}">
      <dgm:prSet/>
      <dgm:spPr/>
      <dgm:t>
        <a:bodyPr/>
        <a:lstStyle/>
        <a:p>
          <a:endParaRPr lang="de-DE"/>
        </a:p>
      </dgm:t>
    </dgm:pt>
    <dgm:pt modelId="{251CD88C-1E36-48EE-8B85-A780E873B35A}" type="sibTrans" cxnId="{10747BE7-03DA-4C92-A959-427EE233F6AD}">
      <dgm:prSet/>
      <dgm:spPr/>
      <dgm:t>
        <a:bodyPr/>
        <a:lstStyle/>
        <a:p>
          <a:endParaRPr lang="de-DE"/>
        </a:p>
      </dgm:t>
    </dgm:pt>
    <dgm:pt modelId="{545AE963-0604-4176-8F96-A6F36C97CEC6}">
      <dgm:prSet phldrT="[Text]"/>
      <dgm:spPr/>
      <dgm:t>
        <a:bodyPr/>
        <a:lstStyle/>
        <a:p>
          <a:r>
            <a:rPr lang="de-DE" dirty="0"/>
            <a:t>Ja</a:t>
          </a:r>
        </a:p>
      </dgm:t>
    </dgm:pt>
    <dgm:pt modelId="{7A362BE6-6522-4866-97F1-BA9C5FFB8E67}" type="parTrans" cxnId="{9827B59D-6302-4FE1-8100-9CB3D1E2BA5A}">
      <dgm:prSet/>
      <dgm:spPr/>
      <dgm:t>
        <a:bodyPr/>
        <a:lstStyle/>
        <a:p>
          <a:endParaRPr lang="de-DE"/>
        </a:p>
      </dgm:t>
    </dgm:pt>
    <dgm:pt modelId="{D049B6EF-36F0-46DC-A1CF-C42EC280B05E}" type="sibTrans" cxnId="{9827B59D-6302-4FE1-8100-9CB3D1E2BA5A}">
      <dgm:prSet/>
      <dgm:spPr/>
      <dgm:t>
        <a:bodyPr/>
        <a:lstStyle/>
        <a:p>
          <a:endParaRPr lang="de-DE"/>
        </a:p>
      </dgm:t>
    </dgm:pt>
    <dgm:pt modelId="{EB8D1634-2A4B-489D-AF1E-B20EAC9D7CCE}">
      <dgm:prSet phldrT="[Text]"/>
      <dgm:spPr/>
      <dgm:t>
        <a:bodyPr/>
        <a:lstStyle/>
        <a:p>
          <a:r>
            <a:rPr lang="de-DE" dirty="0"/>
            <a:t>Nein</a:t>
          </a:r>
        </a:p>
      </dgm:t>
    </dgm:pt>
    <dgm:pt modelId="{5126171D-588C-4EE2-BC80-01FFDA60E0CE}" type="parTrans" cxnId="{58BA3F60-952C-4F05-8F01-A1D389779062}">
      <dgm:prSet/>
      <dgm:spPr/>
      <dgm:t>
        <a:bodyPr/>
        <a:lstStyle/>
        <a:p>
          <a:endParaRPr lang="de-DE"/>
        </a:p>
      </dgm:t>
    </dgm:pt>
    <dgm:pt modelId="{77DE9937-DE36-4474-B4C3-C5DADB864030}" type="sibTrans" cxnId="{58BA3F60-952C-4F05-8F01-A1D389779062}">
      <dgm:prSet/>
      <dgm:spPr/>
      <dgm:t>
        <a:bodyPr/>
        <a:lstStyle/>
        <a:p>
          <a:endParaRPr lang="de-DE"/>
        </a:p>
      </dgm:t>
    </dgm:pt>
    <dgm:pt modelId="{C83DF50E-294F-4FA6-86DE-822A5B67FC8C}" type="pres">
      <dgm:prSet presAssocID="{1DDB19B0-ACC2-4D2A-ABB7-8C146FBCFCD4}" presName="hierChild1" presStyleCnt="0">
        <dgm:presLayoutVars>
          <dgm:orgChart val="1"/>
          <dgm:chPref val="1"/>
          <dgm:dir/>
          <dgm:animOne val="branch"/>
          <dgm:animLvl val="lvl"/>
          <dgm:resizeHandles/>
        </dgm:presLayoutVars>
      </dgm:prSet>
      <dgm:spPr/>
    </dgm:pt>
    <dgm:pt modelId="{3C45A874-F572-4949-B243-724162E20E37}" type="pres">
      <dgm:prSet presAssocID="{293F22D7-AC50-4872-A432-E60B690B2DDB}" presName="hierRoot1" presStyleCnt="0">
        <dgm:presLayoutVars>
          <dgm:hierBranch val="init"/>
        </dgm:presLayoutVars>
      </dgm:prSet>
      <dgm:spPr/>
    </dgm:pt>
    <dgm:pt modelId="{15A5C25A-51E6-4C06-9772-3BB1FEF463EE}" type="pres">
      <dgm:prSet presAssocID="{293F22D7-AC50-4872-A432-E60B690B2DDB}" presName="rootComposite1" presStyleCnt="0"/>
      <dgm:spPr/>
    </dgm:pt>
    <dgm:pt modelId="{D7FC0683-8D83-448E-8B82-C32B3174E750}" type="pres">
      <dgm:prSet presAssocID="{293F22D7-AC50-4872-A432-E60B690B2DDB}" presName="rootText1" presStyleLbl="node0" presStyleIdx="0" presStyleCnt="1">
        <dgm:presLayoutVars>
          <dgm:chPref val="3"/>
        </dgm:presLayoutVars>
      </dgm:prSet>
      <dgm:spPr/>
    </dgm:pt>
    <dgm:pt modelId="{455936B8-3A35-42AD-AEE7-D818F0C0A2AF}" type="pres">
      <dgm:prSet presAssocID="{293F22D7-AC50-4872-A432-E60B690B2DDB}" presName="rootConnector1" presStyleLbl="node1" presStyleIdx="0" presStyleCnt="0"/>
      <dgm:spPr/>
    </dgm:pt>
    <dgm:pt modelId="{FE502831-E977-49B3-8CD9-CA842E557884}" type="pres">
      <dgm:prSet presAssocID="{293F22D7-AC50-4872-A432-E60B690B2DDB}" presName="hierChild2" presStyleCnt="0"/>
      <dgm:spPr/>
    </dgm:pt>
    <dgm:pt modelId="{44AFE213-A8F8-473A-BD1E-CB04CD521F0D}" type="pres">
      <dgm:prSet presAssocID="{7A362BE6-6522-4866-97F1-BA9C5FFB8E67}" presName="Name37" presStyleLbl="parChTrans1D2" presStyleIdx="0" presStyleCnt="2"/>
      <dgm:spPr/>
    </dgm:pt>
    <dgm:pt modelId="{5D0CE0AA-C7B6-42D6-A7C7-7F060FD3761D}" type="pres">
      <dgm:prSet presAssocID="{545AE963-0604-4176-8F96-A6F36C97CEC6}" presName="hierRoot2" presStyleCnt="0">
        <dgm:presLayoutVars>
          <dgm:hierBranch val="init"/>
        </dgm:presLayoutVars>
      </dgm:prSet>
      <dgm:spPr/>
    </dgm:pt>
    <dgm:pt modelId="{D6993B5C-60FB-48C0-B9C1-4BDDB4AF918A}" type="pres">
      <dgm:prSet presAssocID="{545AE963-0604-4176-8F96-A6F36C97CEC6}" presName="rootComposite" presStyleCnt="0"/>
      <dgm:spPr/>
    </dgm:pt>
    <dgm:pt modelId="{C9FBC69E-A795-415E-98BA-4CB746C6B320}" type="pres">
      <dgm:prSet presAssocID="{545AE963-0604-4176-8F96-A6F36C97CEC6}" presName="rootText" presStyleLbl="node2" presStyleIdx="0" presStyleCnt="2">
        <dgm:presLayoutVars>
          <dgm:chPref val="3"/>
        </dgm:presLayoutVars>
      </dgm:prSet>
      <dgm:spPr/>
    </dgm:pt>
    <dgm:pt modelId="{5523FC73-717A-405A-90A0-B62929CF83CC}" type="pres">
      <dgm:prSet presAssocID="{545AE963-0604-4176-8F96-A6F36C97CEC6}" presName="rootConnector" presStyleLbl="node2" presStyleIdx="0" presStyleCnt="2"/>
      <dgm:spPr/>
    </dgm:pt>
    <dgm:pt modelId="{F49B854B-29B3-43C7-83A4-A8C872F8D7B8}" type="pres">
      <dgm:prSet presAssocID="{545AE963-0604-4176-8F96-A6F36C97CEC6}" presName="hierChild4" presStyleCnt="0"/>
      <dgm:spPr/>
    </dgm:pt>
    <dgm:pt modelId="{6781E8C7-0448-44CB-8A29-61E1C6B46D3B}" type="pres">
      <dgm:prSet presAssocID="{545AE963-0604-4176-8F96-A6F36C97CEC6}" presName="hierChild5" presStyleCnt="0"/>
      <dgm:spPr/>
    </dgm:pt>
    <dgm:pt modelId="{372A7AD3-829B-4950-BF4D-EF1A368304FC}" type="pres">
      <dgm:prSet presAssocID="{5126171D-588C-4EE2-BC80-01FFDA60E0CE}" presName="Name37" presStyleLbl="parChTrans1D2" presStyleIdx="1" presStyleCnt="2"/>
      <dgm:spPr/>
    </dgm:pt>
    <dgm:pt modelId="{C0DC9638-1F7C-4206-AB5E-D741B47BF92A}" type="pres">
      <dgm:prSet presAssocID="{EB8D1634-2A4B-489D-AF1E-B20EAC9D7CCE}" presName="hierRoot2" presStyleCnt="0">
        <dgm:presLayoutVars>
          <dgm:hierBranch val="init"/>
        </dgm:presLayoutVars>
      </dgm:prSet>
      <dgm:spPr/>
    </dgm:pt>
    <dgm:pt modelId="{756E5625-93BE-4445-BB57-C76B22C33591}" type="pres">
      <dgm:prSet presAssocID="{EB8D1634-2A4B-489D-AF1E-B20EAC9D7CCE}" presName="rootComposite" presStyleCnt="0"/>
      <dgm:spPr/>
    </dgm:pt>
    <dgm:pt modelId="{A164BA70-BF7A-4757-A326-8729BEA5A552}" type="pres">
      <dgm:prSet presAssocID="{EB8D1634-2A4B-489D-AF1E-B20EAC9D7CCE}" presName="rootText" presStyleLbl="node2" presStyleIdx="1" presStyleCnt="2">
        <dgm:presLayoutVars>
          <dgm:chPref val="3"/>
        </dgm:presLayoutVars>
      </dgm:prSet>
      <dgm:spPr/>
    </dgm:pt>
    <dgm:pt modelId="{9956472A-F8CF-43D2-B239-ECB8CC01CF42}" type="pres">
      <dgm:prSet presAssocID="{EB8D1634-2A4B-489D-AF1E-B20EAC9D7CCE}" presName="rootConnector" presStyleLbl="node2" presStyleIdx="1" presStyleCnt="2"/>
      <dgm:spPr/>
    </dgm:pt>
    <dgm:pt modelId="{94D91FEC-630E-4234-BBC0-2202473EAEA1}" type="pres">
      <dgm:prSet presAssocID="{EB8D1634-2A4B-489D-AF1E-B20EAC9D7CCE}" presName="hierChild4" presStyleCnt="0"/>
      <dgm:spPr/>
    </dgm:pt>
    <dgm:pt modelId="{31A786A3-4176-4DBC-9F47-DF79F7663C05}" type="pres">
      <dgm:prSet presAssocID="{EB8D1634-2A4B-489D-AF1E-B20EAC9D7CCE}" presName="hierChild5" presStyleCnt="0"/>
      <dgm:spPr/>
    </dgm:pt>
    <dgm:pt modelId="{91CC6F9B-374E-494C-BA29-6B1F57DA613B}" type="pres">
      <dgm:prSet presAssocID="{293F22D7-AC50-4872-A432-E60B690B2DDB}" presName="hierChild3" presStyleCnt="0"/>
      <dgm:spPr/>
    </dgm:pt>
  </dgm:ptLst>
  <dgm:cxnLst>
    <dgm:cxn modelId="{DCAE3C18-C0ED-41D2-8A0E-73E529361CC9}" type="presOf" srcId="{545AE963-0604-4176-8F96-A6F36C97CEC6}" destId="{C9FBC69E-A795-415E-98BA-4CB746C6B320}" srcOrd="0" destOrd="0" presId="urn:microsoft.com/office/officeart/2005/8/layout/orgChart1"/>
    <dgm:cxn modelId="{F11D802C-533B-4C0D-B2D7-173F0C0C9220}" type="presOf" srcId="{293F22D7-AC50-4872-A432-E60B690B2DDB}" destId="{D7FC0683-8D83-448E-8B82-C32B3174E750}" srcOrd="0" destOrd="0" presId="urn:microsoft.com/office/officeart/2005/8/layout/orgChart1"/>
    <dgm:cxn modelId="{58BA3F60-952C-4F05-8F01-A1D389779062}" srcId="{293F22D7-AC50-4872-A432-E60B690B2DDB}" destId="{EB8D1634-2A4B-489D-AF1E-B20EAC9D7CCE}" srcOrd="1" destOrd="0" parTransId="{5126171D-588C-4EE2-BC80-01FFDA60E0CE}" sibTransId="{77DE9937-DE36-4474-B4C3-C5DADB864030}"/>
    <dgm:cxn modelId="{05B4227C-36DF-4E09-A5E5-C002C6F61F66}" type="presOf" srcId="{545AE963-0604-4176-8F96-A6F36C97CEC6}" destId="{5523FC73-717A-405A-90A0-B62929CF83CC}" srcOrd="1" destOrd="0" presId="urn:microsoft.com/office/officeart/2005/8/layout/orgChart1"/>
    <dgm:cxn modelId="{9827B59D-6302-4FE1-8100-9CB3D1E2BA5A}" srcId="{293F22D7-AC50-4872-A432-E60B690B2DDB}" destId="{545AE963-0604-4176-8F96-A6F36C97CEC6}" srcOrd="0" destOrd="0" parTransId="{7A362BE6-6522-4866-97F1-BA9C5FFB8E67}" sibTransId="{D049B6EF-36F0-46DC-A1CF-C42EC280B05E}"/>
    <dgm:cxn modelId="{940DB8B4-D3EE-43C1-8FB9-CA62C3C9195F}" type="presOf" srcId="{293F22D7-AC50-4872-A432-E60B690B2DDB}" destId="{455936B8-3A35-42AD-AEE7-D818F0C0A2AF}" srcOrd="1" destOrd="0" presId="urn:microsoft.com/office/officeart/2005/8/layout/orgChart1"/>
    <dgm:cxn modelId="{A6DD78D1-AE32-48BA-AA97-A15DB7A2A45C}" type="presOf" srcId="{7A362BE6-6522-4866-97F1-BA9C5FFB8E67}" destId="{44AFE213-A8F8-473A-BD1E-CB04CD521F0D}" srcOrd="0" destOrd="0" presId="urn:microsoft.com/office/officeart/2005/8/layout/orgChart1"/>
    <dgm:cxn modelId="{6DD2FED1-BBF8-4FC9-98C3-AD8809655BB0}" type="presOf" srcId="{5126171D-588C-4EE2-BC80-01FFDA60E0CE}" destId="{372A7AD3-829B-4950-BF4D-EF1A368304FC}" srcOrd="0" destOrd="0" presId="urn:microsoft.com/office/officeart/2005/8/layout/orgChart1"/>
    <dgm:cxn modelId="{DC7036DE-5263-41A0-8BC9-F541951C95BD}" type="presOf" srcId="{1DDB19B0-ACC2-4D2A-ABB7-8C146FBCFCD4}" destId="{C83DF50E-294F-4FA6-86DE-822A5B67FC8C}" srcOrd="0" destOrd="0" presId="urn:microsoft.com/office/officeart/2005/8/layout/orgChart1"/>
    <dgm:cxn modelId="{1238B7DE-82BD-4514-815F-0D775F24943A}" type="presOf" srcId="{EB8D1634-2A4B-489D-AF1E-B20EAC9D7CCE}" destId="{A164BA70-BF7A-4757-A326-8729BEA5A552}" srcOrd="0" destOrd="0" presId="urn:microsoft.com/office/officeart/2005/8/layout/orgChart1"/>
    <dgm:cxn modelId="{10747BE7-03DA-4C92-A959-427EE233F6AD}" srcId="{1DDB19B0-ACC2-4D2A-ABB7-8C146FBCFCD4}" destId="{293F22D7-AC50-4872-A432-E60B690B2DDB}" srcOrd="0" destOrd="0" parTransId="{4FDEDA58-C2D5-4917-B0C2-A9F2614B1F3A}" sibTransId="{251CD88C-1E36-48EE-8B85-A780E873B35A}"/>
    <dgm:cxn modelId="{E0A670FA-11D1-4AF4-92A6-5A453B8ECB34}" type="presOf" srcId="{EB8D1634-2A4B-489D-AF1E-B20EAC9D7CCE}" destId="{9956472A-F8CF-43D2-B239-ECB8CC01CF42}" srcOrd="1" destOrd="0" presId="urn:microsoft.com/office/officeart/2005/8/layout/orgChart1"/>
    <dgm:cxn modelId="{2FA7A88F-EC92-41D9-9050-E2CABBA65E26}" type="presParOf" srcId="{C83DF50E-294F-4FA6-86DE-822A5B67FC8C}" destId="{3C45A874-F572-4949-B243-724162E20E37}" srcOrd="0" destOrd="0" presId="urn:microsoft.com/office/officeart/2005/8/layout/orgChart1"/>
    <dgm:cxn modelId="{1CF0920E-B3D6-4BC1-83D5-E1BDA22C9984}" type="presParOf" srcId="{3C45A874-F572-4949-B243-724162E20E37}" destId="{15A5C25A-51E6-4C06-9772-3BB1FEF463EE}" srcOrd="0" destOrd="0" presId="urn:microsoft.com/office/officeart/2005/8/layout/orgChart1"/>
    <dgm:cxn modelId="{FE70176C-0304-4E20-AAFE-FE00F072D5AD}" type="presParOf" srcId="{15A5C25A-51E6-4C06-9772-3BB1FEF463EE}" destId="{D7FC0683-8D83-448E-8B82-C32B3174E750}" srcOrd="0" destOrd="0" presId="urn:microsoft.com/office/officeart/2005/8/layout/orgChart1"/>
    <dgm:cxn modelId="{D22E14E3-B727-461A-A3D1-FF3430C174EC}" type="presParOf" srcId="{15A5C25A-51E6-4C06-9772-3BB1FEF463EE}" destId="{455936B8-3A35-42AD-AEE7-D818F0C0A2AF}" srcOrd="1" destOrd="0" presId="urn:microsoft.com/office/officeart/2005/8/layout/orgChart1"/>
    <dgm:cxn modelId="{EBEEA9D8-520D-4CE7-A2F7-FD91BA1C1968}" type="presParOf" srcId="{3C45A874-F572-4949-B243-724162E20E37}" destId="{FE502831-E977-49B3-8CD9-CA842E557884}" srcOrd="1" destOrd="0" presId="urn:microsoft.com/office/officeart/2005/8/layout/orgChart1"/>
    <dgm:cxn modelId="{BB51F77D-40A6-463C-85EB-E9893F551669}" type="presParOf" srcId="{FE502831-E977-49B3-8CD9-CA842E557884}" destId="{44AFE213-A8F8-473A-BD1E-CB04CD521F0D}" srcOrd="0" destOrd="0" presId="urn:microsoft.com/office/officeart/2005/8/layout/orgChart1"/>
    <dgm:cxn modelId="{A385173F-1B00-4D22-ABCE-A3B7AF299B68}" type="presParOf" srcId="{FE502831-E977-49B3-8CD9-CA842E557884}" destId="{5D0CE0AA-C7B6-42D6-A7C7-7F060FD3761D}" srcOrd="1" destOrd="0" presId="urn:microsoft.com/office/officeart/2005/8/layout/orgChart1"/>
    <dgm:cxn modelId="{2E8209C0-8177-49E2-9212-9B71128B8BDA}" type="presParOf" srcId="{5D0CE0AA-C7B6-42D6-A7C7-7F060FD3761D}" destId="{D6993B5C-60FB-48C0-B9C1-4BDDB4AF918A}" srcOrd="0" destOrd="0" presId="urn:microsoft.com/office/officeart/2005/8/layout/orgChart1"/>
    <dgm:cxn modelId="{C6E56CCC-A787-4DC7-9A16-B1737E97337B}" type="presParOf" srcId="{D6993B5C-60FB-48C0-B9C1-4BDDB4AF918A}" destId="{C9FBC69E-A795-415E-98BA-4CB746C6B320}" srcOrd="0" destOrd="0" presId="urn:microsoft.com/office/officeart/2005/8/layout/orgChart1"/>
    <dgm:cxn modelId="{68244D0D-63EB-4458-9399-4D0A05526111}" type="presParOf" srcId="{D6993B5C-60FB-48C0-B9C1-4BDDB4AF918A}" destId="{5523FC73-717A-405A-90A0-B62929CF83CC}" srcOrd="1" destOrd="0" presId="urn:microsoft.com/office/officeart/2005/8/layout/orgChart1"/>
    <dgm:cxn modelId="{C82749A5-0E57-4CA1-B012-EEAEE0A02050}" type="presParOf" srcId="{5D0CE0AA-C7B6-42D6-A7C7-7F060FD3761D}" destId="{F49B854B-29B3-43C7-83A4-A8C872F8D7B8}" srcOrd="1" destOrd="0" presId="urn:microsoft.com/office/officeart/2005/8/layout/orgChart1"/>
    <dgm:cxn modelId="{E97A8C8C-1275-4B91-A5D0-5A1BDE80A04D}" type="presParOf" srcId="{5D0CE0AA-C7B6-42D6-A7C7-7F060FD3761D}" destId="{6781E8C7-0448-44CB-8A29-61E1C6B46D3B}" srcOrd="2" destOrd="0" presId="urn:microsoft.com/office/officeart/2005/8/layout/orgChart1"/>
    <dgm:cxn modelId="{E381307E-6E1D-4A5E-9ACB-3A839495884B}" type="presParOf" srcId="{FE502831-E977-49B3-8CD9-CA842E557884}" destId="{372A7AD3-829B-4950-BF4D-EF1A368304FC}" srcOrd="2" destOrd="0" presId="urn:microsoft.com/office/officeart/2005/8/layout/orgChart1"/>
    <dgm:cxn modelId="{01F75860-4070-4240-BB91-FBBB46764C1E}" type="presParOf" srcId="{FE502831-E977-49B3-8CD9-CA842E557884}" destId="{C0DC9638-1F7C-4206-AB5E-D741B47BF92A}" srcOrd="3" destOrd="0" presId="urn:microsoft.com/office/officeart/2005/8/layout/orgChart1"/>
    <dgm:cxn modelId="{55F6DC4A-DB87-4135-9D06-EF7D7D7CC128}" type="presParOf" srcId="{C0DC9638-1F7C-4206-AB5E-D741B47BF92A}" destId="{756E5625-93BE-4445-BB57-C76B22C33591}" srcOrd="0" destOrd="0" presId="urn:microsoft.com/office/officeart/2005/8/layout/orgChart1"/>
    <dgm:cxn modelId="{DD2D0473-8E29-4CBD-96F8-53EA5894FDB9}" type="presParOf" srcId="{756E5625-93BE-4445-BB57-C76B22C33591}" destId="{A164BA70-BF7A-4757-A326-8729BEA5A552}" srcOrd="0" destOrd="0" presId="urn:microsoft.com/office/officeart/2005/8/layout/orgChart1"/>
    <dgm:cxn modelId="{3340A61A-AFF7-4DF0-8D5F-1DA74BECB4FB}" type="presParOf" srcId="{756E5625-93BE-4445-BB57-C76B22C33591}" destId="{9956472A-F8CF-43D2-B239-ECB8CC01CF42}" srcOrd="1" destOrd="0" presId="urn:microsoft.com/office/officeart/2005/8/layout/orgChart1"/>
    <dgm:cxn modelId="{4537AB3B-B23B-4C3D-A420-715411915055}" type="presParOf" srcId="{C0DC9638-1F7C-4206-AB5E-D741B47BF92A}" destId="{94D91FEC-630E-4234-BBC0-2202473EAEA1}" srcOrd="1" destOrd="0" presId="urn:microsoft.com/office/officeart/2005/8/layout/orgChart1"/>
    <dgm:cxn modelId="{A05784F1-A21E-4757-B0A9-E2C4160B2BB4}" type="presParOf" srcId="{C0DC9638-1F7C-4206-AB5E-D741B47BF92A}" destId="{31A786A3-4176-4DBC-9F47-DF79F7663C05}" srcOrd="2" destOrd="0" presId="urn:microsoft.com/office/officeart/2005/8/layout/orgChart1"/>
    <dgm:cxn modelId="{6146325D-6AA5-4EE9-B415-6FA80E1A68BC}" type="presParOf" srcId="{3C45A874-F572-4949-B243-724162E20E37}" destId="{91CC6F9B-374E-494C-BA29-6B1F57DA613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809448DF-4375-4B2F-90AF-2E5D4C9E6A7C}"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de-DE"/>
        </a:p>
      </dgm:t>
    </dgm:pt>
    <dgm:pt modelId="{BCA88903-7F48-4035-829B-AEAF847D654A}">
      <dgm:prSet phldrT="[Text]"/>
      <dgm:spPr/>
      <dgm:t>
        <a:bodyPr/>
        <a:lstStyle/>
        <a:p>
          <a:r>
            <a:rPr lang="de-DE" dirty="0"/>
            <a:t>Frage</a:t>
          </a:r>
        </a:p>
      </dgm:t>
    </dgm:pt>
    <dgm:pt modelId="{8EBCE802-6923-441C-8F72-EEC0926CF193}" type="parTrans" cxnId="{AF530DF3-E8BE-416D-BD55-9226DC31EFF9}">
      <dgm:prSet/>
      <dgm:spPr/>
      <dgm:t>
        <a:bodyPr/>
        <a:lstStyle/>
        <a:p>
          <a:endParaRPr lang="de-DE"/>
        </a:p>
      </dgm:t>
    </dgm:pt>
    <dgm:pt modelId="{BBB2081F-40FF-4796-A625-2631885D301E}" type="sibTrans" cxnId="{AF530DF3-E8BE-416D-BD55-9226DC31EFF9}">
      <dgm:prSet/>
      <dgm:spPr/>
      <dgm:t>
        <a:bodyPr/>
        <a:lstStyle/>
        <a:p>
          <a:endParaRPr lang="de-DE"/>
        </a:p>
      </dgm:t>
    </dgm:pt>
    <dgm:pt modelId="{84D26D4F-D199-4677-89E0-4A2A2306AE2D}">
      <dgm:prSet phldrT="[Text]"/>
      <dgm:spPr/>
      <dgm:t>
        <a:bodyPr/>
        <a:lstStyle/>
        <a:p>
          <a:r>
            <a:rPr lang="de-DE" dirty="0"/>
            <a:t>Planen</a:t>
          </a:r>
        </a:p>
      </dgm:t>
    </dgm:pt>
    <dgm:pt modelId="{A6799702-A54C-4DD5-A44D-3F844BC34EC0}" type="parTrans" cxnId="{A07FD3B0-99F4-4578-8E84-E458D7F8F63C}">
      <dgm:prSet/>
      <dgm:spPr/>
      <dgm:t>
        <a:bodyPr/>
        <a:lstStyle/>
        <a:p>
          <a:endParaRPr lang="de-DE"/>
        </a:p>
      </dgm:t>
    </dgm:pt>
    <dgm:pt modelId="{A5324E63-58A7-49B2-8ECA-43E09C60C3F8}" type="sibTrans" cxnId="{A07FD3B0-99F4-4578-8E84-E458D7F8F63C}">
      <dgm:prSet/>
      <dgm:spPr/>
      <dgm:t>
        <a:bodyPr/>
        <a:lstStyle/>
        <a:p>
          <a:endParaRPr lang="de-DE"/>
        </a:p>
      </dgm:t>
    </dgm:pt>
    <dgm:pt modelId="{33A555D7-78A2-4437-AC1E-B854F74D214C}">
      <dgm:prSet phldrT="[Text]"/>
      <dgm:spPr/>
      <dgm:t>
        <a:bodyPr/>
        <a:lstStyle/>
        <a:p>
          <a:r>
            <a:rPr lang="de-DE" dirty="0"/>
            <a:t>Suchen</a:t>
          </a:r>
        </a:p>
      </dgm:t>
    </dgm:pt>
    <dgm:pt modelId="{F9969D27-E833-4891-9527-8C95668720A7}" type="parTrans" cxnId="{A85F22C7-38E2-4449-B973-FDA90C8BB413}">
      <dgm:prSet/>
      <dgm:spPr/>
      <dgm:t>
        <a:bodyPr/>
        <a:lstStyle/>
        <a:p>
          <a:endParaRPr lang="de-DE"/>
        </a:p>
      </dgm:t>
    </dgm:pt>
    <dgm:pt modelId="{04844931-AC9C-441A-ACE9-398F63C89BC9}" type="sibTrans" cxnId="{A85F22C7-38E2-4449-B973-FDA90C8BB413}">
      <dgm:prSet/>
      <dgm:spPr/>
      <dgm:t>
        <a:bodyPr/>
        <a:lstStyle/>
        <a:p>
          <a:endParaRPr lang="de-DE"/>
        </a:p>
      </dgm:t>
    </dgm:pt>
    <dgm:pt modelId="{B6388C75-6C0A-414B-995F-A354D6E97ED5}">
      <dgm:prSet phldrT="[Text]"/>
      <dgm:spPr/>
      <dgm:t>
        <a:bodyPr/>
        <a:lstStyle/>
        <a:p>
          <a:r>
            <a:rPr lang="de-DE" dirty="0"/>
            <a:t>Bewerten</a:t>
          </a:r>
        </a:p>
      </dgm:t>
    </dgm:pt>
    <dgm:pt modelId="{97D23BD7-A6CF-42B0-B9E2-D4EC3F3A8C1E}" type="parTrans" cxnId="{1E5900AF-5A97-434C-8690-B6C0E61DFB25}">
      <dgm:prSet/>
      <dgm:spPr/>
      <dgm:t>
        <a:bodyPr/>
        <a:lstStyle/>
        <a:p>
          <a:endParaRPr lang="de-DE"/>
        </a:p>
      </dgm:t>
    </dgm:pt>
    <dgm:pt modelId="{6BC20905-DCCA-4776-8FAB-C2B36D466599}" type="sibTrans" cxnId="{1E5900AF-5A97-434C-8690-B6C0E61DFB25}">
      <dgm:prSet/>
      <dgm:spPr/>
      <dgm:t>
        <a:bodyPr/>
        <a:lstStyle/>
        <a:p>
          <a:endParaRPr lang="de-DE"/>
        </a:p>
      </dgm:t>
    </dgm:pt>
    <dgm:pt modelId="{A8941875-936B-4B11-984F-BBB9B09D800A}">
      <dgm:prSet phldrT="[Text]"/>
      <dgm:spPr/>
      <dgm:t>
        <a:bodyPr/>
        <a:lstStyle/>
        <a:p>
          <a:r>
            <a:rPr lang="de-DE" dirty="0"/>
            <a:t>Reicht das aus?</a:t>
          </a:r>
        </a:p>
      </dgm:t>
    </dgm:pt>
    <dgm:pt modelId="{948F8834-ACAC-403B-921E-7627396B1456}" type="parTrans" cxnId="{AB3330D6-EEA2-49BB-86BD-EE87C99ACEFB}">
      <dgm:prSet/>
      <dgm:spPr/>
      <dgm:t>
        <a:bodyPr/>
        <a:lstStyle/>
        <a:p>
          <a:endParaRPr lang="de-DE"/>
        </a:p>
      </dgm:t>
    </dgm:pt>
    <dgm:pt modelId="{1D84DF40-C216-450B-AEBD-F89B1B8A4EFC}" type="sibTrans" cxnId="{AB3330D6-EEA2-49BB-86BD-EE87C99ACEFB}">
      <dgm:prSet/>
      <dgm:spPr/>
      <dgm:t>
        <a:bodyPr/>
        <a:lstStyle/>
        <a:p>
          <a:endParaRPr lang="de-DE"/>
        </a:p>
      </dgm:t>
    </dgm:pt>
    <dgm:pt modelId="{EE9690A3-0B9D-44C8-9E0B-644C5188328B}" type="pres">
      <dgm:prSet presAssocID="{809448DF-4375-4B2F-90AF-2E5D4C9E6A7C}" presName="linearFlow" presStyleCnt="0">
        <dgm:presLayoutVars>
          <dgm:resizeHandles val="exact"/>
        </dgm:presLayoutVars>
      </dgm:prSet>
      <dgm:spPr/>
    </dgm:pt>
    <dgm:pt modelId="{8C6FD5D9-C49A-4C06-B555-E4DC6A28120E}" type="pres">
      <dgm:prSet presAssocID="{BCA88903-7F48-4035-829B-AEAF847D654A}" presName="node" presStyleLbl="node1" presStyleIdx="0" presStyleCnt="5">
        <dgm:presLayoutVars>
          <dgm:bulletEnabled val="1"/>
        </dgm:presLayoutVars>
      </dgm:prSet>
      <dgm:spPr/>
    </dgm:pt>
    <dgm:pt modelId="{4F35868D-55D5-4320-8BAF-ACCE88552AB7}" type="pres">
      <dgm:prSet presAssocID="{BBB2081F-40FF-4796-A625-2631885D301E}" presName="sibTrans" presStyleLbl="sibTrans2D1" presStyleIdx="0" presStyleCnt="4"/>
      <dgm:spPr/>
    </dgm:pt>
    <dgm:pt modelId="{6D5B8439-A94D-4990-8116-FD6313FCFC0C}" type="pres">
      <dgm:prSet presAssocID="{BBB2081F-40FF-4796-A625-2631885D301E}" presName="connectorText" presStyleLbl="sibTrans2D1" presStyleIdx="0" presStyleCnt="4"/>
      <dgm:spPr/>
    </dgm:pt>
    <dgm:pt modelId="{FBDD3AD6-C12D-4D89-A452-ADB1414E00B9}" type="pres">
      <dgm:prSet presAssocID="{84D26D4F-D199-4677-89E0-4A2A2306AE2D}" presName="node" presStyleLbl="node1" presStyleIdx="1" presStyleCnt="5">
        <dgm:presLayoutVars>
          <dgm:bulletEnabled val="1"/>
        </dgm:presLayoutVars>
      </dgm:prSet>
      <dgm:spPr/>
    </dgm:pt>
    <dgm:pt modelId="{F62BB997-D5D1-4F5C-8F34-D2A10A75BFA6}" type="pres">
      <dgm:prSet presAssocID="{A5324E63-58A7-49B2-8ECA-43E09C60C3F8}" presName="sibTrans" presStyleLbl="sibTrans2D1" presStyleIdx="1" presStyleCnt="4"/>
      <dgm:spPr/>
    </dgm:pt>
    <dgm:pt modelId="{40F54A45-30CB-4658-ABE0-A74396EBD3C1}" type="pres">
      <dgm:prSet presAssocID="{A5324E63-58A7-49B2-8ECA-43E09C60C3F8}" presName="connectorText" presStyleLbl="sibTrans2D1" presStyleIdx="1" presStyleCnt="4"/>
      <dgm:spPr/>
    </dgm:pt>
    <dgm:pt modelId="{EC9761C8-60BE-40BC-A0C7-D152CEC00F94}" type="pres">
      <dgm:prSet presAssocID="{33A555D7-78A2-4437-AC1E-B854F74D214C}" presName="node" presStyleLbl="node1" presStyleIdx="2" presStyleCnt="5">
        <dgm:presLayoutVars>
          <dgm:bulletEnabled val="1"/>
        </dgm:presLayoutVars>
      </dgm:prSet>
      <dgm:spPr/>
    </dgm:pt>
    <dgm:pt modelId="{FFB3A958-021F-4B96-842C-397609F033EE}" type="pres">
      <dgm:prSet presAssocID="{04844931-AC9C-441A-ACE9-398F63C89BC9}" presName="sibTrans" presStyleLbl="sibTrans2D1" presStyleIdx="2" presStyleCnt="4"/>
      <dgm:spPr/>
    </dgm:pt>
    <dgm:pt modelId="{AAA79C8A-F27C-4878-B0B6-A23082F65493}" type="pres">
      <dgm:prSet presAssocID="{04844931-AC9C-441A-ACE9-398F63C89BC9}" presName="connectorText" presStyleLbl="sibTrans2D1" presStyleIdx="2" presStyleCnt="4"/>
      <dgm:spPr/>
    </dgm:pt>
    <dgm:pt modelId="{002AB815-2F55-4E35-ADC3-53E8320E0C86}" type="pres">
      <dgm:prSet presAssocID="{B6388C75-6C0A-414B-995F-A354D6E97ED5}" presName="node" presStyleLbl="node1" presStyleIdx="3" presStyleCnt="5">
        <dgm:presLayoutVars>
          <dgm:bulletEnabled val="1"/>
        </dgm:presLayoutVars>
      </dgm:prSet>
      <dgm:spPr/>
    </dgm:pt>
    <dgm:pt modelId="{4E85695A-9C60-41B5-A303-C509B3086FD8}" type="pres">
      <dgm:prSet presAssocID="{6BC20905-DCCA-4776-8FAB-C2B36D466599}" presName="sibTrans" presStyleLbl="sibTrans2D1" presStyleIdx="3" presStyleCnt="4"/>
      <dgm:spPr/>
    </dgm:pt>
    <dgm:pt modelId="{18ABE881-C7C2-44C0-825F-22CAE78D1182}" type="pres">
      <dgm:prSet presAssocID="{6BC20905-DCCA-4776-8FAB-C2B36D466599}" presName="connectorText" presStyleLbl="sibTrans2D1" presStyleIdx="3" presStyleCnt="4"/>
      <dgm:spPr/>
    </dgm:pt>
    <dgm:pt modelId="{5C980A04-680E-4D92-934C-4DCA2A6BF14E}" type="pres">
      <dgm:prSet presAssocID="{A8941875-936B-4B11-984F-BBB9B09D800A}" presName="node" presStyleLbl="node1" presStyleIdx="4" presStyleCnt="5">
        <dgm:presLayoutVars>
          <dgm:bulletEnabled val="1"/>
        </dgm:presLayoutVars>
      </dgm:prSet>
      <dgm:spPr/>
    </dgm:pt>
  </dgm:ptLst>
  <dgm:cxnLst>
    <dgm:cxn modelId="{D27B540D-CD37-4B1E-9EB9-054C7BB095D2}" type="presOf" srcId="{A8941875-936B-4B11-984F-BBB9B09D800A}" destId="{5C980A04-680E-4D92-934C-4DCA2A6BF14E}" srcOrd="0" destOrd="0" presId="urn:microsoft.com/office/officeart/2005/8/layout/process2"/>
    <dgm:cxn modelId="{D591C429-B15F-4C65-B6EB-E6052205FEA1}" type="presOf" srcId="{BBB2081F-40FF-4796-A625-2631885D301E}" destId="{6D5B8439-A94D-4990-8116-FD6313FCFC0C}" srcOrd="1" destOrd="0" presId="urn:microsoft.com/office/officeart/2005/8/layout/process2"/>
    <dgm:cxn modelId="{94A8072B-CEE5-49CE-B826-B67C96F78F2C}" type="presOf" srcId="{33A555D7-78A2-4437-AC1E-B854F74D214C}" destId="{EC9761C8-60BE-40BC-A0C7-D152CEC00F94}" srcOrd="0" destOrd="0" presId="urn:microsoft.com/office/officeart/2005/8/layout/process2"/>
    <dgm:cxn modelId="{5142B95D-4E81-42A8-BF1A-01BA488EEFA7}" type="presOf" srcId="{A5324E63-58A7-49B2-8ECA-43E09C60C3F8}" destId="{F62BB997-D5D1-4F5C-8F34-D2A10A75BFA6}" srcOrd="0" destOrd="0" presId="urn:microsoft.com/office/officeart/2005/8/layout/process2"/>
    <dgm:cxn modelId="{AB723645-37FA-4EF0-8562-0E55EFA70AD6}" type="presOf" srcId="{809448DF-4375-4B2F-90AF-2E5D4C9E6A7C}" destId="{EE9690A3-0B9D-44C8-9E0B-644C5188328B}" srcOrd="0" destOrd="0" presId="urn:microsoft.com/office/officeart/2005/8/layout/process2"/>
    <dgm:cxn modelId="{A2D0367C-3518-4D26-B8BA-E69258DFB115}" type="presOf" srcId="{6BC20905-DCCA-4776-8FAB-C2B36D466599}" destId="{4E85695A-9C60-41B5-A303-C509B3086FD8}" srcOrd="0" destOrd="0" presId="urn:microsoft.com/office/officeart/2005/8/layout/process2"/>
    <dgm:cxn modelId="{E27BF693-9AB1-4579-A1FA-92AE506DDF1B}" type="presOf" srcId="{B6388C75-6C0A-414B-995F-A354D6E97ED5}" destId="{002AB815-2F55-4E35-ADC3-53E8320E0C86}" srcOrd="0" destOrd="0" presId="urn:microsoft.com/office/officeart/2005/8/layout/process2"/>
    <dgm:cxn modelId="{36F509AB-C24A-41E3-9AB7-C463D863DECA}" type="presOf" srcId="{BCA88903-7F48-4035-829B-AEAF847D654A}" destId="{8C6FD5D9-C49A-4C06-B555-E4DC6A28120E}" srcOrd="0" destOrd="0" presId="urn:microsoft.com/office/officeart/2005/8/layout/process2"/>
    <dgm:cxn modelId="{1E5900AF-5A97-434C-8690-B6C0E61DFB25}" srcId="{809448DF-4375-4B2F-90AF-2E5D4C9E6A7C}" destId="{B6388C75-6C0A-414B-995F-A354D6E97ED5}" srcOrd="3" destOrd="0" parTransId="{97D23BD7-A6CF-42B0-B9E2-D4EC3F3A8C1E}" sibTransId="{6BC20905-DCCA-4776-8FAB-C2B36D466599}"/>
    <dgm:cxn modelId="{A07FD3B0-99F4-4578-8E84-E458D7F8F63C}" srcId="{809448DF-4375-4B2F-90AF-2E5D4C9E6A7C}" destId="{84D26D4F-D199-4677-89E0-4A2A2306AE2D}" srcOrd="1" destOrd="0" parTransId="{A6799702-A54C-4DD5-A44D-3F844BC34EC0}" sibTransId="{A5324E63-58A7-49B2-8ECA-43E09C60C3F8}"/>
    <dgm:cxn modelId="{A85F22C7-38E2-4449-B973-FDA90C8BB413}" srcId="{809448DF-4375-4B2F-90AF-2E5D4C9E6A7C}" destId="{33A555D7-78A2-4437-AC1E-B854F74D214C}" srcOrd="2" destOrd="0" parTransId="{F9969D27-E833-4891-9527-8C95668720A7}" sibTransId="{04844931-AC9C-441A-ACE9-398F63C89BC9}"/>
    <dgm:cxn modelId="{9BEFD6CC-1AC6-44B1-95A4-2CB36133C69E}" type="presOf" srcId="{6BC20905-DCCA-4776-8FAB-C2B36D466599}" destId="{18ABE881-C7C2-44C0-825F-22CAE78D1182}" srcOrd="1" destOrd="0" presId="urn:microsoft.com/office/officeart/2005/8/layout/process2"/>
    <dgm:cxn modelId="{B20A0FCD-7A9E-4697-9847-7EFA37FDF198}" type="presOf" srcId="{A5324E63-58A7-49B2-8ECA-43E09C60C3F8}" destId="{40F54A45-30CB-4658-ABE0-A74396EBD3C1}" srcOrd="1" destOrd="0" presId="urn:microsoft.com/office/officeart/2005/8/layout/process2"/>
    <dgm:cxn modelId="{F4902AD0-3322-43FA-ABA7-30EC959FCBC2}" type="presOf" srcId="{04844931-AC9C-441A-ACE9-398F63C89BC9}" destId="{AAA79C8A-F27C-4878-B0B6-A23082F65493}" srcOrd="1" destOrd="0" presId="urn:microsoft.com/office/officeart/2005/8/layout/process2"/>
    <dgm:cxn modelId="{AB3330D6-EEA2-49BB-86BD-EE87C99ACEFB}" srcId="{809448DF-4375-4B2F-90AF-2E5D4C9E6A7C}" destId="{A8941875-936B-4B11-984F-BBB9B09D800A}" srcOrd="4" destOrd="0" parTransId="{948F8834-ACAC-403B-921E-7627396B1456}" sibTransId="{1D84DF40-C216-450B-AEBD-F89B1B8A4EFC}"/>
    <dgm:cxn modelId="{3BB03DEA-5067-4382-A624-3A32542EA3AE}" type="presOf" srcId="{04844931-AC9C-441A-ACE9-398F63C89BC9}" destId="{FFB3A958-021F-4B96-842C-397609F033EE}" srcOrd="0" destOrd="0" presId="urn:microsoft.com/office/officeart/2005/8/layout/process2"/>
    <dgm:cxn modelId="{AF530DF3-E8BE-416D-BD55-9226DC31EFF9}" srcId="{809448DF-4375-4B2F-90AF-2E5D4C9E6A7C}" destId="{BCA88903-7F48-4035-829B-AEAF847D654A}" srcOrd="0" destOrd="0" parTransId="{8EBCE802-6923-441C-8F72-EEC0926CF193}" sibTransId="{BBB2081F-40FF-4796-A625-2631885D301E}"/>
    <dgm:cxn modelId="{88F0EFFC-98C0-44F0-920F-B5A7A43159D2}" type="presOf" srcId="{84D26D4F-D199-4677-89E0-4A2A2306AE2D}" destId="{FBDD3AD6-C12D-4D89-A452-ADB1414E00B9}" srcOrd="0" destOrd="0" presId="urn:microsoft.com/office/officeart/2005/8/layout/process2"/>
    <dgm:cxn modelId="{280DEAFD-3925-4ED1-9ABB-61CCA98F9699}" type="presOf" srcId="{BBB2081F-40FF-4796-A625-2631885D301E}" destId="{4F35868D-55D5-4320-8BAF-ACCE88552AB7}" srcOrd="0" destOrd="0" presId="urn:microsoft.com/office/officeart/2005/8/layout/process2"/>
    <dgm:cxn modelId="{E571D433-2437-4191-A281-B510216271CF}" type="presParOf" srcId="{EE9690A3-0B9D-44C8-9E0B-644C5188328B}" destId="{8C6FD5D9-C49A-4C06-B555-E4DC6A28120E}" srcOrd="0" destOrd="0" presId="urn:microsoft.com/office/officeart/2005/8/layout/process2"/>
    <dgm:cxn modelId="{6D6BF189-C29C-4DA3-A665-36D5CCF3A823}" type="presParOf" srcId="{EE9690A3-0B9D-44C8-9E0B-644C5188328B}" destId="{4F35868D-55D5-4320-8BAF-ACCE88552AB7}" srcOrd="1" destOrd="0" presId="urn:microsoft.com/office/officeart/2005/8/layout/process2"/>
    <dgm:cxn modelId="{F2BD7FCB-D405-40BF-BE00-AF50E5A18B9D}" type="presParOf" srcId="{4F35868D-55D5-4320-8BAF-ACCE88552AB7}" destId="{6D5B8439-A94D-4990-8116-FD6313FCFC0C}" srcOrd="0" destOrd="0" presId="urn:microsoft.com/office/officeart/2005/8/layout/process2"/>
    <dgm:cxn modelId="{185EB044-DC01-4992-9694-8E774E4A08AF}" type="presParOf" srcId="{EE9690A3-0B9D-44C8-9E0B-644C5188328B}" destId="{FBDD3AD6-C12D-4D89-A452-ADB1414E00B9}" srcOrd="2" destOrd="0" presId="urn:microsoft.com/office/officeart/2005/8/layout/process2"/>
    <dgm:cxn modelId="{4E12E3C8-3036-4813-9802-23E493C5AE44}" type="presParOf" srcId="{EE9690A3-0B9D-44C8-9E0B-644C5188328B}" destId="{F62BB997-D5D1-4F5C-8F34-D2A10A75BFA6}" srcOrd="3" destOrd="0" presId="urn:microsoft.com/office/officeart/2005/8/layout/process2"/>
    <dgm:cxn modelId="{C0BA206B-B2F0-44D8-98B0-9A286414C352}" type="presParOf" srcId="{F62BB997-D5D1-4F5C-8F34-D2A10A75BFA6}" destId="{40F54A45-30CB-4658-ABE0-A74396EBD3C1}" srcOrd="0" destOrd="0" presId="urn:microsoft.com/office/officeart/2005/8/layout/process2"/>
    <dgm:cxn modelId="{E57A032F-3E22-4807-8EA6-1EB864F76B15}" type="presParOf" srcId="{EE9690A3-0B9D-44C8-9E0B-644C5188328B}" destId="{EC9761C8-60BE-40BC-A0C7-D152CEC00F94}" srcOrd="4" destOrd="0" presId="urn:microsoft.com/office/officeart/2005/8/layout/process2"/>
    <dgm:cxn modelId="{9D7960CC-BBFF-45D0-A200-AC4C04F63434}" type="presParOf" srcId="{EE9690A3-0B9D-44C8-9E0B-644C5188328B}" destId="{FFB3A958-021F-4B96-842C-397609F033EE}" srcOrd="5" destOrd="0" presId="urn:microsoft.com/office/officeart/2005/8/layout/process2"/>
    <dgm:cxn modelId="{A86766DA-F684-44A0-B482-76F968BFDF37}" type="presParOf" srcId="{FFB3A958-021F-4B96-842C-397609F033EE}" destId="{AAA79C8A-F27C-4878-B0B6-A23082F65493}" srcOrd="0" destOrd="0" presId="urn:microsoft.com/office/officeart/2005/8/layout/process2"/>
    <dgm:cxn modelId="{BDA6C888-4351-4B24-8C25-2B120DDABDC0}" type="presParOf" srcId="{EE9690A3-0B9D-44C8-9E0B-644C5188328B}" destId="{002AB815-2F55-4E35-ADC3-53E8320E0C86}" srcOrd="6" destOrd="0" presId="urn:microsoft.com/office/officeart/2005/8/layout/process2"/>
    <dgm:cxn modelId="{B99A235C-9AE1-4BAE-AF5A-403EF5411724}" type="presParOf" srcId="{EE9690A3-0B9D-44C8-9E0B-644C5188328B}" destId="{4E85695A-9C60-41B5-A303-C509B3086FD8}" srcOrd="7" destOrd="0" presId="urn:microsoft.com/office/officeart/2005/8/layout/process2"/>
    <dgm:cxn modelId="{FFBBAECD-BECC-48A1-8D48-75CC0F0F9C1D}" type="presParOf" srcId="{4E85695A-9C60-41B5-A303-C509B3086FD8}" destId="{18ABE881-C7C2-44C0-825F-22CAE78D1182}" srcOrd="0" destOrd="0" presId="urn:microsoft.com/office/officeart/2005/8/layout/process2"/>
    <dgm:cxn modelId="{EA8C79A1-EDE4-4960-98D7-2F13982B07BC}" type="presParOf" srcId="{EE9690A3-0B9D-44C8-9E0B-644C5188328B}" destId="{5C980A04-680E-4D92-934C-4DCA2A6BF14E}" srcOrd="8"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7EDB76DA-66E4-4A7C-8C76-B8AE35C40160}" type="doc">
      <dgm:prSet loTypeId="urn:microsoft.com/office/officeart/2005/8/layout/process1" loCatId="process" qsTypeId="urn:microsoft.com/office/officeart/2005/8/quickstyle/simple1" qsCatId="simple" csTypeId="urn:microsoft.com/office/officeart/2005/8/colors/accent1_2" csCatId="accent1" phldr="1"/>
      <dgm:spPr/>
    </dgm:pt>
    <dgm:pt modelId="{ED87D926-FBDB-41AF-9679-A8897556C9D6}">
      <dgm:prSet phldrT="[Text]"/>
      <dgm:spPr/>
      <dgm:t>
        <a:bodyPr/>
        <a:lstStyle/>
        <a:p>
          <a:r>
            <a:rPr lang="de-DE"/>
            <a:t>Antwort</a:t>
          </a:r>
        </a:p>
      </dgm:t>
    </dgm:pt>
    <dgm:pt modelId="{42E2C8B8-A540-4FDA-9CD5-A0A0D0CDF1B0}" type="parTrans" cxnId="{11465DBB-F27E-4667-BC3E-34D0E46FAACA}">
      <dgm:prSet/>
      <dgm:spPr/>
      <dgm:t>
        <a:bodyPr/>
        <a:lstStyle/>
        <a:p>
          <a:endParaRPr lang="de-DE"/>
        </a:p>
      </dgm:t>
    </dgm:pt>
    <dgm:pt modelId="{0E25F99C-E5F4-4ADE-A559-0F97823D816A}" type="sibTrans" cxnId="{11465DBB-F27E-4667-BC3E-34D0E46FAACA}">
      <dgm:prSet/>
      <dgm:spPr/>
      <dgm:t>
        <a:bodyPr/>
        <a:lstStyle/>
        <a:p>
          <a:endParaRPr lang="de-DE"/>
        </a:p>
      </dgm:t>
    </dgm:pt>
    <dgm:pt modelId="{4AAE1E47-B43F-44AF-BD91-A56B74699B0B}" type="pres">
      <dgm:prSet presAssocID="{7EDB76DA-66E4-4A7C-8C76-B8AE35C40160}" presName="Name0" presStyleCnt="0">
        <dgm:presLayoutVars>
          <dgm:dir/>
          <dgm:resizeHandles val="exact"/>
        </dgm:presLayoutVars>
      </dgm:prSet>
      <dgm:spPr/>
    </dgm:pt>
    <dgm:pt modelId="{09637F6E-5CA3-40B3-9AD0-E3A72F4CC154}" type="pres">
      <dgm:prSet presAssocID="{ED87D926-FBDB-41AF-9679-A8897556C9D6}" presName="node" presStyleLbl="node1" presStyleIdx="0" presStyleCnt="1" custLinFactY="-100000" custLinFactNeighborX="-1733" custLinFactNeighborY="-181378">
        <dgm:presLayoutVars>
          <dgm:bulletEnabled val="1"/>
        </dgm:presLayoutVars>
      </dgm:prSet>
      <dgm:spPr/>
    </dgm:pt>
  </dgm:ptLst>
  <dgm:cxnLst>
    <dgm:cxn modelId="{ABCCCC60-43B3-4590-98AB-AD692EE4531C}" type="presOf" srcId="{ED87D926-FBDB-41AF-9679-A8897556C9D6}" destId="{09637F6E-5CA3-40B3-9AD0-E3A72F4CC154}" srcOrd="0" destOrd="0" presId="urn:microsoft.com/office/officeart/2005/8/layout/process1"/>
    <dgm:cxn modelId="{E504128C-EAD9-4887-97B9-CBB8AD39D8B9}" type="presOf" srcId="{7EDB76DA-66E4-4A7C-8C76-B8AE35C40160}" destId="{4AAE1E47-B43F-44AF-BD91-A56B74699B0B}" srcOrd="0" destOrd="0" presId="urn:microsoft.com/office/officeart/2005/8/layout/process1"/>
    <dgm:cxn modelId="{11465DBB-F27E-4667-BC3E-34D0E46FAACA}" srcId="{7EDB76DA-66E4-4A7C-8C76-B8AE35C40160}" destId="{ED87D926-FBDB-41AF-9679-A8897556C9D6}" srcOrd="0" destOrd="0" parTransId="{42E2C8B8-A540-4FDA-9CD5-A0A0D0CDF1B0}" sibTransId="{0E25F99C-E5F4-4ADE-A559-0F97823D816A}"/>
    <dgm:cxn modelId="{05B5EECB-ED93-4373-8F86-97521419DD70}" type="presParOf" srcId="{4AAE1E47-B43F-44AF-BD91-A56B74699B0B}" destId="{09637F6E-5CA3-40B3-9AD0-E3A72F4CC154}" srcOrd="0" destOrd="0" presId="urn:microsoft.com/office/officeart/2005/8/layout/process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0211367D-98B6-41E3-8B51-96C5C161C5AC}" type="doc">
      <dgm:prSet loTypeId="urn:microsoft.com/office/officeart/2005/8/layout/process2" loCatId="process" qsTypeId="urn:microsoft.com/office/officeart/2005/8/quickstyle/simple1" qsCatId="simple" csTypeId="urn:microsoft.com/office/officeart/2005/8/colors/accent1_3" csCatId="accent1" phldr="1"/>
      <dgm:spPr/>
    </dgm:pt>
    <dgm:pt modelId="{673FE998-C097-498A-978F-6235816719FA}">
      <dgm:prSet phldrT="[Text]"/>
      <dgm:spPr/>
      <dgm:t>
        <a:bodyPr/>
        <a:lstStyle/>
        <a:p>
          <a:r>
            <a:rPr lang="de-DE"/>
            <a:t>Text</a:t>
          </a:r>
        </a:p>
      </dgm:t>
    </dgm:pt>
    <dgm:pt modelId="{6CF91284-C00B-41A0-843F-B2E0176A7C72}" type="parTrans" cxnId="{4E1E9238-6571-4E96-A039-C29BF9A9EA2A}">
      <dgm:prSet/>
      <dgm:spPr/>
      <dgm:t>
        <a:bodyPr/>
        <a:lstStyle/>
        <a:p>
          <a:endParaRPr lang="de-DE"/>
        </a:p>
      </dgm:t>
    </dgm:pt>
    <dgm:pt modelId="{27D3A8F2-E341-4C38-B434-1886710A57D8}" type="sibTrans" cxnId="{4E1E9238-6571-4E96-A039-C29BF9A9EA2A}">
      <dgm:prSet/>
      <dgm:spPr/>
      <dgm:t>
        <a:bodyPr/>
        <a:lstStyle/>
        <a:p>
          <a:endParaRPr lang="de-DE"/>
        </a:p>
      </dgm:t>
    </dgm:pt>
    <dgm:pt modelId="{95D6C21D-BEBC-4C63-AFD8-8B5806032D6D}">
      <dgm:prSet phldrT="[Text]"/>
      <dgm:spPr/>
      <dgm:t>
        <a:bodyPr/>
        <a:lstStyle/>
        <a:p>
          <a:r>
            <a:rPr lang="de-DE" err="1"/>
            <a:t>Embeddings</a:t>
          </a:r>
          <a:endParaRPr lang="de-DE"/>
        </a:p>
      </dgm:t>
    </dgm:pt>
    <dgm:pt modelId="{08A713E2-AEDA-4C8B-A4DB-B067BFA7C840}" type="parTrans" cxnId="{B3CBB4D3-3DB1-479B-B84D-8E55D50744EF}">
      <dgm:prSet/>
      <dgm:spPr/>
      <dgm:t>
        <a:bodyPr/>
        <a:lstStyle/>
        <a:p>
          <a:endParaRPr lang="de-DE"/>
        </a:p>
      </dgm:t>
    </dgm:pt>
    <dgm:pt modelId="{2715F813-8FCB-4D88-ADE7-DD6640096C46}" type="sibTrans" cxnId="{B3CBB4D3-3DB1-479B-B84D-8E55D50744EF}">
      <dgm:prSet/>
      <dgm:spPr/>
      <dgm:t>
        <a:bodyPr/>
        <a:lstStyle/>
        <a:p>
          <a:endParaRPr lang="de-DE"/>
        </a:p>
      </dgm:t>
    </dgm:pt>
    <dgm:pt modelId="{62152FD9-C141-4A1C-97B5-832FA79B3FCE}">
      <dgm:prSet phldrT="[Text]"/>
      <dgm:spPr/>
      <dgm:t>
        <a:bodyPr/>
        <a:lstStyle/>
        <a:p>
          <a:r>
            <a:rPr lang="de-DE"/>
            <a:t>Vektorraum</a:t>
          </a:r>
        </a:p>
      </dgm:t>
    </dgm:pt>
    <dgm:pt modelId="{7689F48C-8AC4-4A4D-BCD7-C9E141AAB2DB}" type="parTrans" cxnId="{A61BDBFA-FBBD-49D3-B351-E1D02463982D}">
      <dgm:prSet/>
      <dgm:spPr/>
      <dgm:t>
        <a:bodyPr/>
        <a:lstStyle/>
        <a:p>
          <a:endParaRPr lang="de-DE"/>
        </a:p>
      </dgm:t>
    </dgm:pt>
    <dgm:pt modelId="{132874C5-877F-41E9-9696-C51A17250705}" type="sibTrans" cxnId="{A61BDBFA-FBBD-49D3-B351-E1D02463982D}">
      <dgm:prSet/>
      <dgm:spPr/>
      <dgm:t>
        <a:bodyPr/>
        <a:lstStyle/>
        <a:p>
          <a:endParaRPr lang="de-DE"/>
        </a:p>
      </dgm:t>
    </dgm:pt>
    <dgm:pt modelId="{92E7C6AA-673F-43FC-B675-815EE2B5F9A3}">
      <dgm:prSet phldrT="[Text]"/>
      <dgm:spPr/>
      <dgm:t>
        <a:bodyPr/>
        <a:lstStyle/>
        <a:p>
          <a:r>
            <a:rPr lang="de-DE"/>
            <a:t>Ähnliche Inhalte liegen nahe beieinander</a:t>
          </a:r>
        </a:p>
      </dgm:t>
    </dgm:pt>
    <dgm:pt modelId="{3FC4A139-E91B-40A3-8A3E-B71EF2F03ABD}" type="parTrans" cxnId="{1DC333A8-0EE2-43EA-8179-6FF80698F838}">
      <dgm:prSet/>
      <dgm:spPr/>
      <dgm:t>
        <a:bodyPr/>
        <a:lstStyle/>
        <a:p>
          <a:endParaRPr lang="de-DE"/>
        </a:p>
      </dgm:t>
    </dgm:pt>
    <dgm:pt modelId="{5FD0B033-D2CC-4A5A-AE95-E52A68BD8B82}" type="sibTrans" cxnId="{1DC333A8-0EE2-43EA-8179-6FF80698F838}">
      <dgm:prSet/>
      <dgm:spPr/>
      <dgm:t>
        <a:bodyPr/>
        <a:lstStyle/>
        <a:p>
          <a:endParaRPr lang="de-DE"/>
        </a:p>
      </dgm:t>
    </dgm:pt>
    <dgm:pt modelId="{E8DADA77-3E97-4BA1-8D0B-DC1860550E6D}" type="pres">
      <dgm:prSet presAssocID="{0211367D-98B6-41E3-8B51-96C5C161C5AC}" presName="linearFlow" presStyleCnt="0">
        <dgm:presLayoutVars>
          <dgm:resizeHandles val="exact"/>
        </dgm:presLayoutVars>
      </dgm:prSet>
      <dgm:spPr/>
    </dgm:pt>
    <dgm:pt modelId="{8AEABA2E-40C9-4AD7-86A0-331D02DA5AA1}" type="pres">
      <dgm:prSet presAssocID="{673FE998-C097-498A-978F-6235816719FA}" presName="node" presStyleLbl="node1" presStyleIdx="0" presStyleCnt="4">
        <dgm:presLayoutVars>
          <dgm:bulletEnabled val="1"/>
        </dgm:presLayoutVars>
      </dgm:prSet>
      <dgm:spPr/>
    </dgm:pt>
    <dgm:pt modelId="{2F5E457A-E82C-4CE1-87E1-AD641E0B7BC0}" type="pres">
      <dgm:prSet presAssocID="{27D3A8F2-E341-4C38-B434-1886710A57D8}" presName="sibTrans" presStyleLbl="sibTrans2D1" presStyleIdx="0" presStyleCnt="3"/>
      <dgm:spPr/>
    </dgm:pt>
    <dgm:pt modelId="{5C7A0E4A-FF98-450C-84E8-C93CA9B1649B}" type="pres">
      <dgm:prSet presAssocID="{27D3A8F2-E341-4C38-B434-1886710A57D8}" presName="connectorText" presStyleLbl="sibTrans2D1" presStyleIdx="0" presStyleCnt="3"/>
      <dgm:spPr/>
    </dgm:pt>
    <dgm:pt modelId="{07858B4F-CD16-4A94-AA38-1C396BBA248C}" type="pres">
      <dgm:prSet presAssocID="{95D6C21D-BEBC-4C63-AFD8-8B5806032D6D}" presName="node" presStyleLbl="node1" presStyleIdx="1" presStyleCnt="4">
        <dgm:presLayoutVars>
          <dgm:bulletEnabled val="1"/>
        </dgm:presLayoutVars>
      </dgm:prSet>
      <dgm:spPr/>
    </dgm:pt>
    <dgm:pt modelId="{1AB0D445-B8FF-4C59-AD35-FAE35A4DC4BE}" type="pres">
      <dgm:prSet presAssocID="{2715F813-8FCB-4D88-ADE7-DD6640096C46}" presName="sibTrans" presStyleLbl="sibTrans2D1" presStyleIdx="1" presStyleCnt="3"/>
      <dgm:spPr/>
    </dgm:pt>
    <dgm:pt modelId="{A78BEA7B-4E01-4C8B-87D5-42305E138FE7}" type="pres">
      <dgm:prSet presAssocID="{2715F813-8FCB-4D88-ADE7-DD6640096C46}" presName="connectorText" presStyleLbl="sibTrans2D1" presStyleIdx="1" presStyleCnt="3"/>
      <dgm:spPr/>
    </dgm:pt>
    <dgm:pt modelId="{B3CE8DBC-B770-4386-8E79-715770E7AF73}" type="pres">
      <dgm:prSet presAssocID="{62152FD9-C141-4A1C-97B5-832FA79B3FCE}" presName="node" presStyleLbl="node1" presStyleIdx="2" presStyleCnt="4">
        <dgm:presLayoutVars>
          <dgm:bulletEnabled val="1"/>
        </dgm:presLayoutVars>
      </dgm:prSet>
      <dgm:spPr/>
    </dgm:pt>
    <dgm:pt modelId="{938A8924-A103-427C-B022-8DA327D7A97A}" type="pres">
      <dgm:prSet presAssocID="{132874C5-877F-41E9-9696-C51A17250705}" presName="sibTrans" presStyleLbl="sibTrans2D1" presStyleIdx="2" presStyleCnt="3"/>
      <dgm:spPr/>
    </dgm:pt>
    <dgm:pt modelId="{6ECB84C3-2CAD-42BA-A16C-C424A3919585}" type="pres">
      <dgm:prSet presAssocID="{132874C5-877F-41E9-9696-C51A17250705}" presName="connectorText" presStyleLbl="sibTrans2D1" presStyleIdx="2" presStyleCnt="3"/>
      <dgm:spPr/>
    </dgm:pt>
    <dgm:pt modelId="{9449ABAA-47F0-45D3-BD35-6A4FD2A80707}" type="pres">
      <dgm:prSet presAssocID="{92E7C6AA-673F-43FC-B675-815EE2B5F9A3}" presName="node" presStyleLbl="node1" presStyleIdx="3" presStyleCnt="4">
        <dgm:presLayoutVars>
          <dgm:bulletEnabled val="1"/>
        </dgm:presLayoutVars>
      </dgm:prSet>
      <dgm:spPr/>
    </dgm:pt>
  </dgm:ptLst>
  <dgm:cxnLst>
    <dgm:cxn modelId="{38689C03-92DA-46BF-8A47-6322B8E6AD69}" type="presOf" srcId="{95D6C21D-BEBC-4C63-AFD8-8B5806032D6D}" destId="{07858B4F-CD16-4A94-AA38-1C396BBA248C}" srcOrd="0" destOrd="0" presId="urn:microsoft.com/office/officeart/2005/8/layout/process2"/>
    <dgm:cxn modelId="{1287E21F-E202-4721-87F1-74EB85392A32}" type="presOf" srcId="{132874C5-877F-41E9-9696-C51A17250705}" destId="{938A8924-A103-427C-B022-8DA327D7A97A}" srcOrd="0" destOrd="0" presId="urn:microsoft.com/office/officeart/2005/8/layout/process2"/>
    <dgm:cxn modelId="{4E1E9238-6571-4E96-A039-C29BF9A9EA2A}" srcId="{0211367D-98B6-41E3-8B51-96C5C161C5AC}" destId="{673FE998-C097-498A-978F-6235816719FA}" srcOrd="0" destOrd="0" parTransId="{6CF91284-C00B-41A0-843F-B2E0176A7C72}" sibTransId="{27D3A8F2-E341-4C38-B434-1886710A57D8}"/>
    <dgm:cxn modelId="{35FD6240-CFF3-4EDD-A434-5AC79D28A0A4}" type="presOf" srcId="{27D3A8F2-E341-4C38-B434-1886710A57D8}" destId="{5C7A0E4A-FF98-450C-84E8-C93CA9B1649B}" srcOrd="1" destOrd="0" presId="urn:microsoft.com/office/officeart/2005/8/layout/process2"/>
    <dgm:cxn modelId="{B853D662-0131-436E-9283-DE2B675A401F}" type="presOf" srcId="{673FE998-C097-498A-978F-6235816719FA}" destId="{8AEABA2E-40C9-4AD7-86A0-331D02DA5AA1}" srcOrd="0" destOrd="0" presId="urn:microsoft.com/office/officeart/2005/8/layout/process2"/>
    <dgm:cxn modelId="{3A801D4D-FEF2-431B-B2AC-D73E277A7CC7}" type="presOf" srcId="{2715F813-8FCB-4D88-ADE7-DD6640096C46}" destId="{A78BEA7B-4E01-4C8B-87D5-42305E138FE7}" srcOrd="1" destOrd="0" presId="urn:microsoft.com/office/officeart/2005/8/layout/process2"/>
    <dgm:cxn modelId="{3EF3E684-9DD5-48A3-9B3F-870861C319C6}" type="presOf" srcId="{0211367D-98B6-41E3-8B51-96C5C161C5AC}" destId="{E8DADA77-3E97-4BA1-8D0B-DC1860550E6D}" srcOrd="0" destOrd="0" presId="urn:microsoft.com/office/officeart/2005/8/layout/process2"/>
    <dgm:cxn modelId="{5D79DAA7-6175-4A3B-B244-3AD96DF59726}" type="presOf" srcId="{2715F813-8FCB-4D88-ADE7-DD6640096C46}" destId="{1AB0D445-B8FF-4C59-AD35-FAE35A4DC4BE}" srcOrd="0" destOrd="0" presId="urn:microsoft.com/office/officeart/2005/8/layout/process2"/>
    <dgm:cxn modelId="{1DC333A8-0EE2-43EA-8179-6FF80698F838}" srcId="{0211367D-98B6-41E3-8B51-96C5C161C5AC}" destId="{92E7C6AA-673F-43FC-B675-815EE2B5F9A3}" srcOrd="3" destOrd="0" parTransId="{3FC4A139-E91B-40A3-8A3E-B71EF2F03ABD}" sibTransId="{5FD0B033-D2CC-4A5A-AE95-E52A68BD8B82}"/>
    <dgm:cxn modelId="{DDEA2CAA-F6A1-48E9-8492-D97236FCBEBF}" type="presOf" srcId="{62152FD9-C141-4A1C-97B5-832FA79B3FCE}" destId="{B3CE8DBC-B770-4386-8E79-715770E7AF73}" srcOrd="0" destOrd="0" presId="urn:microsoft.com/office/officeart/2005/8/layout/process2"/>
    <dgm:cxn modelId="{9999E0AE-5930-413B-AFAC-C17179C30B62}" type="presOf" srcId="{27D3A8F2-E341-4C38-B434-1886710A57D8}" destId="{2F5E457A-E82C-4CE1-87E1-AD641E0B7BC0}" srcOrd="0" destOrd="0" presId="urn:microsoft.com/office/officeart/2005/8/layout/process2"/>
    <dgm:cxn modelId="{95D131BC-3E94-40AB-94E4-DDD059D84F56}" type="presOf" srcId="{92E7C6AA-673F-43FC-B675-815EE2B5F9A3}" destId="{9449ABAA-47F0-45D3-BD35-6A4FD2A80707}" srcOrd="0" destOrd="0" presId="urn:microsoft.com/office/officeart/2005/8/layout/process2"/>
    <dgm:cxn modelId="{339EC0BE-D370-4198-876E-905F56727D7C}" type="presOf" srcId="{132874C5-877F-41E9-9696-C51A17250705}" destId="{6ECB84C3-2CAD-42BA-A16C-C424A3919585}" srcOrd="1" destOrd="0" presId="urn:microsoft.com/office/officeart/2005/8/layout/process2"/>
    <dgm:cxn modelId="{B3CBB4D3-3DB1-479B-B84D-8E55D50744EF}" srcId="{0211367D-98B6-41E3-8B51-96C5C161C5AC}" destId="{95D6C21D-BEBC-4C63-AFD8-8B5806032D6D}" srcOrd="1" destOrd="0" parTransId="{08A713E2-AEDA-4C8B-A4DB-B067BFA7C840}" sibTransId="{2715F813-8FCB-4D88-ADE7-DD6640096C46}"/>
    <dgm:cxn modelId="{A61BDBFA-FBBD-49D3-B351-E1D02463982D}" srcId="{0211367D-98B6-41E3-8B51-96C5C161C5AC}" destId="{62152FD9-C141-4A1C-97B5-832FA79B3FCE}" srcOrd="2" destOrd="0" parTransId="{7689F48C-8AC4-4A4D-BCD7-C9E141AAB2DB}" sibTransId="{132874C5-877F-41E9-9696-C51A17250705}"/>
    <dgm:cxn modelId="{28AE95D7-ACE0-4909-BF96-960A9E764A75}" type="presParOf" srcId="{E8DADA77-3E97-4BA1-8D0B-DC1860550E6D}" destId="{8AEABA2E-40C9-4AD7-86A0-331D02DA5AA1}" srcOrd="0" destOrd="0" presId="urn:microsoft.com/office/officeart/2005/8/layout/process2"/>
    <dgm:cxn modelId="{040CC8C5-137F-47A2-86D7-173CC4C02597}" type="presParOf" srcId="{E8DADA77-3E97-4BA1-8D0B-DC1860550E6D}" destId="{2F5E457A-E82C-4CE1-87E1-AD641E0B7BC0}" srcOrd="1" destOrd="0" presId="urn:microsoft.com/office/officeart/2005/8/layout/process2"/>
    <dgm:cxn modelId="{D7DABFE5-FDF2-47D2-8403-A84997CF1F79}" type="presParOf" srcId="{2F5E457A-E82C-4CE1-87E1-AD641E0B7BC0}" destId="{5C7A0E4A-FF98-450C-84E8-C93CA9B1649B}" srcOrd="0" destOrd="0" presId="urn:microsoft.com/office/officeart/2005/8/layout/process2"/>
    <dgm:cxn modelId="{E2032EDA-1C49-4F32-BB16-67D91E348FDC}" type="presParOf" srcId="{E8DADA77-3E97-4BA1-8D0B-DC1860550E6D}" destId="{07858B4F-CD16-4A94-AA38-1C396BBA248C}" srcOrd="2" destOrd="0" presId="urn:microsoft.com/office/officeart/2005/8/layout/process2"/>
    <dgm:cxn modelId="{9C246796-E30A-4113-8669-60D4C2A2E206}" type="presParOf" srcId="{E8DADA77-3E97-4BA1-8D0B-DC1860550E6D}" destId="{1AB0D445-B8FF-4C59-AD35-FAE35A4DC4BE}" srcOrd="3" destOrd="0" presId="urn:microsoft.com/office/officeart/2005/8/layout/process2"/>
    <dgm:cxn modelId="{33414413-705B-4ACE-BBA1-5C151894F9B8}" type="presParOf" srcId="{1AB0D445-B8FF-4C59-AD35-FAE35A4DC4BE}" destId="{A78BEA7B-4E01-4C8B-87D5-42305E138FE7}" srcOrd="0" destOrd="0" presId="urn:microsoft.com/office/officeart/2005/8/layout/process2"/>
    <dgm:cxn modelId="{1C7CBC79-D24F-4110-9EFA-29E99EB6A86E}" type="presParOf" srcId="{E8DADA77-3E97-4BA1-8D0B-DC1860550E6D}" destId="{B3CE8DBC-B770-4386-8E79-715770E7AF73}" srcOrd="4" destOrd="0" presId="urn:microsoft.com/office/officeart/2005/8/layout/process2"/>
    <dgm:cxn modelId="{E05D5A00-9158-4043-999C-41EE1B9C1779}" type="presParOf" srcId="{E8DADA77-3E97-4BA1-8D0B-DC1860550E6D}" destId="{938A8924-A103-427C-B022-8DA327D7A97A}" srcOrd="5" destOrd="0" presId="urn:microsoft.com/office/officeart/2005/8/layout/process2"/>
    <dgm:cxn modelId="{47E930E0-0CBC-415E-B16B-0E4AED18B82F}" type="presParOf" srcId="{938A8924-A103-427C-B022-8DA327D7A97A}" destId="{6ECB84C3-2CAD-42BA-A16C-C424A3919585}" srcOrd="0" destOrd="0" presId="urn:microsoft.com/office/officeart/2005/8/layout/process2"/>
    <dgm:cxn modelId="{198672B6-751D-45C6-902E-ECF0A9BB90B5}" type="presParOf" srcId="{E8DADA77-3E97-4BA1-8D0B-DC1860550E6D}" destId="{9449ABAA-47F0-45D3-BD35-6A4FD2A8070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2B215C22-37B6-41A8-B010-99A2402F13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4D852D40-ED99-4189-B9C1-33E9854A3434}">
      <dgm:prSet phldrT="[Text]"/>
      <dgm:spPr/>
      <dgm:t>
        <a:bodyPr/>
        <a:lstStyle/>
        <a:p>
          <a:r>
            <a:rPr lang="de-DE"/>
            <a:t>Trend</a:t>
          </a:r>
        </a:p>
      </dgm:t>
    </dgm:pt>
    <dgm:pt modelId="{694E7E76-EF4C-430C-A895-45DADCC93AA2}" type="parTrans" cxnId="{EBE4E7CA-D3F8-4FFD-B131-1EFC31522FF7}">
      <dgm:prSet/>
      <dgm:spPr/>
      <dgm:t>
        <a:bodyPr/>
        <a:lstStyle/>
        <a:p>
          <a:endParaRPr lang="de-DE"/>
        </a:p>
      </dgm:t>
    </dgm:pt>
    <dgm:pt modelId="{77E3200E-48B5-4111-948F-C4EBE79D55F5}" type="sibTrans" cxnId="{EBE4E7CA-D3F8-4FFD-B131-1EFC31522FF7}">
      <dgm:prSet/>
      <dgm:spPr/>
      <dgm:t>
        <a:bodyPr/>
        <a:lstStyle/>
        <a:p>
          <a:endParaRPr lang="de-DE"/>
        </a:p>
      </dgm:t>
    </dgm:pt>
    <dgm:pt modelId="{01E75E7E-715A-4AD9-8FC4-52A969ED4887}">
      <dgm:prSet phldrT="[Text]"/>
      <dgm:spPr/>
      <dgm:t>
        <a:bodyPr/>
        <a:lstStyle/>
        <a:p>
          <a:r>
            <a:rPr lang="de-DE"/>
            <a:t>Technologie</a:t>
          </a:r>
        </a:p>
      </dgm:t>
    </dgm:pt>
    <dgm:pt modelId="{CF7EA6F5-3673-49ED-899B-7626F7AF8CF8}" type="parTrans" cxnId="{94BEB6EC-E366-4D31-AAA6-720D46974ACB}">
      <dgm:prSet/>
      <dgm:spPr/>
      <dgm:t>
        <a:bodyPr/>
        <a:lstStyle/>
        <a:p>
          <a:endParaRPr lang="de-DE"/>
        </a:p>
      </dgm:t>
    </dgm:pt>
    <dgm:pt modelId="{986049E5-291A-4C3C-9DB6-0F25E95E961D}" type="sibTrans" cxnId="{94BEB6EC-E366-4D31-AAA6-720D46974ACB}">
      <dgm:prSet/>
      <dgm:spPr/>
      <dgm:t>
        <a:bodyPr/>
        <a:lstStyle/>
        <a:p>
          <a:endParaRPr lang="de-DE"/>
        </a:p>
      </dgm:t>
    </dgm:pt>
    <dgm:pt modelId="{64A152A2-C09D-442C-B14A-7B47BD8B6004}">
      <dgm:prSet phldrT="[Text]"/>
      <dgm:spPr/>
      <dgm:t>
        <a:bodyPr/>
        <a:lstStyle/>
        <a:p>
          <a:r>
            <a:rPr lang="de-DE"/>
            <a:t>Technology Field</a:t>
          </a:r>
        </a:p>
      </dgm:t>
    </dgm:pt>
    <dgm:pt modelId="{C50D0050-9177-4740-8B9B-2609A792E3AA}" type="parTrans" cxnId="{F35D5290-E7E0-4FE2-9338-C2A14FB0FE6F}">
      <dgm:prSet/>
      <dgm:spPr/>
      <dgm:t>
        <a:bodyPr/>
        <a:lstStyle/>
        <a:p>
          <a:endParaRPr lang="de-DE"/>
        </a:p>
      </dgm:t>
    </dgm:pt>
    <dgm:pt modelId="{20B6C145-6A5C-4B32-849D-7D9FBEEBDC4A}" type="sibTrans" cxnId="{F35D5290-E7E0-4FE2-9338-C2A14FB0FE6F}">
      <dgm:prSet/>
      <dgm:spPr/>
      <dgm:t>
        <a:bodyPr/>
        <a:lstStyle/>
        <a:p>
          <a:endParaRPr lang="de-DE"/>
        </a:p>
      </dgm:t>
    </dgm:pt>
    <dgm:pt modelId="{FDC03C97-B463-4126-A611-417EE687C997}">
      <dgm:prSet phldrT="[Text]"/>
      <dgm:spPr/>
      <dgm:t>
        <a:bodyPr/>
        <a:lstStyle/>
        <a:p>
          <a:r>
            <a:rPr lang="de-DE"/>
            <a:t>Kompetenz</a:t>
          </a:r>
        </a:p>
      </dgm:t>
    </dgm:pt>
    <dgm:pt modelId="{07580C61-C847-490C-BB87-F89D48EB56F9}" type="parTrans" cxnId="{C074A75E-9B97-4AA2-880E-70F4D3745F9E}">
      <dgm:prSet/>
      <dgm:spPr/>
      <dgm:t>
        <a:bodyPr/>
        <a:lstStyle/>
        <a:p>
          <a:endParaRPr lang="de-DE"/>
        </a:p>
      </dgm:t>
    </dgm:pt>
    <dgm:pt modelId="{D25C8A8F-CFC7-43E6-A4E3-0FF250A6DF46}" type="sibTrans" cxnId="{C074A75E-9B97-4AA2-880E-70F4D3745F9E}">
      <dgm:prSet/>
      <dgm:spPr/>
      <dgm:t>
        <a:bodyPr/>
        <a:lstStyle/>
        <a:p>
          <a:endParaRPr lang="de-DE"/>
        </a:p>
      </dgm:t>
    </dgm:pt>
    <dgm:pt modelId="{C4A4298C-251B-4988-8FEB-F42F7074A3F3}">
      <dgm:prSet phldrT="[Text]"/>
      <dgm:spPr/>
      <dgm:t>
        <a:bodyPr/>
        <a:lstStyle/>
        <a:p>
          <a:r>
            <a:rPr lang="de-DE"/>
            <a:t>Projekt</a:t>
          </a:r>
        </a:p>
      </dgm:t>
    </dgm:pt>
    <dgm:pt modelId="{647D9A1E-D280-40CE-8673-699D07361C9C}" type="parTrans" cxnId="{AC35B7FE-67F5-4EFB-8B57-0A191823E09C}">
      <dgm:prSet/>
      <dgm:spPr/>
      <dgm:t>
        <a:bodyPr/>
        <a:lstStyle/>
        <a:p>
          <a:endParaRPr lang="de-DE"/>
        </a:p>
      </dgm:t>
    </dgm:pt>
    <dgm:pt modelId="{0F43A59F-8B49-4893-A188-4193255AC8DB}" type="sibTrans" cxnId="{AC35B7FE-67F5-4EFB-8B57-0A191823E09C}">
      <dgm:prSet/>
      <dgm:spPr/>
      <dgm:t>
        <a:bodyPr/>
        <a:lstStyle/>
        <a:p>
          <a:endParaRPr lang="de-DE"/>
        </a:p>
      </dgm:t>
    </dgm:pt>
    <dgm:pt modelId="{68B419CB-74B6-4AAF-A352-86D9678EE829}">
      <dgm:prSet phldrT="[Text]"/>
      <dgm:spPr>
        <a:solidFill>
          <a:schemeClr val="accent1">
            <a:lumMod val="20000"/>
            <a:lumOff val="80000"/>
          </a:schemeClr>
        </a:solidFill>
      </dgm:spPr>
      <dgm:t>
        <a:bodyPr/>
        <a:lstStyle/>
        <a:p>
          <a:r>
            <a:rPr lang="de-DE">
              <a:solidFill>
                <a:schemeClr val="tx1"/>
              </a:solidFill>
            </a:rPr>
            <a:t>Gehört zu</a:t>
          </a:r>
          <a:endParaRPr lang="de-DE"/>
        </a:p>
      </dgm:t>
    </dgm:pt>
    <dgm:pt modelId="{0AB96D2E-E48B-4D0A-8285-191B146EEA31}" type="parTrans" cxnId="{300C1FCF-C0B8-4116-9542-E19AE136006E}">
      <dgm:prSet/>
      <dgm:spPr/>
      <dgm:t>
        <a:bodyPr/>
        <a:lstStyle/>
        <a:p>
          <a:endParaRPr lang="de-DE"/>
        </a:p>
      </dgm:t>
    </dgm:pt>
    <dgm:pt modelId="{92F44C0A-B716-43FE-BE90-F362DD6DEB92}" type="sibTrans" cxnId="{300C1FCF-C0B8-4116-9542-E19AE136006E}">
      <dgm:prSet/>
      <dgm:spPr/>
      <dgm:t>
        <a:bodyPr/>
        <a:lstStyle/>
        <a:p>
          <a:endParaRPr lang="de-DE"/>
        </a:p>
      </dgm:t>
    </dgm:pt>
    <dgm:pt modelId="{02884397-0C7B-42B5-A9CF-CAD4EE4B48C4}">
      <dgm:prSet phldrT="[Text]"/>
      <dgm:spPr>
        <a:solidFill>
          <a:schemeClr val="accent1">
            <a:lumMod val="20000"/>
            <a:lumOff val="80000"/>
          </a:schemeClr>
        </a:solidFill>
      </dgm:spPr>
      <dgm:t>
        <a:bodyPr/>
        <a:lstStyle/>
        <a:p>
          <a:r>
            <a:rPr lang="de-DE">
              <a:solidFill>
                <a:schemeClr val="tx1"/>
              </a:solidFill>
            </a:rPr>
            <a:t>benötigt</a:t>
          </a:r>
          <a:endParaRPr lang="de-DE"/>
        </a:p>
      </dgm:t>
    </dgm:pt>
    <dgm:pt modelId="{785BD69B-C007-4ABF-A8B8-CCF607092C65}" type="parTrans" cxnId="{294B76CB-9A29-440F-B06A-C196B5EE6C87}">
      <dgm:prSet/>
      <dgm:spPr/>
      <dgm:t>
        <a:bodyPr/>
        <a:lstStyle/>
        <a:p>
          <a:endParaRPr lang="de-DE"/>
        </a:p>
      </dgm:t>
    </dgm:pt>
    <dgm:pt modelId="{BFD47C48-A4B0-4F1D-8CB4-7168F1AD1241}" type="sibTrans" cxnId="{294B76CB-9A29-440F-B06A-C196B5EE6C87}">
      <dgm:prSet/>
      <dgm:spPr/>
      <dgm:t>
        <a:bodyPr/>
        <a:lstStyle/>
        <a:p>
          <a:endParaRPr lang="de-DE"/>
        </a:p>
      </dgm:t>
    </dgm:pt>
    <dgm:pt modelId="{1AECB17E-838C-4B61-AF88-A027BFDAA40C}">
      <dgm:prSet phldrT="[Text]"/>
      <dgm:spPr>
        <a:solidFill>
          <a:schemeClr val="accent1">
            <a:lumMod val="20000"/>
            <a:lumOff val="80000"/>
          </a:schemeClr>
        </a:solidFill>
      </dgm:spPr>
      <dgm:t>
        <a:bodyPr/>
        <a:lstStyle/>
        <a:p>
          <a:r>
            <a:rPr lang="de-DE">
              <a:solidFill>
                <a:schemeClr val="tx1"/>
              </a:solidFill>
            </a:rPr>
            <a:t>Nutzt</a:t>
          </a:r>
          <a:endParaRPr lang="de-DE"/>
        </a:p>
      </dgm:t>
    </dgm:pt>
    <dgm:pt modelId="{99C53C11-BBBF-408F-A61A-F6DBB13F42E6}" type="parTrans" cxnId="{0E5AA661-D9D9-4416-AA93-3FF9E456C3BE}">
      <dgm:prSet/>
      <dgm:spPr/>
      <dgm:t>
        <a:bodyPr/>
        <a:lstStyle/>
        <a:p>
          <a:endParaRPr lang="de-DE"/>
        </a:p>
      </dgm:t>
    </dgm:pt>
    <dgm:pt modelId="{E3F4967F-48C6-43AC-87B6-9F412179FD12}" type="sibTrans" cxnId="{0E5AA661-D9D9-4416-AA93-3FF9E456C3BE}">
      <dgm:prSet/>
      <dgm:spPr/>
      <dgm:t>
        <a:bodyPr/>
        <a:lstStyle/>
        <a:p>
          <a:endParaRPr lang="de-DE"/>
        </a:p>
      </dgm:t>
    </dgm:pt>
    <dgm:pt modelId="{2FF7F9F2-DBCB-4305-9E5B-0BC4C1C8DDF6}">
      <dgm:prSet phldrT="[Text]"/>
      <dgm:spPr>
        <a:solidFill>
          <a:schemeClr val="accent1">
            <a:lumMod val="20000"/>
            <a:lumOff val="80000"/>
          </a:schemeClr>
        </a:solidFill>
      </dgm:spPr>
      <dgm:t>
        <a:bodyPr/>
        <a:lstStyle/>
        <a:p>
          <a:r>
            <a:rPr lang="de-DE">
              <a:solidFill>
                <a:schemeClr val="tx1"/>
              </a:solidFill>
            </a:rPr>
            <a:t>beinflusst</a:t>
          </a:r>
          <a:endParaRPr lang="de-DE"/>
        </a:p>
      </dgm:t>
    </dgm:pt>
    <dgm:pt modelId="{4CCA449F-E294-4121-A6C8-2FF261BC6433}" type="parTrans" cxnId="{941E3AC9-018F-419A-8842-51BF550090D5}">
      <dgm:prSet/>
      <dgm:spPr/>
      <dgm:t>
        <a:bodyPr/>
        <a:lstStyle/>
        <a:p>
          <a:endParaRPr lang="de-DE"/>
        </a:p>
      </dgm:t>
    </dgm:pt>
    <dgm:pt modelId="{6D9F8E08-76F3-4DE3-B053-835BD2F7CD41}" type="sibTrans" cxnId="{941E3AC9-018F-419A-8842-51BF550090D5}">
      <dgm:prSet/>
      <dgm:spPr/>
      <dgm:t>
        <a:bodyPr/>
        <a:lstStyle/>
        <a:p>
          <a:endParaRPr lang="de-DE"/>
        </a:p>
      </dgm:t>
    </dgm:pt>
    <dgm:pt modelId="{603A50EA-FAB7-4FE7-8496-FBA0F180D7DC}" type="pres">
      <dgm:prSet presAssocID="{2B215C22-37B6-41A8-B010-99A2402F1356}" presName="hierChild1" presStyleCnt="0">
        <dgm:presLayoutVars>
          <dgm:orgChart val="1"/>
          <dgm:chPref val="1"/>
          <dgm:dir/>
          <dgm:animOne val="branch"/>
          <dgm:animLvl val="lvl"/>
          <dgm:resizeHandles/>
        </dgm:presLayoutVars>
      </dgm:prSet>
      <dgm:spPr/>
    </dgm:pt>
    <dgm:pt modelId="{5A78240B-C3B4-4C98-8612-D8DC83E028C5}" type="pres">
      <dgm:prSet presAssocID="{4D852D40-ED99-4189-B9C1-33E9854A3434}" presName="hierRoot1" presStyleCnt="0">
        <dgm:presLayoutVars>
          <dgm:hierBranch val="init"/>
        </dgm:presLayoutVars>
      </dgm:prSet>
      <dgm:spPr/>
    </dgm:pt>
    <dgm:pt modelId="{E7D4C646-821B-4092-9891-5DDB5FA2A73F}" type="pres">
      <dgm:prSet presAssocID="{4D852D40-ED99-4189-B9C1-33E9854A3434}" presName="rootComposite1" presStyleCnt="0"/>
      <dgm:spPr/>
    </dgm:pt>
    <dgm:pt modelId="{EDB9CA76-08A3-49B5-A684-783A73420A51}" type="pres">
      <dgm:prSet presAssocID="{4D852D40-ED99-4189-B9C1-33E9854A3434}" presName="rootText1" presStyleLbl="node0" presStyleIdx="0" presStyleCnt="1">
        <dgm:presLayoutVars>
          <dgm:chPref val="3"/>
        </dgm:presLayoutVars>
      </dgm:prSet>
      <dgm:spPr/>
    </dgm:pt>
    <dgm:pt modelId="{D8CA1A72-EEC6-4A67-B07C-1F3A9D0292D3}" type="pres">
      <dgm:prSet presAssocID="{4D852D40-ED99-4189-B9C1-33E9854A3434}" presName="rootConnector1" presStyleLbl="node1" presStyleIdx="0" presStyleCnt="0"/>
      <dgm:spPr/>
    </dgm:pt>
    <dgm:pt modelId="{015F5C41-345B-4A1B-B2C7-A0FBF8B06001}" type="pres">
      <dgm:prSet presAssocID="{4D852D40-ED99-4189-B9C1-33E9854A3434}" presName="hierChild2" presStyleCnt="0"/>
      <dgm:spPr/>
    </dgm:pt>
    <dgm:pt modelId="{EDBAD380-BF7C-48EB-8466-1F1ADC0BBB36}" type="pres">
      <dgm:prSet presAssocID="{4CCA449F-E294-4121-A6C8-2FF261BC6433}" presName="Name37" presStyleLbl="parChTrans1D2" presStyleIdx="0" presStyleCnt="1"/>
      <dgm:spPr/>
    </dgm:pt>
    <dgm:pt modelId="{F5DEE1B1-97FB-4209-B4E4-D3C446F6FE31}" type="pres">
      <dgm:prSet presAssocID="{2FF7F9F2-DBCB-4305-9E5B-0BC4C1C8DDF6}" presName="hierRoot2" presStyleCnt="0">
        <dgm:presLayoutVars>
          <dgm:hierBranch val="init"/>
        </dgm:presLayoutVars>
      </dgm:prSet>
      <dgm:spPr/>
    </dgm:pt>
    <dgm:pt modelId="{17B1ACE3-E744-4288-8BAA-A3D6B32A53D9}" type="pres">
      <dgm:prSet presAssocID="{2FF7F9F2-DBCB-4305-9E5B-0BC4C1C8DDF6}" presName="rootComposite" presStyleCnt="0"/>
      <dgm:spPr/>
    </dgm:pt>
    <dgm:pt modelId="{D1ADDE9F-58AA-4D74-AB63-6A8D77C95BF6}" type="pres">
      <dgm:prSet presAssocID="{2FF7F9F2-DBCB-4305-9E5B-0BC4C1C8DDF6}" presName="rootText" presStyleLbl="node2" presStyleIdx="0" presStyleCnt="1">
        <dgm:presLayoutVars>
          <dgm:chPref val="3"/>
        </dgm:presLayoutVars>
      </dgm:prSet>
      <dgm:spPr/>
    </dgm:pt>
    <dgm:pt modelId="{BA35D856-F5F7-47DE-99F7-AAEC89AA1F5F}" type="pres">
      <dgm:prSet presAssocID="{2FF7F9F2-DBCB-4305-9E5B-0BC4C1C8DDF6}" presName="rootConnector" presStyleLbl="node2" presStyleIdx="0" presStyleCnt="1"/>
      <dgm:spPr/>
    </dgm:pt>
    <dgm:pt modelId="{8F347E44-EF16-4FF6-8FF0-2C6546473192}" type="pres">
      <dgm:prSet presAssocID="{2FF7F9F2-DBCB-4305-9E5B-0BC4C1C8DDF6}" presName="hierChild4" presStyleCnt="0"/>
      <dgm:spPr/>
    </dgm:pt>
    <dgm:pt modelId="{BBA9A3C4-8F4A-4BA9-B75E-8812FC5593B9}" type="pres">
      <dgm:prSet presAssocID="{CF7EA6F5-3673-49ED-899B-7626F7AF8CF8}" presName="Name37" presStyleLbl="parChTrans1D3" presStyleIdx="0" presStyleCnt="1"/>
      <dgm:spPr/>
    </dgm:pt>
    <dgm:pt modelId="{83C5ECA9-396F-474D-893E-7386C6A4EFEB}" type="pres">
      <dgm:prSet presAssocID="{01E75E7E-715A-4AD9-8FC4-52A969ED4887}" presName="hierRoot2" presStyleCnt="0">
        <dgm:presLayoutVars>
          <dgm:hierBranch val="init"/>
        </dgm:presLayoutVars>
      </dgm:prSet>
      <dgm:spPr/>
    </dgm:pt>
    <dgm:pt modelId="{86F65F54-E16F-4D7F-BF66-AFA2921CCE88}" type="pres">
      <dgm:prSet presAssocID="{01E75E7E-715A-4AD9-8FC4-52A969ED4887}" presName="rootComposite" presStyleCnt="0"/>
      <dgm:spPr/>
    </dgm:pt>
    <dgm:pt modelId="{93493376-6C6A-4066-BFD7-B4F092CF8F61}" type="pres">
      <dgm:prSet presAssocID="{01E75E7E-715A-4AD9-8FC4-52A969ED4887}" presName="rootText" presStyleLbl="node3" presStyleIdx="0" presStyleCnt="1">
        <dgm:presLayoutVars>
          <dgm:chPref val="3"/>
        </dgm:presLayoutVars>
      </dgm:prSet>
      <dgm:spPr/>
    </dgm:pt>
    <dgm:pt modelId="{65FBE878-4240-4416-BFE2-E75825494BC3}" type="pres">
      <dgm:prSet presAssocID="{01E75E7E-715A-4AD9-8FC4-52A969ED4887}" presName="rootConnector" presStyleLbl="node3" presStyleIdx="0" presStyleCnt="1"/>
      <dgm:spPr/>
    </dgm:pt>
    <dgm:pt modelId="{735169F0-3477-4878-9A66-099984A2C5F9}" type="pres">
      <dgm:prSet presAssocID="{01E75E7E-715A-4AD9-8FC4-52A969ED4887}" presName="hierChild4" presStyleCnt="0"/>
      <dgm:spPr/>
    </dgm:pt>
    <dgm:pt modelId="{D3DB6B5F-35D5-494E-AE30-5C0298B5A97D}" type="pres">
      <dgm:prSet presAssocID="{99C53C11-BBBF-408F-A61A-F6DBB13F42E6}" presName="Name37" presStyleLbl="parChTrans1D4" presStyleIdx="0" presStyleCnt="6"/>
      <dgm:spPr/>
    </dgm:pt>
    <dgm:pt modelId="{053F28E7-1BD8-4FAE-B24E-3F9968CE3D3E}" type="pres">
      <dgm:prSet presAssocID="{1AECB17E-838C-4B61-AF88-A027BFDAA40C}" presName="hierRoot2" presStyleCnt="0">
        <dgm:presLayoutVars>
          <dgm:hierBranch val="init"/>
        </dgm:presLayoutVars>
      </dgm:prSet>
      <dgm:spPr/>
    </dgm:pt>
    <dgm:pt modelId="{478556C1-75C6-46FC-952A-EBE403FD9652}" type="pres">
      <dgm:prSet presAssocID="{1AECB17E-838C-4B61-AF88-A027BFDAA40C}" presName="rootComposite" presStyleCnt="0"/>
      <dgm:spPr/>
    </dgm:pt>
    <dgm:pt modelId="{930A846F-606E-4945-A529-DFB481CBD095}" type="pres">
      <dgm:prSet presAssocID="{1AECB17E-838C-4B61-AF88-A027BFDAA40C}" presName="rootText" presStyleLbl="node4" presStyleIdx="0" presStyleCnt="6" custLinFactNeighborX="-55992" custLinFactNeighborY="-4816">
        <dgm:presLayoutVars>
          <dgm:chPref val="3"/>
        </dgm:presLayoutVars>
      </dgm:prSet>
      <dgm:spPr/>
    </dgm:pt>
    <dgm:pt modelId="{A735BF25-6924-4492-BF62-D79C2466A931}" type="pres">
      <dgm:prSet presAssocID="{1AECB17E-838C-4B61-AF88-A027BFDAA40C}" presName="rootConnector" presStyleLbl="node4" presStyleIdx="0" presStyleCnt="6"/>
      <dgm:spPr/>
    </dgm:pt>
    <dgm:pt modelId="{83A6CC29-E07D-427C-AEA3-E6BD7A9B1DBC}" type="pres">
      <dgm:prSet presAssocID="{1AECB17E-838C-4B61-AF88-A027BFDAA40C}" presName="hierChild4" presStyleCnt="0"/>
      <dgm:spPr/>
    </dgm:pt>
    <dgm:pt modelId="{9350A976-1D65-49F8-9ADB-0799651B9AC8}" type="pres">
      <dgm:prSet presAssocID="{647D9A1E-D280-40CE-8673-699D07361C9C}" presName="Name37" presStyleLbl="parChTrans1D4" presStyleIdx="1" presStyleCnt="6"/>
      <dgm:spPr/>
    </dgm:pt>
    <dgm:pt modelId="{E99B0386-16F0-42BD-84B3-4E360A28C190}" type="pres">
      <dgm:prSet presAssocID="{C4A4298C-251B-4988-8FEB-F42F7074A3F3}" presName="hierRoot2" presStyleCnt="0">
        <dgm:presLayoutVars>
          <dgm:hierBranch val="init"/>
        </dgm:presLayoutVars>
      </dgm:prSet>
      <dgm:spPr/>
    </dgm:pt>
    <dgm:pt modelId="{01C4A99D-D184-40B4-A389-7466D5C5C9CB}" type="pres">
      <dgm:prSet presAssocID="{C4A4298C-251B-4988-8FEB-F42F7074A3F3}" presName="rootComposite" presStyleCnt="0"/>
      <dgm:spPr/>
    </dgm:pt>
    <dgm:pt modelId="{9EBF5A4D-FD52-410A-B05F-2E902B61DE2F}" type="pres">
      <dgm:prSet presAssocID="{C4A4298C-251B-4988-8FEB-F42F7074A3F3}" presName="rootText" presStyleLbl="node4" presStyleIdx="1" presStyleCnt="6" custLinFactX="-46263" custLinFactNeighborX="-100000" custLinFactNeighborY="-6166">
        <dgm:presLayoutVars>
          <dgm:chPref val="3"/>
        </dgm:presLayoutVars>
      </dgm:prSet>
      <dgm:spPr/>
    </dgm:pt>
    <dgm:pt modelId="{DDB42ABC-0BF4-4BAE-9695-0110B833FE00}" type="pres">
      <dgm:prSet presAssocID="{C4A4298C-251B-4988-8FEB-F42F7074A3F3}" presName="rootConnector" presStyleLbl="node4" presStyleIdx="1" presStyleCnt="6"/>
      <dgm:spPr/>
    </dgm:pt>
    <dgm:pt modelId="{3AB85466-7E3D-4A69-B29A-AFD09AB52C49}" type="pres">
      <dgm:prSet presAssocID="{C4A4298C-251B-4988-8FEB-F42F7074A3F3}" presName="hierChild4" presStyleCnt="0"/>
      <dgm:spPr/>
    </dgm:pt>
    <dgm:pt modelId="{CBEE245D-52F5-4678-A40C-1DAEAFC1725D}" type="pres">
      <dgm:prSet presAssocID="{785BD69B-C007-4ABF-A8B8-CCF607092C65}" presName="Name37" presStyleLbl="parChTrans1D4" presStyleIdx="2" presStyleCnt="6"/>
      <dgm:spPr/>
    </dgm:pt>
    <dgm:pt modelId="{B520D825-E920-488F-A19D-B190D666A77C}" type="pres">
      <dgm:prSet presAssocID="{02884397-0C7B-42B5-A9CF-CAD4EE4B48C4}" presName="hierRoot2" presStyleCnt="0">
        <dgm:presLayoutVars>
          <dgm:hierBranch val="init"/>
        </dgm:presLayoutVars>
      </dgm:prSet>
      <dgm:spPr/>
    </dgm:pt>
    <dgm:pt modelId="{DB108A19-DF0B-4C8C-B07D-913D846B7BC2}" type="pres">
      <dgm:prSet presAssocID="{02884397-0C7B-42B5-A9CF-CAD4EE4B48C4}" presName="rootComposite" presStyleCnt="0"/>
      <dgm:spPr/>
    </dgm:pt>
    <dgm:pt modelId="{6A561B92-FFB3-4CD3-9B75-45E95CA79EB6}" type="pres">
      <dgm:prSet presAssocID="{02884397-0C7B-42B5-A9CF-CAD4EE4B48C4}" presName="rootText" presStyleLbl="node4" presStyleIdx="2" presStyleCnt="6" custLinFactNeighborX="-52281" custLinFactNeighborY="8623">
        <dgm:presLayoutVars>
          <dgm:chPref val="3"/>
        </dgm:presLayoutVars>
      </dgm:prSet>
      <dgm:spPr/>
    </dgm:pt>
    <dgm:pt modelId="{0890508E-95E1-47A0-9388-A60F428B7A8F}" type="pres">
      <dgm:prSet presAssocID="{02884397-0C7B-42B5-A9CF-CAD4EE4B48C4}" presName="rootConnector" presStyleLbl="node4" presStyleIdx="2" presStyleCnt="6"/>
      <dgm:spPr/>
    </dgm:pt>
    <dgm:pt modelId="{DF44592A-569A-4700-BD4D-A1607E618424}" type="pres">
      <dgm:prSet presAssocID="{02884397-0C7B-42B5-A9CF-CAD4EE4B48C4}" presName="hierChild4" presStyleCnt="0"/>
      <dgm:spPr/>
    </dgm:pt>
    <dgm:pt modelId="{273957AD-D63A-4185-AEEC-E88CED0B03A2}" type="pres">
      <dgm:prSet presAssocID="{07580C61-C847-490C-BB87-F89D48EB56F9}" presName="Name37" presStyleLbl="parChTrans1D4" presStyleIdx="3" presStyleCnt="6"/>
      <dgm:spPr/>
    </dgm:pt>
    <dgm:pt modelId="{8741B6DA-A2B1-4BC9-9681-2D3EAB26D749}" type="pres">
      <dgm:prSet presAssocID="{FDC03C97-B463-4126-A611-417EE687C997}" presName="hierRoot2" presStyleCnt="0">
        <dgm:presLayoutVars>
          <dgm:hierBranch val="init"/>
        </dgm:presLayoutVars>
      </dgm:prSet>
      <dgm:spPr/>
    </dgm:pt>
    <dgm:pt modelId="{536D75FE-BF4F-4675-B24B-51ED320EC3B4}" type="pres">
      <dgm:prSet presAssocID="{FDC03C97-B463-4126-A611-417EE687C997}" presName="rootComposite" presStyleCnt="0"/>
      <dgm:spPr/>
    </dgm:pt>
    <dgm:pt modelId="{0BA6833D-9753-48E4-921E-E2A207573342}" type="pres">
      <dgm:prSet presAssocID="{FDC03C97-B463-4126-A611-417EE687C997}" presName="rootText" presStyleLbl="node4" presStyleIdx="3" presStyleCnt="6" custLinFactNeighborX="40085" custLinFactNeighborY="-17372">
        <dgm:presLayoutVars>
          <dgm:chPref val="3"/>
        </dgm:presLayoutVars>
      </dgm:prSet>
      <dgm:spPr/>
    </dgm:pt>
    <dgm:pt modelId="{E2CB293D-418E-47FF-8988-E7F7E158D64D}" type="pres">
      <dgm:prSet presAssocID="{FDC03C97-B463-4126-A611-417EE687C997}" presName="rootConnector" presStyleLbl="node4" presStyleIdx="3" presStyleCnt="6"/>
      <dgm:spPr/>
    </dgm:pt>
    <dgm:pt modelId="{8535761C-C12B-42AB-B527-E3AD91FD0BB1}" type="pres">
      <dgm:prSet presAssocID="{FDC03C97-B463-4126-A611-417EE687C997}" presName="hierChild4" presStyleCnt="0"/>
      <dgm:spPr/>
    </dgm:pt>
    <dgm:pt modelId="{530560CE-9162-497F-B24F-D00A952E68F9}" type="pres">
      <dgm:prSet presAssocID="{FDC03C97-B463-4126-A611-417EE687C997}" presName="hierChild5" presStyleCnt="0"/>
      <dgm:spPr/>
    </dgm:pt>
    <dgm:pt modelId="{1627E4D6-8FB9-496C-B100-02186FA4C0AB}" type="pres">
      <dgm:prSet presAssocID="{02884397-0C7B-42B5-A9CF-CAD4EE4B48C4}" presName="hierChild5" presStyleCnt="0"/>
      <dgm:spPr/>
    </dgm:pt>
    <dgm:pt modelId="{63C7B206-9AF9-4506-A579-7CEAB5FB02FC}" type="pres">
      <dgm:prSet presAssocID="{C4A4298C-251B-4988-8FEB-F42F7074A3F3}" presName="hierChild5" presStyleCnt="0"/>
      <dgm:spPr/>
    </dgm:pt>
    <dgm:pt modelId="{1FAC48F4-850B-4C81-A50D-93E750ADFF11}" type="pres">
      <dgm:prSet presAssocID="{1AECB17E-838C-4B61-AF88-A027BFDAA40C}" presName="hierChild5" presStyleCnt="0"/>
      <dgm:spPr/>
    </dgm:pt>
    <dgm:pt modelId="{09878179-FA4B-4EF2-9E31-796A726F7ACD}" type="pres">
      <dgm:prSet presAssocID="{0AB96D2E-E48B-4D0A-8285-191B146EEA31}" presName="Name37" presStyleLbl="parChTrans1D4" presStyleIdx="4" presStyleCnt="6"/>
      <dgm:spPr/>
    </dgm:pt>
    <dgm:pt modelId="{07C95EA5-72A0-4A5B-9CA0-FBB8B5B4D366}" type="pres">
      <dgm:prSet presAssocID="{68B419CB-74B6-4AAF-A352-86D9678EE829}" presName="hierRoot2" presStyleCnt="0">
        <dgm:presLayoutVars>
          <dgm:hierBranch val="init"/>
        </dgm:presLayoutVars>
      </dgm:prSet>
      <dgm:spPr/>
    </dgm:pt>
    <dgm:pt modelId="{12691941-A783-4416-B5D4-5F344D101041}" type="pres">
      <dgm:prSet presAssocID="{68B419CB-74B6-4AAF-A352-86D9678EE829}" presName="rootComposite" presStyleCnt="0"/>
      <dgm:spPr/>
    </dgm:pt>
    <dgm:pt modelId="{F30AC8C3-D497-466A-B75A-C606B82B8324}" type="pres">
      <dgm:prSet presAssocID="{68B419CB-74B6-4AAF-A352-86D9678EE829}" presName="rootText" presStyleLbl="node4" presStyleIdx="4" presStyleCnt="6" custLinFactNeighborX="66043" custLinFactNeighborY="-4816">
        <dgm:presLayoutVars>
          <dgm:chPref val="3"/>
        </dgm:presLayoutVars>
      </dgm:prSet>
      <dgm:spPr/>
    </dgm:pt>
    <dgm:pt modelId="{3F0B933D-17CB-45CA-8C15-1D5F2777CEE0}" type="pres">
      <dgm:prSet presAssocID="{68B419CB-74B6-4AAF-A352-86D9678EE829}" presName="rootConnector" presStyleLbl="node4" presStyleIdx="4" presStyleCnt="6"/>
      <dgm:spPr/>
    </dgm:pt>
    <dgm:pt modelId="{99E80C00-1D17-4A94-B558-20615C26177A}" type="pres">
      <dgm:prSet presAssocID="{68B419CB-74B6-4AAF-A352-86D9678EE829}" presName="hierChild4" presStyleCnt="0"/>
      <dgm:spPr/>
    </dgm:pt>
    <dgm:pt modelId="{E83CB9FE-6468-4F6E-B16F-DAC4143BB742}" type="pres">
      <dgm:prSet presAssocID="{C50D0050-9177-4740-8B9B-2609A792E3AA}" presName="Name37" presStyleLbl="parChTrans1D4" presStyleIdx="5" presStyleCnt="6"/>
      <dgm:spPr/>
    </dgm:pt>
    <dgm:pt modelId="{5CE07CA1-4E10-4E8D-9F35-863C57D1C6E1}" type="pres">
      <dgm:prSet presAssocID="{64A152A2-C09D-442C-B14A-7B47BD8B6004}" presName="hierRoot2" presStyleCnt="0">
        <dgm:presLayoutVars>
          <dgm:hierBranch val="init"/>
        </dgm:presLayoutVars>
      </dgm:prSet>
      <dgm:spPr/>
    </dgm:pt>
    <dgm:pt modelId="{E03758FE-E867-4AEB-A71C-28FC136AA5B0}" type="pres">
      <dgm:prSet presAssocID="{64A152A2-C09D-442C-B14A-7B47BD8B6004}" presName="rootComposite" presStyleCnt="0"/>
      <dgm:spPr/>
    </dgm:pt>
    <dgm:pt modelId="{7D01388F-B2BF-4996-ACB4-61FD98173BE4}" type="pres">
      <dgm:prSet presAssocID="{64A152A2-C09D-442C-B14A-7B47BD8B6004}" presName="rootText" presStyleLbl="node4" presStyleIdx="5" presStyleCnt="6" custLinFactX="51270" custLinFactNeighborX="100000" custLinFactNeighborY="-15794">
        <dgm:presLayoutVars>
          <dgm:chPref val="3"/>
        </dgm:presLayoutVars>
      </dgm:prSet>
      <dgm:spPr/>
    </dgm:pt>
    <dgm:pt modelId="{8F238913-53C5-4D2A-8054-6ADD18ABEAFD}" type="pres">
      <dgm:prSet presAssocID="{64A152A2-C09D-442C-B14A-7B47BD8B6004}" presName="rootConnector" presStyleLbl="node4" presStyleIdx="5" presStyleCnt="6"/>
      <dgm:spPr/>
    </dgm:pt>
    <dgm:pt modelId="{0508C3E8-0C3A-46F1-8812-F57498FDBB09}" type="pres">
      <dgm:prSet presAssocID="{64A152A2-C09D-442C-B14A-7B47BD8B6004}" presName="hierChild4" presStyleCnt="0"/>
      <dgm:spPr/>
    </dgm:pt>
    <dgm:pt modelId="{66017D47-8F28-4F3D-B18E-A11F32B1BEBA}" type="pres">
      <dgm:prSet presAssocID="{64A152A2-C09D-442C-B14A-7B47BD8B6004}" presName="hierChild5" presStyleCnt="0"/>
      <dgm:spPr/>
    </dgm:pt>
    <dgm:pt modelId="{76CFD1C5-05EB-494A-B2D7-F3D58B33B201}" type="pres">
      <dgm:prSet presAssocID="{68B419CB-74B6-4AAF-A352-86D9678EE829}" presName="hierChild5" presStyleCnt="0"/>
      <dgm:spPr/>
    </dgm:pt>
    <dgm:pt modelId="{0EA20DC5-418B-4D8E-A5BB-678696C71A18}" type="pres">
      <dgm:prSet presAssocID="{01E75E7E-715A-4AD9-8FC4-52A969ED4887}" presName="hierChild5" presStyleCnt="0"/>
      <dgm:spPr/>
    </dgm:pt>
    <dgm:pt modelId="{66317122-86D0-437C-A091-E1DD2B70810C}" type="pres">
      <dgm:prSet presAssocID="{2FF7F9F2-DBCB-4305-9E5B-0BC4C1C8DDF6}" presName="hierChild5" presStyleCnt="0"/>
      <dgm:spPr/>
    </dgm:pt>
    <dgm:pt modelId="{0F27DADE-B314-430D-A551-EF23A1BF9A41}" type="pres">
      <dgm:prSet presAssocID="{4D852D40-ED99-4189-B9C1-33E9854A3434}" presName="hierChild3" presStyleCnt="0"/>
      <dgm:spPr/>
    </dgm:pt>
  </dgm:ptLst>
  <dgm:cxnLst>
    <dgm:cxn modelId="{C63CC709-D68B-4C73-8170-F01B72DF87F9}" type="presOf" srcId="{02884397-0C7B-42B5-A9CF-CAD4EE4B48C4}" destId="{6A561B92-FFB3-4CD3-9B75-45E95CA79EB6}" srcOrd="0" destOrd="0" presId="urn:microsoft.com/office/officeart/2005/8/layout/orgChart1"/>
    <dgm:cxn modelId="{3A7C9E14-E304-4939-96E6-F278E33F9C1C}" type="presOf" srcId="{647D9A1E-D280-40CE-8673-699D07361C9C}" destId="{9350A976-1D65-49F8-9ADB-0799651B9AC8}" srcOrd="0" destOrd="0" presId="urn:microsoft.com/office/officeart/2005/8/layout/orgChart1"/>
    <dgm:cxn modelId="{A399441E-6F51-4107-85A8-DA2BE11B2111}" type="presOf" srcId="{99C53C11-BBBF-408F-A61A-F6DBB13F42E6}" destId="{D3DB6B5F-35D5-494E-AE30-5C0298B5A97D}" srcOrd="0" destOrd="0" presId="urn:microsoft.com/office/officeart/2005/8/layout/orgChart1"/>
    <dgm:cxn modelId="{9AB05525-F41A-4F19-BA4E-6C2D205A7EDD}" type="presOf" srcId="{FDC03C97-B463-4126-A611-417EE687C997}" destId="{E2CB293D-418E-47FF-8988-E7F7E158D64D}" srcOrd="1" destOrd="0" presId="urn:microsoft.com/office/officeart/2005/8/layout/orgChart1"/>
    <dgm:cxn modelId="{9B863F31-ACB9-4C13-B209-06D8F3EF47A7}" type="presOf" srcId="{2FF7F9F2-DBCB-4305-9E5B-0BC4C1C8DDF6}" destId="{D1ADDE9F-58AA-4D74-AB63-6A8D77C95BF6}" srcOrd="0" destOrd="0" presId="urn:microsoft.com/office/officeart/2005/8/layout/orgChart1"/>
    <dgm:cxn modelId="{D210DB31-8A6B-42EE-98B0-D6400E920FF5}" type="presOf" srcId="{FDC03C97-B463-4126-A611-417EE687C997}" destId="{0BA6833D-9753-48E4-921E-E2A207573342}" srcOrd="0" destOrd="0" presId="urn:microsoft.com/office/officeart/2005/8/layout/orgChart1"/>
    <dgm:cxn modelId="{EAF1EA5B-07E9-4CBB-924E-01CBF1DE565C}" type="presOf" srcId="{64A152A2-C09D-442C-B14A-7B47BD8B6004}" destId="{7D01388F-B2BF-4996-ACB4-61FD98173BE4}" srcOrd="0" destOrd="0" presId="urn:microsoft.com/office/officeart/2005/8/layout/orgChart1"/>
    <dgm:cxn modelId="{C074A75E-9B97-4AA2-880E-70F4D3745F9E}" srcId="{02884397-0C7B-42B5-A9CF-CAD4EE4B48C4}" destId="{FDC03C97-B463-4126-A611-417EE687C997}" srcOrd="0" destOrd="0" parTransId="{07580C61-C847-490C-BB87-F89D48EB56F9}" sibTransId="{D25C8A8F-CFC7-43E6-A4E3-0FF250A6DF46}"/>
    <dgm:cxn modelId="{0E5AA661-D9D9-4416-AA93-3FF9E456C3BE}" srcId="{01E75E7E-715A-4AD9-8FC4-52A969ED4887}" destId="{1AECB17E-838C-4B61-AF88-A027BFDAA40C}" srcOrd="0" destOrd="0" parTransId="{99C53C11-BBBF-408F-A61A-F6DBB13F42E6}" sibTransId="{E3F4967F-48C6-43AC-87B6-9F412179FD12}"/>
    <dgm:cxn modelId="{22217F63-26DB-4643-AC6C-69ACB877DD02}" type="presOf" srcId="{2FF7F9F2-DBCB-4305-9E5B-0BC4C1C8DDF6}" destId="{BA35D856-F5F7-47DE-99F7-AAEC89AA1F5F}" srcOrd="1" destOrd="0" presId="urn:microsoft.com/office/officeart/2005/8/layout/orgChart1"/>
    <dgm:cxn modelId="{32EDFE48-FBF4-493A-9FA8-AB96B3E02FA1}" type="presOf" srcId="{CF7EA6F5-3673-49ED-899B-7626F7AF8CF8}" destId="{BBA9A3C4-8F4A-4BA9-B75E-8812FC5593B9}" srcOrd="0" destOrd="0" presId="urn:microsoft.com/office/officeart/2005/8/layout/orgChart1"/>
    <dgm:cxn modelId="{C83A9C49-5AD3-4982-99BD-07A8FCCB9037}" type="presOf" srcId="{4CCA449F-E294-4121-A6C8-2FF261BC6433}" destId="{EDBAD380-BF7C-48EB-8466-1F1ADC0BBB36}" srcOrd="0" destOrd="0" presId="urn:microsoft.com/office/officeart/2005/8/layout/orgChart1"/>
    <dgm:cxn modelId="{1AA81C6D-A3ED-418C-ADC8-303CD248C5D3}" type="presOf" srcId="{C50D0050-9177-4740-8B9B-2609A792E3AA}" destId="{E83CB9FE-6468-4F6E-B16F-DAC4143BB742}" srcOrd="0" destOrd="0" presId="urn:microsoft.com/office/officeart/2005/8/layout/orgChart1"/>
    <dgm:cxn modelId="{10625773-47F1-42CB-B58E-CC5FC1F290CB}" type="presOf" srcId="{01E75E7E-715A-4AD9-8FC4-52A969ED4887}" destId="{65FBE878-4240-4416-BFE2-E75825494BC3}" srcOrd="1" destOrd="0" presId="urn:microsoft.com/office/officeart/2005/8/layout/orgChart1"/>
    <dgm:cxn modelId="{A9159779-0B40-49D3-A584-9D022A2D309B}" type="presOf" srcId="{785BD69B-C007-4ABF-A8B8-CCF607092C65}" destId="{CBEE245D-52F5-4678-A40C-1DAEAFC1725D}" srcOrd="0" destOrd="0" presId="urn:microsoft.com/office/officeart/2005/8/layout/orgChart1"/>
    <dgm:cxn modelId="{80FC2489-BB71-4ACA-80F4-B15E34E41EF6}" type="presOf" srcId="{1AECB17E-838C-4B61-AF88-A027BFDAA40C}" destId="{A735BF25-6924-4492-BF62-D79C2466A931}" srcOrd="1" destOrd="0" presId="urn:microsoft.com/office/officeart/2005/8/layout/orgChart1"/>
    <dgm:cxn modelId="{1600678F-41E7-4DD6-979F-E4551A0AB4CF}" type="presOf" srcId="{68B419CB-74B6-4AAF-A352-86D9678EE829}" destId="{F30AC8C3-D497-466A-B75A-C606B82B8324}" srcOrd="0" destOrd="0" presId="urn:microsoft.com/office/officeart/2005/8/layout/orgChart1"/>
    <dgm:cxn modelId="{DAF9B58F-69A0-400F-952B-13A5E9EE4E66}" type="presOf" srcId="{1AECB17E-838C-4B61-AF88-A027BFDAA40C}" destId="{930A846F-606E-4945-A529-DFB481CBD095}" srcOrd="0" destOrd="0" presId="urn:microsoft.com/office/officeart/2005/8/layout/orgChart1"/>
    <dgm:cxn modelId="{F35D5290-E7E0-4FE2-9338-C2A14FB0FE6F}" srcId="{68B419CB-74B6-4AAF-A352-86D9678EE829}" destId="{64A152A2-C09D-442C-B14A-7B47BD8B6004}" srcOrd="0" destOrd="0" parTransId="{C50D0050-9177-4740-8B9B-2609A792E3AA}" sibTransId="{20B6C145-6A5C-4B32-849D-7D9FBEEBDC4A}"/>
    <dgm:cxn modelId="{4FBDEF95-236E-43E3-B102-2225FAD3C0DF}" type="presOf" srcId="{4D852D40-ED99-4189-B9C1-33E9854A3434}" destId="{EDB9CA76-08A3-49B5-A684-783A73420A51}" srcOrd="0" destOrd="0" presId="urn:microsoft.com/office/officeart/2005/8/layout/orgChart1"/>
    <dgm:cxn modelId="{EAE26297-1FA5-4E73-89B8-860FEDAB2B1C}" type="presOf" srcId="{0AB96D2E-E48B-4D0A-8285-191B146EEA31}" destId="{09878179-FA4B-4EF2-9E31-796A726F7ACD}" srcOrd="0" destOrd="0" presId="urn:microsoft.com/office/officeart/2005/8/layout/orgChart1"/>
    <dgm:cxn modelId="{32DB1E98-4E6D-41BB-9552-A6B3BFF51413}" type="presOf" srcId="{64A152A2-C09D-442C-B14A-7B47BD8B6004}" destId="{8F238913-53C5-4D2A-8054-6ADD18ABEAFD}" srcOrd="1" destOrd="0" presId="urn:microsoft.com/office/officeart/2005/8/layout/orgChart1"/>
    <dgm:cxn modelId="{114719A1-E1A8-45DB-A662-9F47CC9D51AB}" type="presOf" srcId="{4D852D40-ED99-4189-B9C1-33E9854A3434}" destId="{D8CA1A72-EEC6-4A67-B07C-1F3A9D0292D3}" srcOrd="1" destOrd="0" presId="urn:microsoft.com/office/officeart/2005/8/layout/orgChart1"/>
    <dgm:cxn modelId="{D219A9B5-7055-49A6-B5B2-7398249DA556}" type="presOf" srcId="{68B419CB-74B6-4AAF-A352-86D9678EE829}" destId="{3F0B933D-17CB-45CA-8C15-1D5F2777CEE0}" srcOrd="1" destOrd="0" presId="urn:microsoft.com/office/officeart/2005/8/layout/orgChart1"/>
    <dgm:cxn modelId="{978296BA-BBFE-43F3-97A8-4530B53EC440}" type="presOf" srcId="{07580C61-C847-490C-BB87-F89D48EB56F9}" destId="{273957AD-D63A-4185-AEEC-E88CED0B03A2}" srcOrd="0" destOrd="0" presId="urn:microsoft.com/office/officeart/2005/8/layout/orgChart1"/>
    <dgm:cxn modelId="{941E3AC9-018F-419A-8842-51BF550090D5}" srcId="{4D852D40-ED99-4189-B9C1-33E9854A3434}" destId="{2FF7F9F2-DBCB-4305-9E5B-0BC4C1C8DDF6}" srcOrd="0" destOrd="0" parTransId="{4CCA449F-E294-4121-A6C8-2FF261BC6433}" sibTransId="{6D9F8E08-76F3-4DE3-B053-835BD2F7CD41}"/>
    <dgm:cxn modelId="{EBE4E7CA-D3F8-4FFD-B131-1EFC31522FF7}" srcId="{2B215C22-37B6-41A8-B010-99A2402F1356}" destId="{4D852D40-ED99-4189-B9C1-33E9854A3434}" srcOrd="0" destOrd="0" parTransId="{694E7E76-EF4C-430C-A895-45DADCC93AA2}" sibTransId="{77E3200E-48B5-4111-948F-C4EBE79D55F5}"/>
    <dgm:cxn modelId="{294B76CB-9A29-440F-B06A-C196B5EE6C87}" srcId="{C4A4298C-251B-4988-8FEB-F42F7074A3F3}" destId="{02884397-0C7B-42B5-A9CF-CAD4EE4B48C4}" srcOrd="0" destOrd="0" parTransId="{785BD69B-C007-4ABF-A8B8-CCF607092C65}" sibTransId="{BFD47C48-A4B0-4F1D-8CB4-7168F1AD1241}"/>
    <dgm:cxn modelId="{61B2B5CE-7F5B-4A3C-81D2-AB08C1A97B77}" type="presOf" srcId="{2B215C22-37B6-41A8-B010-99A2402F1356}" destId="{603A50EA-FAB7-4FE7-8496-FBA0F180D7DC}" srcOrd="0" destOrd="0" presId="urn:microsoft.com/office/officeart/2005/8/layout/orgChart1"/>
    <dgm:cxn modelId="{300C1FCF-C0B8-4116-9542-E19AE136006E}" srcId="{01E75E7E-715A-4AD9-8FC4-52A969ED4887}" destId="{68B419CB-74B6-4AAF-A352-86D9678EE829}" srcOrd="1" destOrd="0" parTransId="{0AB96D2E-E48B-4D0A-8285-191B146EEA31}" sibTransId="{92F44C0A-B716-43FE-BE90-F362DD6DEB92}"/>
    <dgm:cxn modelId="{94BEB6EC-E366-4D31-AAA6-720D46974ACB}" srcId="{2FF7F9F2-DBCB-4305-9E5B-0BC4C1C8DDF6}" destId="{01E75E7E-715A-4AD9-8FC4-52A969ED4887}" srcOrd="0" destOrd="0" parTransId="{CF7EA6F5-3673-49ED-899B-7626F7AF8CF8}" sibTransId="{986049E5-291A-4C3C-9DB6-0F25E95E961D}"/>
    <dgm:cxn modelId="{61178EEE-B052-45D1-B678-A9391F3234E9}" type="presOf" srcId="{01E75E7E-715A-4AD9-8FC4-52A969ED4887}" destId="{93493376-6C6A-4066-BFD7-B4F092CF8F61}" srcOrd="0" destOrd="0" presId="urn:microsoft.com/office/officeart/2005/8/layout/orgChart1"/>
    <dgm:cxn modelId="{EA66EBF1-1E5E-4212-806B-F4FB3D1632AF}" type="presOf" srcId="{C4A4298C-251B-4988-8FEB-F42F7074A3F3}" destId="{DDB42ABC-0BF4-4BAE-9695-0110B833FE00}" srcOrd="1" destOrd="0" presId="urn:microsoft.com/office/officeart/2005/8/layout/orgChart1"/>
    <dgm:cxn modelId="{2A2E76F3-E095-4BA7-8BF0-57FE02F41385}" type="presOf" srcId="{C4A4298C-251B-4988-8FEB-F42F7074A3F3}" destId="{9EBF5A4D-FD52-410A-B05F-2E902B61DE2F}" srcOrd="0" destOrd="0" presId="urn:microsoft.com/office/officeart/2005/8/layout/orgChart1"/>
    <dgm:cxn modelId="{52D525F5-1D57-415F-98A6-8AD52D7D0B3A}" type="presOf" srcId="{02884397-0C7B-42B5-A9CF-CAD4EE4B48C4}" destId="{0890508E-95E1-47A0-9388-A60F428B7A8F}" srcOrd="1" destOrd="0" presId="urn:microsoft.com/office/officeart/2005/8/layout/orgChart1"/>
    <dgm:cxn modelId="{AC35B7FE-67F5-4EFB-8B57-0A191823E09C}" srcId="{1AECB17E-838C-4B61-AF88-A027BFDAA40C}" destId="{C4A4298C-251B-4988-8FEB-F42F7074A3F3}" srcOrd="0" destOrd="0" parTransId="{647D9A1E-D280-40CE-8673-699D07361C9C}" sibTransId="{0F43A59F-8B49-4893-A188-4193255AC8DB}"/>
    <dgm:cxn modelId="{5FBC50CE-31F7-4415-9EB4-966599257B07}" type="presParOf" srcId="{603A50EA-FAB7-4FE7-8496-FBA0F180D7DC}" destId="{5A78240B-C3B4-4C98-8612-D8DC83E028C5}" srcOrd="0" destOrd="0" presId="urn:microsoft.com/office/officeart/2005/8/layout/orgChart1"/>
    <dgm:cxn modelId="{1FE53A80-CE24-4BB2-8A29-7F153F58B612}" type="presParOf" srcId="{5A78240B-C3B4-4C98-8612-D8DC83E028C5}" destId="{E7D4C646-821B-4092-9891-5DDB5FA2A73F}" srcOrd="0" destOrd="0" presId="urn:microsoft.com/office/officeart/2005/8/layout/orgChart1"/>
    <dgm:cxn modelId="{08C7D9D8-3525-49DB-8416-E8692458201B}" type="presParOf" srcId="{E7D4C646-821B-4092-9891-5DDB5FA2A73F}" destId="{EDB9CA76-08A3-49B5-A684-783A73420A51}" srcOrd="0" destOrd="0" presId="urn:microsoft.com/office/officeart/2005/8/layout/orgChart1"/>
    <dgm:cxn modelId="{C1BFEFB0-6226-4B70-8E57-FF723AFC3A01}" type="presParOf" srcId="{E7D4C646-821B-4092-9891-5DDB5FA2A73F}" destId="{D8CA1A72-EEC6-4A67-B07C-1F3A9D0292D3}" srcOrd="1" destOrd="0" presId="urn:microsoft.com/office/officeart/2005/8/layout/orgChart1"/>
    <dgm:cxn modelId="{4A4B5407-E067-46BA-A7B4-77501EE683F1}" type="presParOf" srcId="{5A78240B-C3B4-4C98-8612-D8DC83E028C5}" destId="{015F5C41-345B-4A1B-B2C7-A0FBF8B06001}" srcOrd="1" destOrd="0" presId="urn:microsoft.com/office/officeart/2005/8/layout/orgChart1"/>
    <dgm:cxn modelId="{5B65A5D0-C88F-4C56-A33C-9400BCCABB5B}" type="presParOf" srcId="{015F5C41-345B-4A1B-B2C7-A0FBF8B06001}" destId="{EDBAD380-BF7C-48EB-8466-1F1ADC0BBB36}" srcOrd="0" destOrd="0" presId="urn:microsoft.com/office/officeart/2005/8/layout/orgChart1"/>
    <dgm:cxn modelId="{E1CECDFD-C0E9-4D51-9769-B2A1F93AA6A8}" type="presParOf" srcId="{015F5C41-345B-4A1B-B2C7-A0FBF8B06001}" destId="{F5DEE1B1-97FB-4209-B4E4-D3C446F6FE31}" srcOrd="1" destOrd="0" presId="urn:microsoft.com/office/officeart/2005/8/layout/orgChart1"/>
    <dgm:cxn modelId="{EBC676EC-1924-4CB5-9D2C-137952E8D9C4}" type="presParOf" srcId="{F5DEE1B1-97FB-4209-B4E4-D3C446F6FE31}" destId="{17B1ACE3-E744-4288-8BAA-A3D6B32A53D9}" srcOrd="0" destOrd="0" presId="urn:microsoft.com/office/officeart/2005/8/layout/orgChart1"/>
    <dgm:cxn modelId="{EE356F54-5E54-4B38-8106-58C7D074111D}" type="presParOf" srcId="{17B1ACE3-E744-4288-8BAA-A3D6B32A53D9}" destId="{D1ADDE9F-58AA-4D74-AB63-6A8D77C95BF6}" srcOrd="0" destOrd="0" presId="urn:microsoft.com/office/officeart/2005/8/layout/orgChart1"/>
    <dgm:cxn modelId="{82D2479A-DD25-4EB2-859C-E4D8C69AC9C8}" type="presParOf" srcId="{17B1ACE3-E744-4288-8BAA-A3D6B32A53D9}" destId="{BA35D856-F5F7-47DE-99F7-AAEC89AA1F5F}" srcOrd="1" destOrd="0" presId="urn:microsoft.com/office/officeart/2005/8/layout/orgChart1"/>
    <dgm:cxn modelId="{E9257C9A-B073-41C0-A93A-4B0C3543F8AB}" type="presParOf" srcId="{F5DEE1B1-97FB-4209-B4E4-D3C446F6FE31}" destId="{8F347E44-EF16-4FF6-8FF0-2C6546473192}" srcOrd="1" destOrd="0" presId="urn:microsoft.com/office/officeart/2005/8/layout/orgChart1"/>
    <dgm:cxn modelId="{4BFAA464-4165-42FA-AC04-8A56EACCD4AC}" type="presParOf" srcId="{8F347E44-EF16-4FF6-8FF0-2C6546473192}" destId="{BBA9A3C4-8F4A-4BA9-B75E-8812FC5593B9}" srcOrd="0" destOrd="0" presId="urn:microsoft.com/office/officeart/2005/8/layout/orgChart1"/>
    <dgm:cxn modelId="{C5E95AE0-AD9B-4C6C-A98B-87FB9A03DAC1}" type="presParOf" srcId="{8F347E44-EF16-4FF6-8FF0-2C6546473192}" destId="{83C5ECA9-396F-474D-893E-7386C6A4EFEB}" srcOrd="1" destOrd="0" presId="urn:microsoft.com/office/officeart/2005/8/layout/orgChart1"/>
    <dgm:cxn modelId="{F8BC1695-5516-4601-9D4E-A8EBB0F7CE6E}" type="presParOf" srcId="{83C5ECA9-396F-474D-893E-7386C6A4EFEB}" destId="{86F65F54-E16F-4D7F-BF66-AFA2921CCE88}" srcOrd="0" destOrd="0" presId="urn:microsoft.com/office/officeart/2005/8/layout/orgChart1"/>
    <dgm:cxn modelId="{338AECD9-BD40-4860-ABB2-6BD98E446160}" type="presParOf" srcId="{86F65F54-E16F-4D7F-BF66-AFA2921CCE88}" destId="{93493376-6C6A-4066-BFD7-B4F092CF8F61}" srcOrd="0" destOrd="0" presId="urn:microsoft.com/office/officeart/2005/8/layout/orgChart1"/>
    <dgm:cxn modelId="{FD51908F-CEDE-440B-A6BB-D70ACBAD8172}" type="presParOf" srcId="{86F65F54-E16F-4D7F-BF66-AFA2921CCE88}" destId="{65FBE878-4240-4416-BFE2-E75825494BC3}" srcOrd="1" destOrd="0" presId="urn:microsoft.com/office/officeart/2005/8/layout/orgChart1"/>
    <dgm:cxn modelId="{2CE77845-3DBA-416B-811C-E8E463DD69D9}" type="presParOf" srcId="{83C5ECA9-396F-474D-893E-7386C6A4EFEB}" destId="{735169F0-3477-4878-9A66-099984A2C5F9}" srcOrd="1" destOrd="0" presId="urn:microsoft.com/office/officeart/2005/8/layout/orgChart1"/>
    <dgm:cxn modelId="{6CE37E72-A8E3-44C6-AC14-5FE28495DC4F}" type="presParOf" srcId="{735169F0-3477-4878-9A66-099984A2C5F9}" destId="{D3DB6B5F-35D5-494E-AE30-5C0298B5A97D}" srcOrd="0" destOrd="0" presId="urn:microsoft.com/office/officeart/2005/8/layout/orgChart1"/>
    <dgm:cxn modelId="{51FC5183-92A9-480F-9FA9-32120C286A4F}" type="presParOf" srcId="{735169F0-3477-4878-9A66-099984A2C5F9}" destId="{053F28E7-1BD8-4FAE-B24E-3F9968CE3D3E}" srcOrd="1" destOrd="0" presId="urn:microsoft.com/office/officeart/2005/8/layout/orgChart1"/>
    <dgm:cxn modelId="{640EA3CB-B51D-4B3C-A77B-3FC99CB6EE09}" type="presParOf" srcId="{053F28E7-1BD8-4FAE-B24E-3F9968CE3D3E}" destId="{478556C1-75C6-46FC-952A-EBE403FD9652}" srcOrd="0" destOrd="0" presId="urn:microsoft.com/office/officeart/2005/8/layout/orgChart1"/>
    <dgm:cxn modelId="{F05EDA70-B6AF-4997-B26F-B0F97FD7FE92}" type="presParOf" srcId="{478556C1-75C6-46FC-952A-EBE403FD9652}" destId="{930A846F-606E-4945-A529-DFB481CBD095}" srcOrd="0" destOrd="0" presId="urn:microsoft.com/office/officeart/2005/8/layout/orgChart1"/>
    <dgm:cxn modelId="{4D84968F-B308-4872-AF69-6E5419900D51}" type="presParOf" srcId="{478556C1-75C6-46FC-952A-EBE403FD9652}" destId="{A735BF25-6924-4492-BF62-D79C2466A931}" srcOrd="1" destOrd="0" presId="urn:microsoft.com/office/officeart/2005/8/layout/orgChart1"/>
    <dgm:cxn modelId="{55FB2AF4-6F06-4734-9F3C-0E170740DB16}" type="presParOf" srcId="{053F28E7-1BD8-4FAE-B24E-3F9968CE3D3E}" destId="{83A6CC29-E07D-427C-AEA3-E6BD7A9B1DBC}" srcOrd="1" destOrd="0" presId="urn:microsoft.com/office/officeart/2005/8/layout/orgChart1"/>
    <dgm:cxn modelId="{FABE62C5-CF8E-42A3-B067-39788BA72A41}" type="presParOf" srcId="{83A6CC29-E07D-427C-AEA3-E6BD7A9B1DBC}" destId="{9350A976-1D65-49F8-9ADB-0799651B9AC8}" srcOrd="0" destOrd="0" presId="urn:microsoft.com/office/officeart/2005/8/layout/orgChart1"/>
    <dgm:cxn modelId="{68BBCBB8-174F-460C-A35A-1A84BB438BE6}" type="presParOf" srcId="{83A6CC29-E07D-427C-AEA3-E6BD7A9B1DBC}" destId="{E99B0386-16F0-42BD-84B3-4E360A28C190}" srcOrd="1" destOrd="0" presId="urn:microsoft.com/office/officeart/2005/8/layout/orgChart1"/>
    <dgm:cxn modelId="{EAE78594-92A0-4E77-98CD-FC2D55217519}" type="presParOf" srcId="{E99B0386-16F0-42BD-84B3-4E360A28C190}" destId="{01C4A99D-D184-40B4-A389-7466D5C5C9CB}" srcOrd="0" destOrd="0" presId="urn:microsoft.com/office/officeart/2005/8/layout/orgChart1"/>
    <dgm:cxn modelId="{CA345263-F568-43B7-8135-857BB0392E2C}" type="presParOf" srcId="{01C4A99D-D184-40B4-A389-7466D5C5C9CB}" destId="{9EBF5A4D-FD52-410A-B05F-2E902B61DE2F}" srcOrd="0" destOrd="0" presId="urn:microsoft.com/office/officeart/2005/8/layout/orgChart1"/>
    <dgm:cxn modelId="{CB823F84-499D-4865-8C43-074EEF186C2A}" type="presParOf" srcId="{01C4A99D-D184-40B4-A389-7466D5C5C9CB}" destId="{DDB42ABC-0BF4-4BAE-9695-0110B833FE00}" srcOrd="1" destOrd="0" presId="urn:microsoft.com/office/officeart/2005/8/layout/orgChart1"/>
    <dgm:cxn modelId="{A86EE75B-3D92-42D9-9AD9-C732AF8EBFE3}" type="presParOf" srcId="{E99B0386-16F0-42BD-84B3-4E360A28C190}" destId="{3AB85466-7E3D-4A69-B29A-AFD09AB52C49}" srcOrd="1" destOrd="0" presId="urn:microsoft.com/office/officeart/2005/8/layout/orgChart1"/>
    <dgm:cxn modelId="{3247D6AE-1148-41B6-83AC-C87B4E378DAC}" type="presParOf" srcId="{3AB85466-7E3D-4A69-B29A-AFD09AB52C49}" destId="{CBEE245D-52F5-4678-A40C-1DAEAFC1725D}" srcOrd="0" destOrd="0" presId="urn:microsoft.com/office/officeart/2005/8/layout/orgChart1"/>
    <dgm:cxn modelId="{EE261ED5-56CF-4E00-8702-072EA361987A}" type="presParOf" srcId="{3AB85466-7E3D-4A69-B29A-AFD09AB52C49}" destId="{B520D825-E920-488F-A19D-B190D666A77C}" srcOrd="1" destOrd="0" presId="urn:microsoft.com/office/officeart/2005/8/layout/orgChart1"/>
    <dgm:cxn modelId="{8940026D-18D4-4FC0-A3EE-68D0DA593C38}" type="presParOf" srcId="{B520D825-E920-488F-A19D-B190D666A77C}" destId="{DB108A19-DF0B-4C8C-B07D-913D846B7BC2}" srcOrd="0" destOrd="0" presId="urn:microsoft.com/office/officeart/2005/8/layout/orgChart1"/>
    <dgm:cxn modelId="{2D637C9A-7A8D-4B8A-919E-7BC64231E2FC}" type="presParOf" srcId="{DB108A19-DF0B-4C8C-B07D-913D846B7BC2}" destId="{6A561B92-FFB3-4CD3-9B75-45E95CA79EB6}" srcOrd="0" destOrd="0" presId="urn:microsoft.com/office/officeart/2005/8/layout/orgChart1"/>
    <dgm:cxn modelId="{D1CC01A5-3986-46DE-BC67-27F5C03B4341}" type="presParOf" srcId="{DB108A19-DF0B-4C8C-B07D-913D846B7BC2}" destId="{0890508E-95E1-47A0-9388-A60F428B7A8F}" srcOrd="1" destOrd="0" presId="urn:microsoft.com/office/officeart/2005/8/layout/orgChart1"/>
    <dgm:cxn modelId="{82188A1C-FD2F-4819-BD69-034AD4C2FAF3}" type="presParOf" srcId="{B520D825-E920-488F-A19D-B190D666A77C}" destId="{DF44592A-569A-4700-BD4D-A1607E618424}" srcOrd="1" destOrd="0" presId="urn:microsoft.com/office/officeart/2005/8/layout/orgChart1"/>
    <dgm:cxn modelId="{AD94E4C2-E463-4BC7-BFA4-25E4914CE233}" type="presParOf" srcId="{DF44592A-569A-4700-BD4D-A1607E618424}" destId="{273957AD-D63A-4185-AEEC-E88CED0B03A2}" srcOrd="0" destOrd="0" presId="urn:microsoft.com/office/officeart/2005/8/layout/orgChart1"/>
    <dgm:cxn modelId="{07A624CE-69C9-454A-8A86-DF2F86DF1158}" type="presParOf" srcId="{DF44592A-569A-4700-BD4D-A1607E618424}" destId="{8741B6DA-A2B1-4BC9-9681-2D3EAB26D749}" srcOrd="1" destOrd="0" presId="urn:microsoft.com/office/officeart/2005/8/layout/orgChart1"/>
    <dgm:cxn modelId="{6B15CE98-8E44-4D12-8260-78550FE76989}" type="presParOf" srcId="{8741B6DA-A2B1-4BC9-9681-2D3EAB26D749}" destId="{536D75FE-BF4F-4675-B24B-51ED320EC3B4}" srcOrd="0" destOrd="0" presId="urn:microsoft.com/office/officeart/2005/8/layout/orgChart1"/>
    <dgm:cxn modelId="{7C49C4EF-3E1B-431B-8203-D41A36AB9977}" type="presParOf" srcId="{536D75FE-BF4F-4675-B24B-51ED320EC3B4}" destId="{0BA6833D-9753-48E4-921E-E2A207573342}" srcOrd="0" destOrd="0" presId="urn:microsoft.com/office/officeart/2005/8/layout/orgChart1"/>
    <dgm:cxn modelId="{3F7C1859-E0F6-4109-8AC3-479502324246}" type="presParOf" srcId="{536D75FE-BF4F-4675-B24B-51ED320EC3B4}" destId="{E2CB293D-418E-47FF-8988-E7F7E158D64D}" srcOrd="1" destOrd="0" presId="urn:microsoft.com/office/officeart/2005/8/layout/orgChart1"/>
    <dgm:cxn modelId="{4874D8EB-AF1F-4988-B00E-C38B3BCC8F9F}" type="presParOf" srcId="{8741B6DA-A2B1-4BC9-9681-2D3EAB26D749}" destId="{8535761C-C12B-42AB-B527-E3AD91FD0BB1}" srcOrd="1" destOrd="0" presId="urn:microsoft.com/office/officeart/2005/8/layout/orgChart1"/>
    <dgm:cxn modelId="{7D096BEC-A9D5-40A8-B204-EF7F0762F779}" type="presParOf" srcId="{8741B6DA-A2B1-4BC9-9681-2D3EAB26D749}" destId="{530560CE-9162-497F-B24F-D00A952E68F9}" srcOrd="2" destOrd="0" presId="urn:microsoft.com/office/officeart/2005/8/layout/orgChart1"/>
    <dgm:cxn modelId="{E4BCAA7B-EF48-4DD4-9510-D5145B606BAE}" type="presParOf" srcId="{B520D825-E920-488F-A19D-B190D666A77C}" destId="{1627E4D6-8FB9-496C-B100-02186FA4C0AB}" srcOrd="2" destOrd="0" presId="urn:microsoft.com/office/officeart/2005/8/layout/orgChart1"/>
    <dgm:cxn modelId="{190B20DA-1B13-402D-9FE1-D76625D483D4}" type="presParOf" srcId="{E99B0386-16F0-42BD-84B3-4E360A28C190}" destId="{63C7B206-9AF9-4506-A579-7CEAB5FB02FC}" srcOrd="2" destOrd="0" presId="urn:microsoft.com/office/officeart/2005/8/layout/orgChart1"/>
    <dgm:cxn modelId="{5C1B5A62-38D3-47D3-A9B4-C87A15949BF1}" type="presParOf" srcId="{053F28E7-1BD8-4FAE-B24E-3F9968CE3D3E}" destId="{1FAC48F4-850B-4C81-A50D-93E750ADFF11}" srcOrd="2" destOrd="0" presId="urn:microsoft.com/office/officeart/2005/8/layout/orgChart1"/>
    <dgm:cxn modelId="{F19ADC31-1BF3-440D-B00C-EC5B86746841}" type="presParOf" srcId="{735169F0-3477-4878-9A66-099984A2C5F9}" destId="{09878179-FA4B-4EF2-9E31-796A726F7ACD}" srcOrd="2" destOrd="0" presId="urn:microsoft.com/office/officeart/2005/8/layout/orgChart1"/>
    <dgm:cxn modelId="{5228A548-BE13-436E-AE96-BE73F3C6FD60}" type="presParOf" srcId="{735169F0-3477-4878-9A66-099984A2C5F9}" destId="{07C95EA5-72A0-4A5B-9CA0-FBB8B5B4D366}" srcOrd="3" destOrd="0" presId="urn:microsoft.com/office/officeart/2005/8/layout/orgChart1"/>
    <dgm:cxn modelId="{80790C24-10A6-495B-9DCB-7D789987FB1C}" type="presParOf" srcId="{07C95EA5-72A0-4A5B-9CA0-FBB8B5B4D366}" destId="{12691941-A783-4416-B5D4-5F344D101041}" srcOrd="0" destOrd="0" presId="urn:microsoft.com/office/officeart/2005/8/layout/orgChart1"/>
    <dgm:cxn modelId="{919D9A21-6775-4765-9DB2-B9DED518BCFA}" type="presParOf" srcId="{12691941-A783-4416-B5D4-5F344D101041}" destId="{F30AC8C3-D497-466A-B75A-C606B82B8324}" srcOrd="0" destOrd="0" presId="urn:microsoft.com/office/officeart/2005/8/layout/orgChart1"/>
    <dgm:cxn modelId="{7563948B-24AE-45E5-AAEF-D23D6BA748A0}" type="presParOf" srcId="{12691941-A783-4416-B5D4-5F344D101041}" destId="{3F0B933D-17CB-45CA-8C15-1D5F2777CEE0}" srcOrd="1" destOrd="0" presId="urn:microsoft.com/office/officeart/2005/8/layout/orgChart1"/>
    <dgm:cxn modelId="{88BA1211-6DF2-465B-BAA3-BE946AF0731C}" type="presParOf" srcId="{07C95EA5-72A0-4A5B-9CA0-FBB8B5B4D366}" destId="{99E80C00-1D17-4A94-B558-20615C26177A}" srcOrd="1" destOrd="0" presId="urn:microsoft.com/office/officeart/2005/8/layout/orgChart1"/>
    <dgm:cxn modelId="{FAE5DD88-6A0B-43E6-B4A2-2ECBC09376F3}" type="presParOf" srcId="{99E80C00-1D17-4A94-B558-20615C26177A}" destId="{E83CB9FE-6468-4F6E-B16F-DAC4143BB742}" srcOrd="0" destOrd="0" presId="urn:microsoft.com/office/officeart/2005/8/layout/orgChart1"/>
    <dgm:cxn modelId="{660E6548-761C-4C0D-9734-EC2B3CCFFAC6}" type="presParOf" srcId="{99E80C00-1D17-4A94-B558-20615C26177A}" destId="{5CE07CA1-4E10-4E8D-9F35-863C57D1C6E1}" srcOrd="1" destOrd="0" presId="urn:microsoft.com/office/officeart/2005/8/layout/orgChart1"/>
    <dgm:cxn modelId="{ACDE5BA9-16CD-4E6D-B136-EE809CF02CEA}" type="presParOf" srcId="{5CE07CA1-4E10-4E8D-9F35-863C57D1C6E1}" destId="{E03758FE-E867-4AEB-A71C-28FC136AA5B0}" srcOrd="0" destOrd="0" presId="urn:microsoft.com/office/officeart/2005/8/layout/orgChart1"/>
    <dgm:cxn modelId="{5C3BD1B8-D433-4758-9E84-1A8CEC9DF555}" type="presParOf" srcId="{E03758FE-E867-4AEB-A71C-28FC136AA5B0}" destId="{7D01388F-B2BF-4996-ACB4-61FD98173BE4}" srcOrd="0" destOrd="0" presId="urn:microsoft.com/office/officeart/2005/8/layout/orgChart1"/>
    <dgm:cxn modelId="{57DEDD4C-E264-4BB7-A15D-0FB260F0D3AC}" type="presParOf" srcId="{E03758FE-E867-4AEB-A71C-28FC136AA5B0}" destId="{8F238913-53C5-4D2A-8054-6ADD18ABEAFD}" srcOrd="1" destOrd="0" presId="urn:microsoft.com/office/officeart/2005/8/layout/orgChart1"/>
    <dgm:cxn modelId="{EAD7CC8C-FC13-42D7-B732-44CFB8C7C864}" type="presParOf" srcId="{5CE07CA1-4E10-4E8D-9F35-863C57D1C6E1}" destId="{0508C3E8-0C3A-46F1-8812-F57498FDBB09}" srcOrd="1" destOrd="0" presId="urn:microsoft.com/office/officeart/2005/8/layout/orgChart1"/>
    <dgm:cxn modelId="{14ABF1DD-07B4-451B-B851-717981662F45}" type="presParOf" srcId="{5CE07CA1-4E10-4E8D-9F35-863C57D1C6E1}" destId="{66017D47-8F28-4F3D-B18E-A11F32B1BEBA}" srcOrd="2" destOrd="0" presId="urn:microsoft.com/office/officeart/2005/8/layout/orgChart1"/>
    <dgm:cxn modelId="{6CA05F2E-D8DD-4B4E-88B6-EC40F75D79CD}" type="presParOf" srcId="{07C95EA5-72A0-4A5B-9CA0-FBB8B5B4D366}" destId="{76CFD1C5-05EB-494A-B2D7-F3D58B33B201}" srcOrd="2" destOrd="0" presId="urn:microsoft.com/office/officeart/2005/8/layout/orgChart1"/>
    <dgm:cxn modelId="{4697DF31-E373-405A-B620-682D1E8D3113}" type="presParOf" srcId="{83C5ECA9-396F-474D-893E-7386C6A4EFEB}" destId="{0EA20DC5-418B-4D8E-A5BB-678696C71A18}" srcOrd="2" destOrd="0" presId="urn:microsoft.com/office/officeart/2005/8/layout/orgChart1"/>
    <dgm:cxn modelId="{32092214-7C8E-42A0-95A9-A7D28397D8EA}" type="presParOf" srcId="{F5DEE1B1-97FB-4209-B4E4-D3C446F6FE31}" destId="{66317122-86D0-437C-A091-E1DD2B70810C}" srcOrd="2" destOrd="0" presId="urn:microsoft.com/office/officeart/2005/8/layout/orgChart1"/>
    <dgm:cxn modelId="{4C36E368-EDED-4E92-ABE5-22F89D134FBB}" type="presParOf" srcId="{5A78240B-C3B4-4C98-8612-D8DC83E028C5}" destId="{0F27DADE-B314-430D-A551-EF23A1BF9A4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3D9B328-2691-478C-A990-4DF6ACA7F3B9}" type="doc">
      <dgm:prSet loTypeId="urn:microsoft.com/office/officeart/2005/8/layout/hierarchy6" loCatId="hierarchy" qsTypeId="urn:microsoft.com/office/officeart/2005/8/quickstyle/simple1" qsCatId="simple" csTypeId="urn:microsoft.com/office/officeart/2005/8/colors/accent1_4" csCatId="accent1" phldr="1"/>
      <dgm:spPr/>
      <dgm:t>
        <a:bodyPr/>
        <a:lstStyle/>
        <a:p>
          <a:endParaRPr lang="de-DE"/>
        </a:p>
      </dgm:t>
    </dgm:pt>
    <dgm:pt modelId="{044E7E76-C602-450A-9722-FBE00548FA12}">
      <dgm:prSet phldrT="[Text]"/>
      <dgm:spPr/>
      <dgm:t>
        <a:bodyPr/>
        <a:lstStyle/>
        <a:p>
          <a:r>
            <a:rPr lang="de-DE"/>
            <a:t>Drei Modelle</a:t>
          </a:r>
        </a:p>
      </dgm:t>
    </dgm:pt>
    <dgm:pt modelId="{B571D3F0-7E7A-46AD-BE0A-1DF73EE5888C}" type="parTrans" cxnId="{48BD7DA9-670B-487C-81A7-2150B21EEE22}">
      <dgm:prSet/>
      <dgm:spPr/>
      <dgm:t>
        <a:bodyPr/>
        <a:lstStyle/>
        <a:p>
          <a:endParaRPr lang="de-DE"/>
        </a:p>
      </dgm:t>
    </dgm:pt>
    <dgm:pt modelId="{89822D35-99A4-4830-A638-E3459057C27D}" type="sibTrans" cxnId="{48BD7DA9-670B-487C-81A7-2150B21EEE22}">
      <dgm:prSet/>
      <dgm:spPr/>
      <dgm:t>
        <a:bodyPr/>
        <a:lstStyle/>
        <a:p>
          <a:endParaRPr lang="de-DE"/>
        </a:p>
      </dgm:t>
    </dgm:pt>
    <dgm:pt modelId="{AFCD2451-C2D5-4111-BF04-E74D1FD6FFF4}">
      <dgm:prSet phldrT="[Text]"/>
      <dgm:spPr/>
      <dgm:t>
        <a:bodyPr/>
        <a:lstStyle/>
        <a:p>
          <a:r>
            <a:rPr lang="de-DE"/>
            <a:t>1.Relational</a:t>
          </a:r>
        </a:p>
      </dgm:t>
    </dgm:pt>
    <dgm:pt modelId="{4537A31A-3D1E-448D-8742-9AB83B59ACAA}" type="parTrans" cxnId="{DEFBF4E8-212A-40E8-8EA3-2C0D1146D723}">
      <dgm:prSet/>
      <dgm:spPr/>
      <dgm:t>
        <a:bodyPr/>
        <a:lstStyle/>
        <a:p>
          <a:endParaRPr lang="de-DE"/>
        </a:p>
      </dgm:t>
    </dgm:pt>
    <dgm:pt modelId="{F79CB8B5-7282-4267-8776-8A16FC23DFDC}" type="sibTrans" cxnId="{DEFBF4E8-212A-40E8-8EA3-2C0D1146D723}">
      <dgm:prSet/>
      <dgm:spPr/>
      <dgm:t>
        <a:bodyPr/>
        <a:lstStyle/>
        <a:p>
          <a:endParaRPr lang="de-DE"/>
        </a:p>
      </dgm:t>
    </dgm:pt>
    <dgm:pt modelId="{8AD99129-B93E-4C86-87B2-0F1A946C33A6}">
      <dgm:prSet phldrT="[Text]"/>
      <dgm:spPr/>
      <dgm:t>
        <a:bodyPr/>
        <a:lstStyle/>
        <a:p>
          <a:r>
            <a:rPr lang="de-DE"/>
            <a:t>2.Vector</a:t>
          </a:r>
        </a:p>
      </dgm:t>
    </dgm:pt>
    <dgm:pt modelId="{84564E3C-02D7-4059-B2C3-227692E90FE9}" type="parTrans" cxnId="{EAC7D39C-994A-4137-9599-0702B04607C9}">
      <dgm:prSet/>
      <dgm:spPr/>
      <dgm:t>
        <a:bodyPr/>
        <a:lstStyle/>
        <a:p>
          <a:endParaRPr lang="de-DE"/>
        </a:p>
      </dgm:t>
    </dgm:pt>
    <dgm:pt modelId="{005221CC-E413-4E69-90AA-0BC67469186F}" type="sibTrans" cxnId="{EAC7D39C-994A-4137-9599-0702B04607C9}">
      <dgm:prSet/>
      <dgm:spPr/>
      <dgm:t>
        <a:bodyPr/>
        <a:lstStyle/>
        <a:p>
          <a:endParaRPr lang="de-DE"/>
        </a:p>
      </dgm:t>
    </dgm:pt>
    <dgm:pt modelId="{541929F1-6C97-41EE-98DF-92CA00A55EB3}">
      <dgm:prSet phldrT="[Text]"/>
      <dgm:spPr/>
      <dgm:t>
        <a:bodyPr/>
        <a:lstStyle/>
        <a:p>
          <a:r>
            <a:rPr lang="de-DE"/>
            <a:t>3.Graph</a:t>
          </a:r>
        </a:p>
      </dgm:t>
    </dgm:pt>
    <dgm:pt modelId="{353AA863-A2DC-43BA-B5B4-B2C25943CE4F}" type="parTrans" cxnId="{C3D8C779-8B87-4A4B-8ABB-881FD9FAD233}">
      <dgm:prSet/>
      <dgm:spPr/>
      <dgm:t>
        <a:bodyPr/>
        <a:lstStyle/>
        <a:p>
          <a:endParaRPr lang="de-DE"/>
        </a:p>
      </dgm:t>
    </dgm:pt>
    <dgm:pt modelId="{C21702C4-5D75-4CF6-891B-19C6D5BC3653}" type="sibTrans" cxnId="{C3D8C779-8B87-4A4B-8ABB-881FD9FAD233}">
      <dgm:prSet/>
      <dgm:spPr/>
      <dgm:t>
        <a:bodyPr/>
        <a:lstStyle/>
        <a:p>
          <a:endParaRPr lang="de-DE"/>
        </a:p>
      </dgm:t>
    </dgm:pt>
    <dgm:pt modelId="{7CD6D705-FD3C-4532-AAA5-A80F26DC9642}">
      <dgm:prSet phldrT="[Text]"/>
      <dgm:spPr/>
      <dgm:t>
        <a:bodyPr/>
        <a:lstStyle/>
        <a:p>
          <a:r>
            <a:rPr lang="de-DE"/>
            <a:t>Werte und Strukturen</a:t>
          </a:r>
        </a:p>
      </dgm:t>
    </dgm:pt>
    <dgm:pt modelId="{5785EB66-D861-4029-9BBB-16D8ACE33975}" type="parTrans" cxnId="{FBDB0D81-28E4-4C95-8D34-09297FCC7857}">
      <dgm:prSet/>
      <dgm:spPr/>
      <dgm:t>
        <a:bodyPr/>
        <a:lstStyle/>
        <a:p>
          <a:endParaRPr lang="de-DE"/>
        </a:p>
      </dgm:t>
    </dgm:pt>
    <dgm:pt modelId="{B99C0EE8-BC73-453F-BBA1-EE0A86E43120}" type="sibTrans" cxnId="{FBDB0D81-28E4-4C95-8D34-09297FCC7857}">
      <dgm:prSet/>
      <dgm:spPr/>
      <dgm:t>
        <a:bodyPr/>
        <a:lstStyle/>
        <a:p>
          <a:endParaRPr lang="de-DE"/>
        </a:p>
      </dgm:t>
    </dgm:pt>
    <dgm:pt modelId="{6E218CE5-FBC0-4320-8A54-B2A1A031F2B0}">
      <dgm:prSet phldrT="[Text]"/>
      <dgm:spPr/>
      <dgm:t>
        <a:bodyPr/>
        <a:lstStyle/>
        <a:p>
          <a:r>
            <a:rPr lang="de-DE"/>
            <a:t>Semantische Ähnlichkeit</a:t>
          </a:r>
        </a:p>
      </dgm:t>
    </dgm:pt>
    <dgm:pt modelId="{1FABA275-95A1-4DD5-9945-8EEB68D966BD}" type="parTrans" cxnId="{904DBC19-38D0-4F74-B790-979ED85A39BD}">
      <dgm:prSet/>
      <dgm:spPr/>
      <dgm:t>
        <a:bodyPr/>
        <a:lstStyle/>
        <a:p>
          <a:endParaRPr lang="de-DE"/>
        </a:p>
      </dgm:t>
    </dgm:pt>
    <dgm:pt modelId="{5DC8DBA7-F2BA-4A7C-A0FC-0FDE865DF26E}" type="sibTrans" cxnId="{904DBC19-38D0-4F74-B790-979ED85A39BD}">
      <dgm:prSet/>
      <dgm:spPr/>
      <dgm:t>
        <a:bodyPr/>
        <a:lstStyle/>
        <a:p>
          <a:endParaRPr lang="de-DE"/>
        </a:p>
      </dgm:t>
    </dgm:pt>
    <dgm:pt modelId="{E152031E-04DE-4F73-961B-F60F30EE4884}">
      <dgm:prSet phldrT="[Text]"/>
      <dgm:spPr/>
      <dgm:t>
        <a:bodyPr/>
        <a:lstStyle/>
        <a:p>
          <a:r>
            <a:rPr lang="de-DE"/>
            <a:t>Beziehungen</a:t>
          </a:r>
        </a:p>
      </dgm:t>
    </dgm:pt>
    <dgm:pt modelId="{80AD607B-0301-4C4C-AD41-4217B9EFFA9A}" type="parTrans" cxnId="{2E62F3F6-82C4-4FAE-97D0-D94311275F2B}">
      <dgm:prSet/>
      <dgm:spPr/>
      <dgm:t>
        <a:bodyPr/>
        <a:lstStyle/>
        <a:p>
          <a:endParaRPr lang="de-DE"/>
        </a:p>
      </dgm:t>
    </dgm:pt>
    <dgm:pt modelId="{0773320A-E250-4894-B549-DE7CC0F6A487}" type="sibTrans" cxnId="{2E62F3F6-82C4-4FAE-97D0-D94311275F2B}">
      <dgm:prSet/>
      <dgm:spPr/>
      <dgm:t>
        <a:bodyPr/>
        <a:lstStyle/>
        <a:p>
          <a:endParaRPr lang="de-DE"/>
        </a:p>
      </dgm:t>
    </dgm:pt>
    <dgm:pt modelId="{32B03B64-7605-41CD-9E9B-36D80B847631}" type="pres">
      <dgm:prSet presAssocID="{33D9B328-2691-478C-A990-4DF6ACA7F3B9}" presName="mainComposite" presStyleCnt="0">
        <dgm:presLayoutVars>
          <dgm:chPref val="1"/>
          <dgm:dir/>
          <dgm:animOne val="branch"/>
          <dgm:animLvl val="lvl"/>
          <dgm:resizeHandles val="exact"/>
        </dgm:presLayoutVars>
      </dgm:prSet>
      <dgm:spPr/>
    </dgm:pt>
    <dgm:pt modelId="{17281C6C-A1B0-45E3-97D1-1B18EFEEB71E}" type="pres">
      <dgm:prSet presAssocID="{33D9B328-2691-478C-A990-4DF6ACA7F3B9}" presName="hierFlow" presStyleCnt="0"/>
      <dgm:spPr/>
    </dgm:pt>
    <dgm:pt modelId="{46A78583-365A-425C-B4B6-17EF3779E3B9}" type="pres">
      <dgm:prSet presAssocID="{33D9B328-2691-478C-A990-4DF6ACA7F3B9}" presName="hierChild1" presStyleCnt="0">
        <dgm:presLayoutVars>
          <dgm:chPref val="1"/>
          <dgm:animOne val="branch"/>
          <dgm:animLvl val="lvl"/>
        </dgm:presLayoutVars>
      </dgm:prSet>
      <dgm:spPr/>
    </dgm:pt>
    <dgm:pt modelId="{6E646B80-8BEE-483F-A78F-704F976F54DE}" type="pres">
      <dgm:prSet presAssocID="{044E7E76-C602-450A-9722-FBE00548FA12}" presName="Name14" presStyleCnt="0"/>
      <dgm:spPr/>
    </dgm:pt>
    <dgm:pt modelId="{61F670C9-A703-45FD-A7DE-EEE27A6834D8}" type="pres">
      <dgm:prSet presAssocID="{044E7E76-C602-450A-9722-FBE00548FA12}" presName="level1Shape" presStyleLbl="node0" presStyleIdx="0" presStyleCnt="1">
        <dgm:presLayoutVars>
          <dgm:chPref val="3"/>
        </dgm:presLayoutVars>
      </dgm:prSet>
      <dgm:spPr/>
    </dgm:pt>
    <dgm:pt modelId="{CED800E5-EB27-4D2C-A8B3-64CFDC74937E}" type="pres">
      <dgm:prSet presAssocID="{044E7E76-C602-450A-9722-FBE00548FA12}" presName="hierChild2" presStyleCnt="0"/>
      <dgm:spPr/>
    </dgm:pt>
    <dgm:pt modelId="{DFD8C597-0D9B-4FF7-9A51-1653DE7FD273}" type="pres">
      <dgm:prSet presAssocID="{4537A31A-3D1E-448D-8742-9AB83B59ACAA}" presName="Name19" presStyleLbl="parChTrans1D2" presStyleIdx="0" presStyleCnt="3"/>
      <dgm:spPr/>
    </dgm:pt>
    <dgm:pt modelId="{7017559B-7BA3-4B9A-88BF-31AF6EF4922B}" type="pres">
      <dgm:prSet presAssocID="{AFCD2451-C2D5-4111-BF04-E74D1FD6FFF4}" presName="Name21" presStyleCnt="0"/>
      <dgm:spPr/>
    </dgm:pt>
    <dgm:pt modelId="{1DD56921-9038-42EE-826D-066903938211}" type="pres">
      <dgm:prSet presAssocID="{AFCD2451-C2D5-4111-BF04-E74D1FD6FFF4}" presName="level2Shape" presStyleLbl="node2" presStyleIdx="0" presStyleCnt="3"/>
      <dgm:spPr/>
    </dgm:pt>
    <dgm:pt modelId="{6C4C6897-48F1-450B-9B6D-10EC199BDC83}" type="pres">
      <dgm:prSet presAssocID="{AFCD2451-C2D5-4111-BF04-E74D1FD6FFF4}" presName="hierChild3" presStyleCnt="0"/>
      <dgm:spPr/>
    </dgm:pt>
    <dgm:pt modelId="{E4FDC60C-B7D7-4FA5-8CBA-0F209D505273}" type="pres">
      <dgm:prSet presAssocID="{5785EB66-D861-4029-9BBB-16D8ACE33975}" presName="Name19" presStyleLbl="parChTrans1D3" presStyleIdx="0" presStyleCnt="3"/>
      <dgm:spPr/>
    </dgm:pt>
    <dgm:pt modelId="{122FBEF0-2534-428B-BD25-72B592D3A066}" type="pres">
      <dgm:prSet presAssocID="{7CD6D705-FD3C-4532-AAA5-A80F26DC9642}" presName="Name21" presStyleCnt="0"/>
      <dgm:spPr/>
    </dgm:pt>
    <dgm:pt modelId="{DD1CF0E6-28DD-4760-A98C-470F4285ABAF}" type="pres">
      <dgm:prSet presAssocID="{7CD6D705-FD3C-4532-AAA5-A80F26DC9642}" presName="level2Shape" presStyleLbl="node3" presStyleIdx="0" presStyleCnt="3"/>
      <dgm:spPr/>
    </dgm:pt>
    <dgm:pt modelId="{FF5D2AEE-B4FA-40D1-8C6A-A93BD7839865}" type="pres">
      <dgm:prSet presAssocID="{7CD6D705-FD3C-4532-AAA5-A80F26DC9642}" presName="hierChild3" presStyleCnt="0"/>
      <dgm:spPr/>
    </dgm:pt>
    <dgm:pt modelId="{7769D4AA-044D-4F05-80A3-C1382C591EF8}" type="pres">
      <dgm:prSet presAssocID="{84564E3C-02D7-4059-B2C3-227692E90FE9}" presName="Name19" presStyleLbl="parChTrans1D2" presStyleIdx="1" presStyleCnt="3"/>
      <dgm:spPr/>
    </dgm:pt>
    <dgm:pt modelId="{15105EFA-6E80-4615-A20E-5681912646E9}" type="pres">
      <dgm:prSet presAssocID="{8AD99129-B93E-4C86-87B2-0F1A946C33A6}" presName="Name21" presStyleCnt="0"/>
      <dgm:spPr/>
    </dgm:pt>
    <dgm:pt modelId="{F766F58B-E2EE-4E0B-BD96-A1C509D927DE}" type="pres">
      <dgm:prSet presAssocID="{8AD99129-B93E-4C86-87B2-0F1A946C33A6}" presName="level2Shape" presStyleLbl="node2" presStyleIdx="1" presStyleCnt="3"/>
      <dgm:spPr/>
    </dgm:pt>
    <dgm:pt modelId="{D12706FF-348F-4C22-9D97-4A0E6514E5F7}" type="pres">
      <dgm:prSet presAssocID="{8AD99129-B93E-4C86-87B2-0F1A946C33A6}" presName="hierChild3" presStyleCnt="0"/>
      <dgm:spPr/>
    </dgm:pt>
    <dgm:pt modelId="{E9F4C522-14B7-416D-885A-D7B43AA20448}" type="pres">
      <dgm:prSet presAssocID="{1FABA275-95A1-4DD5-9945-8EEB68D966BD}" presName="Name19" presStyleLbl="parChTrans1D3" presStyleIdx="1" presStyleCnt="3"/>
      <dgm:spPr/>
    </dgm:pt>
    <dgm:pt modelId="{DDA2990B-BDE3-4D4F-A0E4-C7CD2D16DB65}" type="pres">
      <dgm:prSet presAssocID="{6E218CE5-FBC0-4320-8A54-B2A1A031F2B0}" presName="Name21" presStyleCnt="0"/>
      <dgm:spPr/>
    </dgm:pt>
    <dgm:pt modelId="{6637DD3B-90EA-4B5F-9566-51E65A67505E}" type="pres">
      <dgm:prSet presAssocID="{6E218CE5-FBC0-4320-8A54-B2A1A031F2B0}" presName="level2Shape" presStyleLbl="node3" presStyleIdx="1" presStyleCnt="3"/>
      <dgm:spPr/>
    </dgm:pt>
    <dgm:pt modelId="{152D2531-A75F-4B47-9DCC-350B6988CED5}" type="pres">
      <dgm:prSet presAssocID="{6E218CE5-FBC0-4320-8A54-B2A1A031F2B0}" presName="hierChild3" presStyleCnt="0"/>
      <dgm:spPr/>
    </dgm:pt>
    <dgm:pt modelId="{E7321697-1E98-4D39-BA79-1694FE716E98}" type="pres">
      <dgm:prSet presAssocID="{353AA863-A2DC-43BA-B5B4-B2C25943CE4F}" presName="Name19" presStyleLbl="parChTrans1D2" presStyleIdx="2" presStyleCnt="3"/>
      <dgm:spPr/>
    </dgm:pt>
    <dgm:pt modelId="{3DE80B44-76EC-4078-BDFB-863C8A206DB7}" type="pres">
      <dgm:prSet presAssocID="{541929F1-6C97-41EE-98DF-92CA00A55EB3}" presName="Name21" presStyleCnt="0"/>
      <dgm:spPr/>
    </dgm:pt>
    <dgm:pt modelId="{D66E2651-8EAE-4F92-A6EA-FD13D022397F}" type="pres">
      <dgm:prSet presAssocID="{541929F1-6C97-41EE-98DF-92CA00A55EB3}" presName="level2Shape" presStyleLbl="node2" presStyleIdx="2" presStyleCnt="3"/>
      <dgm:spPr/>
    </dgm:pt>
    <dgm:pt modelId="{39BABE38-3998-48F5-A932-BAC2EE69B6E1}" type="pres">
      <dgm:prSet presAssocID="{541929F1-6C97-41EE-98DF-92CA00A55EB3}" presName="hierChild3" presStyleCnt="0"/>
      <dgm:spPr/>
    </dgm:pt>
    <dgm:pt modelId="{08B49D18-F516-42BC-B023-F1429952A579}" type="pres">
      <dgm:prSet presAssocID="{80AD607B-0301-4C4C-AD41-4217B9EFFA9A}" presName="Name19" presStyleLbl="parChTrans1D3" presStyleIdx="2" presStyleCnt="3"/>
      <dgm:spPr/>
    </dgm:pt>
    <dgm:pt modelId="{2887949A-E356-4901-93A5-E2071344F703}" type="pres">
      <dgm:prSet presAssocID="{E152031E-04DE-4F73-961B-F60F30EE4884}" presName="Name21" presStyleCnt="0"/>
      <dgm:spPr/>
    </dgm:pt>
    <dgm:pt modelId="{9384773C-5622-449D-AE97-4AD9C993ED84}" type="pres">
      <dgm:prSet presAssocID="{E152031E-04DE-4F73-961B-F60F30EE4884}" presName="level2Shape" presStyleLbl="node3" presStyleIdx="2" presStyleCnt="3"/>
      <dgm:spPr/>
    </dgm:pt>
    <dgm:pt modelId="{2BA7953B-CF86-4747-B5FE-D80095A5CE92}" type="pres">
      <dgm:prSet presAssocID="{E152031E-04DE-4F73-961B-F60F30EE4884}" presName="hierChild3" presStyleCnt="0"/>
      <dgm:spPr/>
    </dgm:pt>
    <dgm:pt modelId="{9445878B-FE63-446A-A1F8-F1E88041D457}" type="pres">
      <dgm:prSet presAssocID="{33D9B328-2691-478C-A990-4DF6ACA7F3B9}" presName="bgShapesFlow" presStyleCnt="0"/>
      <dgm:spPr/>
    </dgm:pt>
  </dgm:ptLst>
  <dgm:cxnLst>
    <dgm:cxn modelId="{904DBC19-38D0-4F74-B790-979ED85A39BD}" srcId="{8AD99129-B93E-4C86-87B2-0F1A946C33A6}" destId="{6E218CE5-FBC0-4320-8A54-B2A1A031F2B0}" srcOrd="0" destOrd="0" parTransId="{1FABA275-95A1-4DD5-9945-8EEB68D966BD}" sibTransId="{5DC8DBA7-F2BA-4A7C-A0FC-0FDE865DF26E}"/>
    <dgm:cxn modelId="{288D9130-AFA5-4264-91B2-70517D277B03}" type="presOf" srcId="{044E7E76-C602-450A-9722-FBE00548FA12}" destId="{61F670C9-A703-45FD-A7DE-EEE27A6834D8}" srcOrd="0" destOrd="0" presId="urn:microsoft.com/office/officeart/2005/8/layout/hierarchy6"/>
    <dgm:cxn modelId="{3769DE40-10C7-4E39-8C14-06B2C8BC2A80}" type="presOf" srcId="{E152031E-04DE-4F73-961B-F60F30EE4884}" destId="{9384773C-5622-449D-AE97-4AD9C993ED84}" srcOrd="0" destOrd="0" presId="urn:microsoft.com/office/officeart/2005/8/layout/hierarchy6"/>
    <dgm:cxn modelId="{737B0A6A-EFA2-4FF1-8B33-5F2FF8BB2178}" type="presOf" srcId="{80AD607B-0301-4C4C-AD41-4217B9EFFA9A}" destId="{08B49D18-F516-42BC-B023-F1429952A579}" srcOrd="0" destOrd="0" presId="urn:microsoft.com/office/officeart/2005/8/layout/hierarchy6"/>
    <dgm:cxn modelId="{C3D8C779-8B87-4A4B-8ABB-881FD9FAD233}" srcId="{044E7E76-C602-450A-9722-FBE00548FA12}" destId="{541929F1-6C97-41EE-98DF-92CA00A55EB3}" srcOrd="2" destOrd="0" parTransId="{353AA863-A2DC-43BA-B5B4-B2C25943CE4F}" sibTransId="{C21702C4-5D75-4CF6-891B-19C6D5BC3653}"/>
    <dgm:cxn modelId="{FBDB0D81-28E4-4C95-8D34-09297FCC7857}" srcId="{AFCD2451-C2D5-4111-BF04-E74D1FD6FFF4}" destId="{7CD6D705-FD3C-4532-AAA5-A80F26DC9642}" srcOrd="0" destOrd="0" parTransId="{5785EB66-D861-4029-9BBB-16D8ACE33975}" sibTransId="{B99C0EE8-BC73-453F-BBA1-EE0A86E43120}"/>
    <dgm:cxn modelId="{EAC7D39C-994A-4137-9599-0702B04607C9}" srcId="{044E7E76-C602-450A-9722-FBE00548FA12}" destId="{8AD99129-B93E-4C86-87B2-0F1A946C33A6}" srcOrd="1" destOrd="0" parTransId="{84564E3C-02D7-4059-B2C3-227692E90FE9}" sibTransId="{005221CC-E413-4E69-90AA-0BC67469186F}"/>
    <dgm:cxn modelId="{48BD7DA9-670B-487C-81A7-2150B21EEE22}" srcId="{33D9B328-2691-478C-A990-4DF6ACA7F3B9}" destId="{044E7E76-C602-450A-9722-FBE00548FA12}" srcOrd="0" destOrd="0" parTransId="{B571D3F0-7E7A-46AD-BE0A-1DF73EE5888C}" sibTransId="{89822D35-99A4-4830-A638-E3459057C27D}"/>
    <dgm:cxn modelId="{8088EBB4-10FA-4E01-B8D7-74807BBEE945}" type="presOf" srcId="{AFCD2451-C2D5-4111-BF04-E74D1FD6FFF4}" destId="{1DD56921-9038-42EE-826D-066903938211}" srcOrd="0" destOrd="0" presId="urn:microsoft.com/office/officeart/2005/8/layout/hierarchy6"/>
    <dgm:cxn modelId="{B5FD11B9-1692-42E4-BDAA-F6427AC77C94}" type="presOf" srcId="{6E218CE5-FBC0-4320-8A54-B2A1A031F2B0}" destId="{6637DD3B-90EA-4B5F-9566-51E65A67505E}" srcOrd="0" destOrd="0" presId="urn:microsoft.com/office/officeart/2005/8/layout/hierarchy6"/>
    <dgm:cxn modelId="{D9D3EBB9-87E6-4F4A-9D68-5B519F6BFE26}" type="presOf" srcId="{541929F1-6C97-41EE-98DF-92CA00A55EB3}" destId="{D66E2651-8EAE-4F92-A6EA-FD13D022397F}" srcOrd="0" destOrd="0" presId="urn:microsoft.com/office/officeart/2005/8/layout/hierarchy6"/>
    <dgm:cxn modelId="{0FD6CEC3-35AC-4C98-9EE7-74DCEB6752B5}" type="presOf" srcId="{4537A31A-3D1E-448D-8742-9AB83B59ACAA}" destId="{DFD8C597-0D9B-4FF7-9A51-1653DE7FD273}" srcOrd="0" destOrd="0" presId="urn:microsoft.com/office/officeart/2005/8/layout/hierarchy6"/>
    <dgm:cxn modelId="{41985CCC-6153-4D95-8D10-385ED282A13C}" type="presOf" srcId="{5785EB66-D861-4029-9BBB-16D8ACE33975}" destId="{E4FDC60C-B7D7-4FA5-8CBA-0F209D505273}" srcOrd="0" destOrd="0" presId="urn:microsoft.com/office/officeart/2005/8/layout/hierarchy6"/>
    <dgm:cxn modelId="{DE0DCCCF-429D-403B-9CA1-BFB7A88C20E2}" type="presOf" srcId="{353AA863-A2DC-43BA-B5B4-B2C25943CE4F}" destId="{E7321697-1E98-4D39-BA79-1694FE716E98}" srcOrd="0" destOrd="0" presId="urn:microsoft.com/office/officeart/2005/8/layout/hierarchy6"/>
    <dgm:cxn modelId="{A40633D2-5EA8-4745-BD10-7EE88CF4F833}" type="presOf" srcId="{84564E3C-02D7-4059-B2C3-227692E90FE9}" destId="{7769D4AA-044D-4F05-80A3-C1382C591EF8}" srcOrd="0" destOrd="0" presId="urn:microsoft.com/office/officeart/2005/8/layout/hierarchy6"/>
    <dgm:cxn modelId="{7B9B2FD6-0E2A-42D3-B126-7F641900CD00}" type="presOf" srcId="{1FABA275-95A1-4DD5-9945-8EEB68D966BD}" destId="{E9F4C522-14B7-416D-885A-D7B43AA20448}" srcOrd="0" destOrd="0" presId="urn:microsoft.com/office/officeart/2005/8/layout/hierarchy6"/>
    <dgm:cxn modelId="{7BE030DA-DEE4-435D-A7BB-CCA33762999A}" type="presOf" srcId="{33D9B328-2691-478C-A990-4DF6ACA7F3B9}" destId="{32B03B64-7605-41CD-9E9B-36D80B847631}" srcOrd="0" destOrd="0" presId="urn:microsoft.com/office/officeart/2005/8/layout/hierarchy6"/>
    <dgm:cxn modelId="{75DB1CE7-D518-4052-A231-73A5532A0DEC}" type="presOf" srcId="{7CD6D705-FD3C-4532-AAA5-A80F26DC9642}" destId="{DD1CF0E6-28DD-4760-A98C-470F4285ABAF}" srcOrd="0" destOrd="0" presId="urn:microsoft.com/office/officeart/2005/8/layout/hierarchy6"/>
    <dgm:cxn modelId="{DEFBF4E8-212A-40E8-8EA3-2C0D1146D723}" srcId="{044E7E76-C602-450A-9722-FBE00548FA12}" destId="{AFCD2451-C2D5-4111-BF04-E74D1FD6FFF4}" srcOrd="0" destOrd="0" parTransId="{4537A31A-3D1E-448D-8742-9AB83B59ACAA}" sibTransId="{F79CB8B5-7282-4267-8776-8A16FC23DFDC}"/>
    <dgm:cxn modelId="{915118E9-5256-41A1-AB12-DAF834F62810}" type="presOf" srcId="{8AD99129-B93E-4C86-87B2-0F1A946C33A6}" destId="{F766F58B-E2EE-4E0B-BD96-A1C509D927DE}" srcOrd="0" destOrd="0" presId="urn:microsoft.com/office/officeart/2005/8/layout/hierarchy6"/>
    <dgm:cxn modelId="{2E62F3F6-82C4-4FAE-97D0-D94311275F2B}" srcId="{541929F1-6C97-41EE-98DF-92CA00A55EB3}" destId="{E152031E-04DE-4F73-961B-F60F30EE4884}" srcOrd="0" destOrd="0" parTransId="{80AD607B-0301-4C4C-AD41-4217B9EFFA9A}" sibTransId="{0773320A-E250-4894-B549-DE7CC0F6A487}"/>
    <dgm:cxn modelId="{28B42C19-1857-4433-9D06-AF625B759F7B}" type="presParOf" srcId="{32B03B64-7605-41CD-9E9B-36D80B847631}" destId="{17281C6C-A1B0-45E3-97D1-1B18EFEEB71E}" srcOrd="0" destOrd="0" presId="urn:microsoft.com/office/officeart/2005/8/layout/hierarchy6"/>
    <dgm:cxn modelId="{4C381E27-146F-47B8-ABBC-A9310ACE08F2}" type="presParOf" srcId="{17281C6C-A1B0-45E3-97D1-1B18EFEEB71E}" destId="{46A78583-365A-425C-B4B6-17EF3779E3B9}" srcOrd="0" destOrd="0" presId="urn:microsoft.com/office/officeart/2005/8/layout/hierarchy6"/>
    <dgm:cxn modelId="{5CE4475A-D92A-4D60-8FAC-4A5E9AB895AE}" type="presParOf" srcId="{46A78583-365A-425C-B4B6-17EF3779E3B9}" destId="{6E646B80-8BEE-483F-A78F-704F976F54DE}" srcOrd="0" destOrd="0" presId="urn:microsoft.com/office/officeart/2005/8/layout/hierarchy6"/>
    <dgm:cxn modelId="{6681B614-568B-4870-86F7-F8EE96A69BC3}" type="presParOf" srcId="{6E646B80-8BEE-483F-A78F-704F976F54DE}" destId="{61F670C9-A703-45FD-A7DE-EEE27A6834D8}" srcOrd="0" destOrd="0" presId="urn:microsoft.com/office/officeart/2005/8/layout/hierarchy6"/>
    <dgm:cxn modelId="{0422D457-37C6-49EB-8221-FE030D234348}" type="presParOf" srcId="{6E646B80-8BEE-483F-A78F-704F976F54DE}" destId="{CED800E5-EB27-4D2C-A8B3-64CFDC74937E}" srcOrd="1" destOrd="0" presId="urn:microsoft.com/office/officeart/2005/8/layout/hierarchy6"/>
    <dgm:cxn modelId="{7F6F1069-E203-4DDB-8C63-DCC4BE022E05}" type="presParOf" srcId="{CED800E5-EB27-4D2C-A8B3-64CFDC74937E}" destId="{DFD8C597-0D9B-4FF7-9A51-1653DE7FD273}" srcOrd="0" destOrd="0" presId="urn:microsoft.com/office/officeart/2005/8/layout/hierarchy6"/>
    <dgm:cxn modelId="{FBCD12A4-1D0D-498B-8016-827D353294F5}" type="presParOf" srcId="{CED800E5-EB27-4D2C-A8B3-64CFDC74937E}" destId="{7017559B-7BA3-4B9A-88BF-31AF6EF4922B}" srcOrd="1" destOrd="0" presId="urn:microsoft.com/office/officeart/2005/8/layout/hierarchy6"/>
    <dgm:cxn modelId="{BAF85B1F-48DC-47A6-9B9D-0D040A827186}" type="presParOf" srcId="{7017559B-7BA3-4B9A-88BF-31AF6EF4922B}" destId="{1DD56921-9038-42EE-826D-066903938211}" srcOrd="0" destOrd="0" presId="urn:microsoft.com/office/officeart/2005/8/layout/hierarchy6"/>
    <dgm:cxn modelId="{694595BC-8F09-442D-BB1E-FE5BC78138EC}" type="presParOf" srcId="{7017559B-7BA3-4B9A-88BF-31AF6EF4922B}" destId="{6C4C6897-48F1-450B-9B6D-10EC199BDC83}" srcOrd="1" destOrd="0" presId="urn:microsoft.com/office/officeart/2005/8/layout/hierarchy6"/>
    <dgm:cxn modelId="{BB8587B9-0904-4EE1-B8AF-612AB5A151DE}" type="presParOf" srcId="{6C4C6897-48F1-450B-9B6D-10EC199BDC83}" destId="{E4FDC60C-B7D7-4FA5-8CBA-0F209D505273}" srcOrd="0" destOrd="0" presId="urn:microsoft.com/office/officeart/2005/8/layout/hierarchy6"/>
    <dgm:cxn modelId="{B72A8623-F2FC-4AC5-AEC6-526F153D36B4}" type="presParOf" srcId="{6C4C6897-48F1-450B-9B6D-10EC199BDC83}" destId="{122FBEF0-2534-428B-BD25-72B592D3A066}" srcOrd="1" destOrd="0" presId="urn:microsoft.com/office/officeart/2005/8/layout/hierarchy6"/>
    <dgm:cxn modelId="{ACDA041D-DD2B-4E01-B2AA-300770EFF141}" type="presParOf" srcId="{122FBEF0-2534-428B-BD25-72B592D3A066}" destId="{DD1CF0E6-28DD-4760-A98C-470F4285ABAF}" srcOrd="0" destOrd="0" presId="urn:microsoft.com/office/officeart/2005/8/layout/hierarchy6"/>
    <dgm:cxn modelId="{BA1CBEBA-7FC5-4B81-AB02-FC76B5D0FDE4}" type="presParOf" srcId="{122FBEF0-2534-428B-BD25-72B592D3A066}" destId="{FF5D2AEE-B4FA-40D1-8C6A-A93BD7839865}" srcOrd="1" destOrd="0" presId="urn:microsoft.com/office/officeart/2005/8/layout/hierarchy6"/>
    <dgm:cxn modelId="{47477417-2154-416E-A81D-D22DEA06A4CE}" type="presParOf" srcId="{CED800E5-EB27-4D2C-A8B3-64CFDC74937E}" destId="{7769D4AA-044D-4F05-80A3-C1382C591EF8}" srcOrd="2" destOrd="0" presId="urn:microsoft.com/office/officeart/2005/8/layout/hierarchy6"/>
    <dgm:cxn modelId="{46972F81-7E13-406E-8F2B-C048BDE128C8}" type="presParOf" srcId="{CED800E5-EB27-4D2C-A8B3-64CFDC74937E}" destId="{15105EFA-6E80-4615-A20E-5681912646E9}" srcOrd="3" destOrd="0" presId="urn:microsoft.com/office/officeart/2005/8/layout/hierarchy6"/>
    <dgm:cxn modelId="{400DA0ED-0CB9-474E-B84C-2ABAE27A2ADC}" type="presParOf" srcId="{15105EFA-6E80-4615-A20E-5681912646E9}" destId="{F766F58B-E2EE-4E0B-BD96-A1C509D927DE}" srcOrd="0" destOrd="0" presId="urn:microsoft.com/office/officeart/2005/8/layout/hierarchy6"/>
    <dgm:cxn modelId="{DA876285-6517-4714-AD0D-B6DDB8D253C5}" type="presParOf" srcId="{15105EFA-6E80-4615-A20E-5681912646E9}" destId="{D12706FF-348F-4C22-9D97-4A0E6514E5F7}" srcOrd="1" destOrd="0" presId="urn:microsoft.com/office/officeart/2005/8/layout/hierarchy6"/>
    <dgm:cxn modelId="{08DCBEF1-9E68-49AB-B9A7-80B790773AC1}" type="presParOf" srcId="{D12706FF-348F-4C22-9D97-4A0E6514E5F7}" destId="{E9F4C522-14B7-416D-885A-D7B43AA20448}" srcOrd="0" destOrd="0" presId="urn:microsoft.com/office/officeart/2005/8/layout/hierarchy6"/>
    <dgm:cxn modelId="{C03C29D4-CDC4-41CA-8FD0-E817AF482DDD}" type="presParOf" srcId="{D12706FF-348F-4C22-9D97-4A0E6514E5F7}" destId="{DDA2990B-BDE3-4D4F-A0E4-C7CD2D16DB65}" srcOrd="1" destOrd="0" presId="urn:microsoft.com/office/officeart/2005/8/layout/hierarchy6"/>
    <dgm:cxn modelId="{043A2ADA-6DB6-417E-81B1-84B98F496322}" type="presParOf" srcId="{DDA2990B-BDE3-4D4F-A0E4-C7CD2D16DB65}" destId="{6637DD3B-90EA-4B5F-9566-51E65A67505E}" srcOrd="0" destOrd="0" presId="urn:microsoft.com/office/officeart/2005/8/layout/hierarchy6"/>
    <dgm:cxn modelId="{6F51AA8B-E42B-48E9-9854-09141612D828}" type="presParOf" srcId="{DDA2990B-BDE3-4D4F-A0E4-C7CD2D16DB65}" destId="{152D2531-A75F-4B47-9DCC-350B6988CED5}" srcOrd="1" destOrd="0" presId="urn:microsoft.com/office/officeart/2005/8/layout/hierarchy6"/>
    <dgm:cxn modelId="{82D28C65-290A-4DEB-806E-276C2761B925}" type="presParOf" srcId="{CED800E5-EB27-4D2C-A8B3-64CFDC74937E}" destId="{E7321697-1E98-4D39-BA79-1694FE716E98}" srcOrd="4" destOrd="0" presId="urn:microsoft.com/office/officeart/2005/8/layout/hierarchy6"/>
    <dgm:cxn modelId="{442861E6-E06B-4C17-965E-211E0039D6FD}" type="presParOf" srcId="{CED800E5-EB27-4D2C-A8B3-64CFDC74937E}" destId="{3DE80B44-76EC-4078-BDFB-863C8A206DB7}" srcOrd="5" destOrd="0" presId="urn:microsoft.com/office/officeart/2005/8/layout/hierarchy6"/>
    <dgm:cxn modelId="{FD845099-B46A-4E05-8320-728DF5BF1411}" type="presParOf" srcId="{3DE80B44-76EC-4078-BDFB-863C8A206DB7}" destId="{D66E2651-8EAE-4F92-A6EA-FD13D022397F}" srcOrd="0" destOrd="0" presId="urn:microsoft.com/office/officeart/2005/8/layout/hierarchy6"/>
    <dgm:cxn modelId="{F225FC48-4A57-4626-B43D-4ED0E5945924}" type="presParOf" srcId="{3DE80B44-76EC-4078-BDFB-863C8A206DB7}" destId="{39BABE38-3998-48F5-A932-BAC2EE69B6E1}" srcOrd="1" destOrd="0" presId="urn:microsoft.com/office/officeart/2005/8/layout/hierarchy6"/>
    <dgm:cxn modelId="{91E71805-7804-48C0-84D3-886A0F36FB67}" type="presParOf" srcId="{39BABE38-3998-48F5-A932-BAC2EE69B6E1}" destId="{08B49D18-F516-42BC-B023-F1429952A579}" srcOrd="0" destOrd="0" presId="urn:microsoft.com/office/officeart/2005/8/layout/hierarchy6"/>
    <dgm:cxn modelId="{31B0441F-D95E-43A1-A03E-87CD32CF198C}" type="presParOf" srcId="{39BABE38-3998-48F5-A932-BAC2EE69B6E1}" destId="{2887949A-E356-4901-93A5-E2071344F703}" srcOrd="1" destOrd="0" presId="urn:microsoft.com/office/officeart/2005/8/layout/hierarchy6"/>
    <dgm:cxn modelId="{29650F37-6781-4F0B-A0DA-BEB536724FA2}" type="presParOf" srcId="{2887949A-E356-4901-93A5-E2071344F703}" destId="{9384773C-5622-449D-AE97-4AD9C993ED84}" srcOrd="0" destOrd="0" presId="urn:microsoft.com/office/officeart/2005/8/layout/hierarchy6"/>
    <dgm:cxn modelId="{305583A7-32A2-46E9-8CB7-CDFF78D25F33}" type="presParOf" srcId="{2887949A-E356-4901-93A5-E2071344F703}" destId="{2BA7953B-CF86-4747-B5FE-D80095A5CE92}" srcOrd="1" destOrd="0" presId="urn:microsoft.com/office/officeart/2005/8/layout/hierarchy6"/>
    <dgm:cxn modelId="{D5E47B76-77FA-41A3-8137-CE7455A2D89C}" type="presParOf" srcId="{32B03B64-7605-41CD-9E9B-36D80B847631}" destId="{9445878B-FE63-446A-A1F8-F1E88041D457}"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504C003B-9198-4189-9A05-772C4CBA46B6}" type="doc">
      <dgm:prSet loTypeId="urn:microsoft.com/office/officeart/2005/8/layout/hierarchy6" loCatId="hierarchy" qsTypeId="urn:microsoft.com/office/officeart/2005/8/quickstyle/simple1" qsCatId="simple" csTypeId="urn:microsoft.com/office/officeart/2005/8/colors/accent1_3" csCatId="accent1" phldr="1"/>
      <dgm:spPr/>
      <dgm:t>
        <a:bodyPr/>
        <a:lstStyle/>
        <a:p>
          <a:endParaRPr lang="de-DE"/>
        </a:p>
      </dgm:t>
    </dgm:pt>
    <dgm:pt modelId="{EC123485-39EE-4D67-A269-6C3D74BBEDC4}">
      <dgm:prSet phldrT="[Text]"/>
      <dgm:spPr/>
      <dgm:t>
        <a:bodyPr/>
        <a:lstStyle/>
        <a:p>
          <a:r>
            <a:rPr lang="de-DE"/>
            <a:t>Suchbedarf</a:t>
          </a:r>
        </a:p>
      </dgm:t>
    </dgm:pt>
    <dgm:pt modelId="{8935A866-3626-4E55-9AFD-14038CC0B6DC}" type="parTrans" cxnId="{2576BE25-5DBA-4202-9221-D70593CC484C}">
      <dgm:prSet/>
      <dgm:spPr/>
      <dgm:t>
        <a:bodyPr/>
        <a:lstStyle/>
        <a:p>
          <a:endParaRPr lang="de-DE"/>
        </a:p>
      </dgm:t>
    </dgm:pt>
    <dgm:pt modelId="{C0A333AB-D0FF-4CD3-9924-092EB8B79CB1}" type="sibTrans" cxnId="{2576BE25-5DBA-4202-9221-D70593CC484C}">
      <dgm:prSet/>
      <dgm:spPr/>
      <dgm:t>
        <a:bodyPr/>
        <a:lstStyle/>
        <a:p>
          <a:endParaRPr lang="de-DE"/>
        </a:p>
      </dgm:t>
    </dgm:pt>
    <dgm:pt modelId="{B8AE8132-9AF0-4FC8-9C6A-781B04C0C786}">
      <dgm:prSet phldrT="[Text]"/>
      <dgm:spPr/>
      <dgm:t>
        <a:bodyPr/>
        <a:lstStyle/>
        <a:p>
          <a:r>
            <a:rPr lang="de-DE"/>
            <a:t>Exakte Abfragen</a:t>
          </a:r>
        </a:p>
      </dgm:t>
    </dgm:pt>
    <dgm:pt modelId="{44590EF0-524E-4CE7-A5FC-D12C17DBEDBB}" type="parTrans" cxnId="{1D161E06-3871-4F39-AA90-BB8F23C6698B}">
      <dgm:prSet/>
      <dgm:spPr/>
      <dgm:t>
        <a:bodyPr/>
        <a:lstStyle/>
        <a:p>
          <a:endParaRPr lang="de-DE"/>
        </a:p>
      </dgm:t>
    </dgm:pt>
    <dgm:pt modelId="{39CDFFC0-D165-4294-B49E-4765F5A16731}" type="sibTrans" cxnId="{1D161E06-3871-4F39-AA90-BB8F23C6698B}">
      <dgm:prSet/>
      <dgm:spPr/>
      <dgm:t>
        <a:bodyPr/>
        <a:lstStyle/>
        <a:p>
          <a:endParaRPr lang="de-DE"/>
        </a:p>
      </dgm:t>
    </dgm:pt>
    <dgm:pt modelId="{C2030493-09A7-4370-BFFA-2D05832F7C74}">
      <dgm:prSet phldrT="[Text]"/>
      <dgm:spPr/>
      <dgm:t>
        <a:bodyPr/>
        <a:lstStyle/>
        <a:p>
          <a:r>
            <a:rPr lang="de-DE"/>
            <a:t>Semantische Ähnlichkeit</a:t>
          </a:r>
        </a:p>
      </dgm:t>
    </dgm:pt>
    <dgm:pt modelId="{7B6383F3-0C81-4A2C-B4F9-5C7E0C18961A}" type="parTrans" cxnId="{7CAFB29A-C19B-4A9F-BA85-3FD8D8D6AC00}">
      <dgm:prSet/>
      <dgm:spPr/>
      <dgm:t>
        <a:bodyPr/>
        <a:lstStyle/>
        <a:p>
          <a:endParaRPr lang="de-DE"/>
        </a:p>
      </dgm:t>
    </dgm:pt>
    <dgm:pt modelId="{9EBA202C-D770-4E53-A7A9-FFDAC0C2E3AF}" type="sibTrans" cxnId="{7CAFB29A-C19B-4A9F-BA85-3FD8D8D6AC00}">
      <dgm:prSet/>
      <dgm:spPr/>
      <dgm:t>
        <a:bodyPr/>
        <a:lstStyle/>
        <a:p>
          <a:endParaRPr lang="de-DE"/>
        </a:p>
      </dgm:t>
    </dgm:pt>
    <dgm:pt modelId="{181E111F-9174-4594-95BB-EC8C9E85D130}">
      <dgm:prSet phldrT="[Text]"/>
      <dgm:spPr/>
      <dgm:t>
        <a:bodyPr/>
        <a:lstStyle/>
        <a:p>
          <a:r>
            <a:rPr lang="de-DE"/>
            <a:t>Vector</a:t>
          </a:r>
        </a:p>
      </dgm:t>
    </dgm:pt>
    <dgm:pt modelId="{DD579628-7821-408D-BA61-A3C470FE7B29}" type="parTrans" cxnId="{A3A6EE05-6A37-43F9-BDAE-FCF5E4449479}">
      <dgm:prSet/>
      <dgm:spPr/>
      <dgm:t>
        <a:bodyPr/>
        <a:lstStyle/>
        <a:p>
          <a:endParaRPr lang="de-DE"/>
        </a:p>
      </dgm:t>
    </dgm:pt>
    <dgm:pt modelId="{F9C15248-3B06-463A-8C9E-804E6F770652}" type="sibTrans" cxnId="{A3A6EE05-6A37-43F9-BDAE-FCF5E4449479}">
      <dgm:prSet/>
      <dgm:spPr/>
      <dgm:t>
        <a:bodyPr/>
        <a:lstStyle/>
        <a:p>
          <a:endParaRPr lang="de-DE"/>
        </a:p>
      </dgm:t>
    </dgm:pt>
    <dgm:pt modelId="{A4F0D069-C76A-4039-8354-2B940145BB4A}">
      <dgm:prSet phldrT="[Text]"/>
      <dgm:spPr/>
      <dgm:t>
        <a:bodyPr/>
        <a:lstStyle/>
        <a:p>
          <a:r>
            <a:rPr lang="de-DE"/>
            <a:t>Relational</a:t>
          </a:r>
        </a:p>
      </dgm:t>
    </dgm:pt>
    <dgm:pt modelId="{FA17235D-748B-4F6D-83E2-43D30246F7E1}" type="parTrans" cxnId="{D195F423-5C68-4716-B3DA-3CEAAA14A7D3}">
      <dgm:prSet/>
      <dgm:spPr/>
      <dgm:t>
        <a:bodyPr/>
        <a:lstStyle/>
        <a:p>
          <a:endParaRPr lang="de-DE"/>
        </a:p>
      </dgm:t>
    </dgm:pt>
    <dgm:pt modelId="{977D3332-4D4F-44B8-998C-858CFE134A40}" type="sibTrans" cxnId="{D195F423-5C68-4716-B3DA-3CEAAA14A7D3}">
      <dgm:prSet/>
      <dgm:spPr/>
      <dgm:t>
        <a:bodyPr/>
        <a:lstStyle/>
        <a:p>
          <a:endParaRPr lang="de-DE"/>
        </a:p>
      </dgm:t>
    </dgm:pt>
    <dgm:pt modelId="{30C91274-78DA-42F4-89F0-E7C30C4AA1B0}">
      <dgm:prSet phldrT="[Text]"/>
      <dgm:spPr/>
      <dgm:t>
        <a:bodyPr/>
        <a:lstStyle/>
        <a:p>
          <a:r>
            <a:rPr lang="de-DE"/>
            <a:t>Beziehungen</a:t>
          </a:r>
        </a:p>
      </dgm:t>
    </dgm:pt>
    <dgm:pt modelId="{79811E37-7674-44CB-B9F3-8313BC097AB4}" type="parTrans" cxnId="{DE70E0EE-EAAF-49B3-A62C-011A7DBE94EE}">
      <dgm:prSet/>
      <dgm:spPr/>
      <dgm:t>
        <a:bodyPr/>
        <a:lstStyle/>
        <a:p>
          <a:endParaRPr lang="de-DE"/>
        </a:p>
      </dgm:t>
    </dgm:pt>
    <dgm:pt modelId="{9948E135-4E84-4D83-ADB7-1F21CE56AD22}" type="sibTrans" cxnId="{DE70E0EE-EAAF-49B3-A62C-011A7DBE94EE}">
      <dgm:prSet/>
      <dgm:spPr/>
      <dgm:t>
        <a:bodyPr/>
        <a:lstStyle/>
        <a:p>
          <a:endParaRPr lang="de-DE"/>
        </a:p>
      </dgm:t>
    </dgm:pt>
    <dgm:pt modelId="{229A6561-D694-427B-A593-B26B0E5A4100}">
      <dgm:prSet phldrT="[Text]"/>
      <dgm:spPr/>
      <dgm:t>
        <a:bodyPr/>
        <a:lstStyle/>
        <a:p>
          <a:r>
            <a:rPr lang="de-DE"/>
            <a:t>Graph</a:t>
          </a:r>
        </a:p>
      </dgm:t>
    </dgm:pt>
    <dgm:pt modelId="{BBDBD0A0-3D98-4391-8BEC-C30192D8ECC1}" type="parTrans" cxnId="{4548E125-B8ED-4395-94F2-02D0085B71C7}">
      <dgm:prSet/>
      <dgm:spPr/>
      <dgm:t>
        <a:bodyPr/>
        <a:lstStyle/>
        <a:p>
          <a:endParaRPr lang="de-DE"/>
        </a:p>
      </dgm:t>
    </dgm:pt>
    <dgm:pt modelId="{E9154725-487A-4E70-B2BE-535AB2746C56}" type="sibTrans" cxnId="{4548E125-B8ED-4395-94F2-02D0085B71C7}">
      <dgm:prSet/>
      <dgm:spPr/>
      <dgm:t>
        <a:bodyPr/>
        <a:lstStyle/>
        <a:p>
          <a:endParaRPr lang="de-DE"/>
        </a:p>
      </dgm:t>
    </dgm:pt>
    <dgm:pt modelId="{BF134417-57CB-4B86-9070-D9106358549B}" type="pres">
      <dgm:prSet presAssocID="{504C003B-9198-4189-9A05-772C4CBA46B6}" presName="mainComposite" presStyleCnt="0">
        <dgm:presLayoutVars>
          <dgm:chPref val="1"/>
          <dgm:dir/>
          <dgm:animOne val="branch"/>
          <dgm:animLvl val="lvl"/>
          <dgm:resizeHandles val="exact"/>
        </dgm:presLayoutVars>
      </dgm:prSet>
      <dgm:spPr/>
    </dgm:pt>
    <dgm:pt modelId="{56766EF8-745A-4045-8B0D-E0AF3389ED8B}" type="pres">
      <dgm:prSet presAssocID="{504C003B-9198-4189-9A05-772C4CBA46B6}" presName="hierFlow" presStyleCnt="0"/>
      <dgm:spPr/>
    </dgm:pt>
    <dgm:pt modelId="{76375B1D-18BD-4599-856C-6361C7BB31EA}" type="pres">
      <dgm:prSet presAssocID="{504C003B-9198-4189-9A05-772C4CBA46B6}" presName="hierChild1" presStyleCnt="0">
        <dgm:presLayoutVars>
          <dgm:chPref val="1"/>
          <dgm:animOne val="branch"/>
          <dgm:animLvl val="lvl"/>
        </dgm:presLayoutVars>
      </dgm:prSet>
      <dgm:spPr/>
    </dgm:pt>
    <dgm:pt modelId="{1A0D1F60-3D52-4239-99F7-91526984287E}" type="pres">
      <dgm:prSet presAssocID="{EC123485-39EE-4D67-A269-6C3D74BBEDC4}" presName="Name14" presStyleCnt="0"/>
      <dgm:spPr/>
    </dgm:pt>
    <dgm:pt modelId="{7C8497B3-C297-4D8D-A50E-617F1C421D08}" type="pres">
      <dgm:prSet presAssocID="{EC123485-39EE-4D67-A269-6C3D74BBEDC4}" presName="level1Shape" presStyleLbl="node0" presStyleIdx="0" presStyleCnt="1">
        <dgm:presLayoutVars>
          <dgm:chPref val="3"/>
        </dgm:presLayoutVars>
      </dgm:prSet>
      <dgm:spPr/>
    </dgm:pt>
    <dgm:pt modelId="{CD9781D8-99A0-404F-BE46-49D75DD2383F}" type="pres">
      <dgm:prSet presAssocID="{EC123485-39EE-4D67-A269-6C3D74BBEDC4}" presName="hierChild2" presStyleCnt="0"/>
      <dgm:spPr/>
    </dgm:pt>
    <dgm:pt modelId="{A5E70B8A-AEFB-4997-B2B7-D7814CBCD9F6}" type="pres">
      <dgm:prSet presAssocID="{44590EF0-524E-4CE7-A5FC-D12C17DBEDBB}" presName="Name19" presStyleLbl="parChTrans1D2" presStyleIdx="0" presStyleCnt="3"/>
      <dgm:spPr/>
    </dgm:pt>
    <dgm:pt modelId="{01DC538D-71B1-400D-B654-A96D06D847D3}" type="pres">
      <dgm:prSet presAssocID="{B8AE8132-9AF0-4FC8-9C6A-781B04C0C786}" presName="Name21" presStyleCnt="0"/>
      <dgm:spPr/>
    </dgm:pt>
    <dgm:pt modelId="{50381169-9FA8-48DA-AEF7-370E0BA1ADC9}" type="pres">
      <dgm:prSet presAssocID="{B8AE8132-9AF0-4FC8-9C6A-781B04C0C786}" presName="level2Shape" presStyleLbl="node2" presStyleIdx="0" presStyleCnt="3"/>
      <dgm:spPr/>
    </dgm:pt>
    <dgm:pt modelId="{3FB6C99B-4F9E-46BF-B7D6-44859CA3537D}" type="pres">
      <dgm:prSet presAssocID="{B8AE8132-9AF0-4FC8-9C6A-781B04C0C786}" presName="hierChild3" presStyleCnt="0"/>
      <dgm:spPr/>
    </dgm:pt>
    <dgm:pt modelId="{59CA768A-59EA-40B2-A0E5-73F6948B0E49}" type="pres">
      <dgm:prSet presAssocID="{FA17235D-748B-4F6D-83E2-43D30246F7E1}" presName="Name19" presStyleLbl="parChTrans1D3" presStyleIdx="0" presStyleCnt="3"/>
      <dgm:spPr/>
    </dgm:pt>
    <dgm:pt modelId="{2251197B-7359-4021-94E9-E024B2A55574}" type="pres">
      <dgm:prSet presAssocID="{A4F0D069-C76A-4039-8354-2B940145BB4A}" presName="Name21" presStyleCnt="0"/>
      <dgm:spPr/>
    </dgm:pt>
    <dgm:pt modelId="{9A472DFE-E0CF-4F6E-9927-AF3C3D1E757F}" type="pres">
      <dgm:prSet presAssocID="{A4F0D069-C76A-4039-8354-2B940145BB4A}" presName="level2Shape" presStyleLbl="node3" presStyleIdx="0" presStyleCnt="3"/>
      <dgm:spPr/>
    </dgm:pt>
    <dgm:pt modelId="{BD2F4D78-A15F-4D70-8C53-C099831B2D47}" type="pres">
      <dgm:prSet presAssocID="{A4F0D069-C76A-4039-8354-2B940145BB4A}" presName="hierChild3" presStyleCnt="0"/>
      <dgm:spPr/>
    </dgm:pt>
    <dgm:pt modelId="{14FB6984-5E63-4F37-9D8B-D3FD905FDB2D}" type="pres">
      <dgm:prSet presAssocID="{7B6383F3-0C81-4A2C-B4F9-5C7E0C18961A}" presName="Name19" presStyleLbl="parChTrans1D2" presStyleIdx="1" presStyleCnt="3"/>
      <dgm:spPr/>
    </dgm:pt>
    <dgm:pt modelId="{B5C4CF60-3FB0-453A-BBC5-DFF9DBFBE9C6}" type="pres">
      <dgm:prSet presAssocID="{C2030493-09A7-4370-BFFA-2D05832F7C74}" presName="Name21" presStyleCnt="0"/>
      <dgm:spPr/>
    </dgm:pt>
    <dgm:pt modelId="{B50CC594-DC6B-4AAD-95EE-A708D5B88801}" type="pres">
      <dgm:prSet presAssocID="{C2030493-09A7-4370-BFFA-2D05832F7C74}" presName="level2Shape" presStyleLbl="node2" presStyleIdx="1" presStyleCnt="3"/>
      <dgm:spPr/>
    </dgm:pt>
    <dgm:pt modelId="{B40B37DC-607F-4B4E-8E7C-A72D140B21F8}" type="pres">
      <dgm:prSet presAssocID="{C2030493-09A7-4370-BFFA-2D05832F7C74}" presName="hierChild3" presStyleCnt="0"/>
      <dgm:spPr/>
    </dgm:pt>
    <dgm:pt modelId="{570D8963-320F-4D85-8C28-4D27D7135212}" type="pres">
      <dgm:prSet presAssocID="{DD579628-7821-408D-BA61-A3C470FE7B29}" presName="Name19" presStyleLbl="parChTrans1D3" presStyleIdx="1" presStyleCnt="3"/>
      <dgm:spPr/>
    </dgm:pt>
    <dgm:pt modelId="{3B393BA3-37B6-432F-B3FD-C9CD8F78E1A7}" type="pres">
      <dgm:prSet presAssocID="{181E111F-9174-4594-95BB-EC8C9E85D130}" presName="Name21" presStyleCnt="0"/>
      <dgm:spPr/>
    </dgm:pt>
    <dgm:pt modelId="{5E54B1FD-1442-4A64-BB4B-F14D0F2F8C35}" type="pres">
      <dgm:prSet presAssocID="{181E111F-9174-4594-95BB-EC8C9E85D130}" presName="level2Shape" presStyleLbl="node3" presStyleIdx="1" presStyleCnt="3"/>
      <dgm:spPr/>
    </dgm:pt>
    <dgm:pt modelId="{410088E4-DC2D-4065-A915-31B4A8C51A16}" type="pres">
      <dgm:prSet presAssocID="{181E111F-9174-4594-95BB-EC8C9E85D130}" presName="hierChild3" presStyleCnt="0"/>
      <dgm:spPr/>
    </dgm:pt>
    <dgm:pt modelId="{68A24976-A689-45DE-8537-EADA6B9774D1}" type="pres">
      <dgm:prSet presAssocID="{79811E37-7674-44CB-B9F3-8313BC097AB4}" presName="Name19" presStyleLbl="parChTrans1D2" presStyleIdx="2" presStyleCnt="3"/>
      <dgm:spPr/>
    </dgm:pt>
    <dgm:pt modelId="{29BCBC16-CEE0-4555-BCBE-DBF775587CFE}" type="pres">
      <dgm:prSet presAssocID="{30C91274-78DA-42F4-89F0-E7C30C4AA1B0}" presName="Name21" presStyleCnt="0"/>
      <dgm:spPr/>
    </dgm:pt>
    <dgm:pt modelId="{2D8D99C7-AC47-46AB-AC17-3E16B793A9DA}" type="pres">
      <dgm:prSet presAssocID="{30C91274-78DA-42F4-89F0-E7C30C4AA1B0}" presName="level2Shape" presStyleLbl="node2" presStyleIdx="2" presStyleCnt="3"/>
      <dgm:spPr/>
    </dgm:pt>
    <dgm:pt modelId="{061C4043-BA2B-4784-A3EB-80C9A42B2EA6}" type="pres">
      <dgm:prSet presAssocID="{30C91274-78DA-42F4-89F0-E7C30C4AA1B0}" presName="hierChild3" presStyleCnt="0"/>
      <dgm:spPr/>
    </dgm:pt>
    <dgm:pt modelId="{C00C9A11-EA64-4FBE-9F02-958D2B82098D}" type="pres">
      <dgm:prSet presAssocID="{BBDBD0A0-3D98-4391-8BEC-C30192D8ECC1}" presName="Name19" presStyleLbl="parChTrans1D3" presStyleIdx="2" presStyleCnt="3"/>
      <dgm:spPr/>
    </dgm:pt>
    <dgm:pt modelId="{79558AEB-BDF8-4DCA-9B11-94B6262DD1A1}" type="pres">
      <dgm:prSet presAssocID="{229A6561-D694-427B-A593-B26B0E5A4100}" presName="Name21" presStyleCnt="0"/>
      <dgm:spPr/>
    </dgm:pt>
    <dgm:pt modelId="{44712CD1-EEA6-4876-B0DF-686EB05E9345}" type="pres">
      <dgm:prSet presAssocID="{229A6561-D694-427B-A593-B26B0E5A4100}" presName="level2Shape" presStyleLbl="node3" presStyleIdx="2" presStyleCnt="3"/>
      <dgm:spPr/>
    </dgm:pt>
    <dgm:pt modelId="{2DC97BB8-A45C-4A84-8E0B-3BB235CB99BD}" type="pres">
      <dgm:prSet presAssocID="{229A6561-D694-427B-A593-B26B0E5A4100}" presName="hierChild3" presStyleCnt="0"/>
      <dgm:spPr/>
    </dgm:pt>
    <dgm:pt modelId="{89D556F8-EF28-4A35-8330-F6FDF5A5957F}" type="pres">
      <dgm:prSet presAssocID="{504C003B-9198-4189-9A05-772C4CBA46B6}" presName="bgShapesFlow" presStyleCnt="0"/>
      <dgm:spPr/>
    </dgm:pt>
  </dgm:ptLst>
  <dgm:cxnLst>
    <dgm:cxn modelId="{A3A6EE05-6A37-43F9-BDAE-FCF5E4449479}" srcId="{C2030493-09A7-4370-BFFA-2D05832F7C74}" destId="{181E111F-9174-4594-95BB-EC8C9E85D130}" srcOrd="0" destOrd="0" parTransId="{DD579628-7821-408D-BA61-A3C470FE7B29}" sibTransId="{F9C15248-3B06-463A-8C9E-804E6F770652}"/>
    <dgm:cxn modelId="{1D161E06-3871-4F39-AA90-BB8F23C6698B}" srcId="{EC123485-39EE-4D67-A269-6C3D74BBEDC4}" destId="{B8AE8132-9AF0-4FC8-9C6A-781B04C0C786}" srcOrd="0" destOrd="0" parTransId="{44590EF0-524E-4CE7-A5FC-D12C17DBEDBB}" sibTransId="{39CDFFC0-D165-4294-B49E-4765F5A16731}"/>
    <dgm:cxn modelId="{B8EC6A11-6845-41D9-A0BA-9ADA129E3CEF}" type="presOf" srcId="{181E111F-9174-4594-95BB-EC8C9E85D130}" destId="{5E54B1FD-1442-4A64-BB4B-F14D0F2F8C35}" srcOrd="0" destOrd="0" presId="urn:microsoft.com/office/officeart/2005/8/layout/hierarchy6"/>
    <dgm:cxn modelId="{03C9351E-319E-4036-9460-46DB553025B1}" type="presOf" srcId="{BBDBD0A0-3D98-4391-8BEC-C30192D8ECC1}" destId="{C00C9A11-EA64-4FBE-9F02-958D2B82098D}" srcOrd="0" destOrd="0" presId="urn:microsoft.com/office/officeart/2005/8/layout/hierarchy6"/>
    <dgm:cxn modelId="{D195F423-5C68-4716-B3DA-3CEAAA14A7D3}" srcId="{B8AE8132-9AF0-4FC8-9C6A-781B04C0C786}" destId="{A4F0D069-C76A-4039-8354-2B940145BB4A}" srcOrd="0" destOrd="0" parTransId="{FA17235D-748B-4F6D-83E2-43D30246F7E1}" sibTransId="{977D3332-4D4F-44B8-998C-858CFE134A40}"/>
    <dgm:cxn modelId="{2576BE25-5DBA-4202-9221-D70593CC484C}" srcId="{504C003B-9198-4189-9A05-772C4CBA46B6}" destId="{EC123485-39EE-4D67-A269-6C3D74BBEDC4}" srcOrd="0" destOrd="0" parTransId="{8935A866-3626-4E55-9AFD-14038CC0B6DC}" sibTransId="{C0A333AB-D0FF-4CD3-9924-092EB8B79CB1}"/>
    <dgm:cxn modelId="{4548E125-B8ED-4395-94F2-02D0085B71C7}" srcId="{30C91274-78DA-42F4-89F0-E7C30C4AA1B0}" destId="{229A6561-D694-427B-A593-B26B0E5A4100}" srcOrd="0" destOrd="0" parTransId="{BBDBD0A0-3D98-4391-8BEC-C30192D8ECC1}" sibTransId="{E9154725-487A-4E70-B2BE-535AB2746C56}"/>
    <dgm:cxn modelId="{2900C936-E3CD-48D9-8D11-15D7DD312735}" type="presOf" srcId="{30C91274-78DA-42F4-89F0-E7C30C4AA1B0}" destId="{2D8D99C7-AC47-46AB-AC17-3E16B793A9DA}" srcOrd="0" destOrd="0" presId="urn:microsoft.com/office/officeart/2005/8/layout/hierarchy6"/>
    <dgm:cxn modelId="{1416983A-777E-49EA-8CDE-A89BC14CBAF5}" type="presOf" srcId="{229A6561-D694-427B-A593-B26B0E5A4100}" destId="{44712CD1-EEA6-4876-B0DF-686EB05E9345}" srcOrd="0" destOrd="0" presId="urn:microsoft.com/office/officeart/2005/8/layout/hierarchy6"/>
    <dgm:cxn modelId="{2F36AA66-D091-4914-A59A-74979A3652C2}" type="presOf" srcId="{504C003B-9198-4189-9A05-772C4CBA46B6}" destId="{BF134417-57CB-4B86-9070-D9106358549B}" srcOrd="0" destOrd="0" presId="urn:microsoft.com/office/officeart/2005/8/layout/hierarchy6"/>
    <dgm:cxn modelId="{E5AC8181-5932-4A58-A901-7D437B858500}" type="presOf" srcId="{DD579628-7821-408D-BA61-A3C470FE7B29}" destId="{570D8963-320F-4D85-8C28-4D27D7135212}" srcOrd="0" destOrd="0" presId="urn:microsoft.com/office/officeart/2005/8/layout/hierarchy6"/>
    <dgm:cxn modelId="{7CAFB29A-C19B-4A9F-BA85-3FD8D8D6AC00}" srcId="{EC123485-39EE-4D67-A269-6C3D74BBEDC4}" destId="{C2030493-09A7-4370-BFFA-2D05832F7C74}" srcOrd="1" destOrd="0" parTransId="{7B6383F3-0C81-4A2C-B4F9-5C7E0C18961A}" sibTransId="{9EBA202C-D770-4E53-A7A9-FFDAC0C2E3AF}"/>
    <dgm:cxn modelId="{6FA4A6A8-A856-4A57-8A74-4B399B373EA2}" type="presOf" srcId="{EC123485-39EE-4D67-A269-6C3D74BBEDC4}" destId="{7C8497B3-C297-4D8D-A50E-617F1C421D08}" srcOrd="0" destOrd="0" presId="urn:microsoft.com/office/officeart/2005/8/layout/hierarchy6"/>
    <dgm:cxn modelId="{E85F5CC9-C310-4EF7-BAE8-D9237E426993}" type="presOf" srcId="{B8AE8132-9AF0-4FC8-9C6A-781B04C0C786}" destId="{50381169-9FA8-48DA-AEF7-370E0BA1ADC9}" srcOrd="0" destOrd="0" presId="urn:microsoft.com/office/officeart/2005/8/layout/hierarchy6"/>
    <dgm:cxn modelId="{0B735BCA-DC39-4F5D-B375-9FFB9AD6EF80}" type="presOf" srcId="{C2030493-09A7-4370-BFFA-2D05832F7C74}" destId="{B50CC594-DC6B-4AAD-95EE-A708D5B88801}" srcOrd="0" destOrd="0" presId="urn:microsoft.com/office/officeart/2005/8/layout/hierarchy6"/>
    <dgm:cxn modelId="{8C3F31E4-0549-470A-BE4B-536A67B767AA}" type="presOf" srcId="{44590EF0-524E-4CE7-A5FC-D12C17DBEDBB}" destId="{A5E70B8A-AEFB-4997-B2B7-D7814CBCD9F6}" srcOrd="0" destOrd="0" presId="urn:microsoft.com/office/officeart/2005/8/layout/hierarchy6"/>
    <dgm:cxn modelId="{1FC21DE6-7F33-4C97-A217-AC12AB9C1168}" type="presOf" srcId="{A4F0D069-C76A-4039-8354-2B940145BB4A}" destId="{9A472DFE-E0CF-4F6E-9927-AF3C3D1E757F}" srcOrd="0" destOrd="0" presId="urn:microsoft.com/office/officeart/2005/8/layout/hierarchy6"/>
    <dgm:cxn modelId="{D7A642E7-E216-45A6-9ACE-E7DB5407F31C}" type="presOf" srcId="{7B6383F3-0C81-4A2C-B4F9-5C7E0C18961A}" destId="{14FB6984-5E63-4F37-9D8B-D3FD905FDB2D}" srcOrd="0" destOrd="0" presId="urn:microsoft.com/office/officeart/2005/8/layout/hierarchy6"/>
    <dgm:cxn modelId="{DE70E0EE-EAAF-49B3-A62C-011A7DBE94EE}" srcId="{EC123485-39EE-4D67-A269-6C3D74BBEDC4}" destId="{30C91274-78DA-42F4-89F0-E7C30C4AA1B0}" srcOrd="2" destOrd="0" parTransId="{79811E37-7674-44CB-B9F3-8313BC097AB4}" sibTransId="{9948E135-4E84-4D83-ADB7-1F21CE56AD22}"/>
    <dgm:cxn modelId="{6EB3D5F2-193A-4F74-8689-CCA58D53B194}" type="presOf" srcId="{79811E37-7674-44CB-B9F3-8313BC097AB4}" destId="{68A24976-A689-45DE-8537-EADA6B9774D1}" srcOrd="0" destOrd="0" presId="urn:microsoft.com/office/officeart/2005/8/layout/hierarchy6"/>
    <dgm:cxn modelId="{7579FAF6-6703-4573-A184-897D20CCC9A6}" type="presOf" srcId="{FA17235D-748B-4F6D-83E2-43D30246F7E1}" destId="{59CA768A-59EA-40B2-A0E5-73F6948B0E49}" srcOrd="0" destOrd="0" presId="urn:microsoft.com/office/officeart/2005/8/layout/hierarchy6"/>
    <dgm:cxn modelId="{21F92400-D195-48A6-8D86-56340BB23298}" type="presParOf" srcId="{BF134417-57CB-4B86-9070-D9106358549B}" destId="{56766EF8-745A-4045-8B0D-E0AF3389ED8B}" srcOrd="0" destOrd="0" presId="urn:microsoft.com/office/officeart/2005/8/layout/hierarchy6"/>
    <dgm:cxn modelId="{5D53A50A-0CD2-416F-9733-F0BC0DD67E74}" type="presParOf" srcId="{56766EF8-745A-4045-8B0D-E0AF3389ED8B}" destId="{76375B1D-18BD-4599-856C-6361C7BB31EA}" srcOrd="0" destOrd="0" presId="urn:microsoft.com/office/officeart/2005/8/layout/hierarchy6"/>
    <dgm:cxn modelId="{D01775B6-F92F-412E-8D27-52AC3AF3C176}" type="presParOf" srcId="{76375B1D-18BD-4599-856C-6361C7BB31EA}" destId="{1A0D1F60-3D52-4239-99F7-91526984287E}" srcOrd="0" destOrd="0" presId="urn:microsoft.com/office/officeart/2005/8/layout/hierarchy6"/>
    <dgm:cxn modelId="{F7788CEB-DE0B-4137-92AA-A37675A91D71}" type="presParOf" srcId="{1A0D1F60-3D52-4239-99F7-91526984287E}" destId="{7C8497B3-C297-4D8D-A50E-617F1C421D08}" srcOrd="0" destOrd="0" presId="urn:microsoft.com/office/officeart/2005/8/layout/hierarchy6"/>
    <dgm:cxn modelId="{259A22D9-9201-46C6-A13B-E89B4901CB35}" type="presParOf" srcId="{1A0D1F60-3D52-4239-99F7-91526984287E}" destId="{CD9781D8-99A0-404F-BE46-49D75DD2383F}" srcOrd="1" destOrd="0" presId="urn:microsoft.com/office/officeart/2005/8/layout/hierarchy6"/>
    <dgm:cxn modelId="{D020E491-4CF3-4699-AB3E-96B58B4C77DF}" type="presParOf" srcId="{CD9781D8-99A0-404F-BE46-49D75DD2383F}" destId="{A5E70B8A-AEFB-4997-B2B7-D7814CBCD9F6}" srcOrd="0" destOrd="0" presId="urn:microsoft.com/office/officeart/2005/8/layout/hierarchy6"/>
    <dgm:cxn modelId="{BE8860C3-2DEE-4755-BB9F-23EEA8F66F09}" type="presParOf" srcId="{CD9781D8-99A0-404F-BE46-49D75DD2383F}" destId="{01DC538D-71B1-400D-B654-A96D06D847D3}" srcOrd="1" destOrd="0" presId="urn:microsoft.com/office/officeart/2005/8/layout/hierarchy6"/>
    <dgm:cxn modelId="{D3512E15-9883-42D4-9EB6-F9D1A46D7D49}" type="presParOf" srcId="{01DC538D-71B1-400D-B654-A96D06D847D3}" destId="{50381169-9FA8-48DA-AEF7-370E0BA1ADC9}" srcOrd="0" destOrd="0" presId="urn:microsoft.com/office/officeart/2005/8/layout/hierarchy6"/>
    <dgm:cxn modelId="{9F1C4BF7-9CB2-4B9E-9E81-6C6D37C7479A}" type="presParOf" srcId="{01DC538D-71B1-400D-B654-A96D06D847D3}" destId="{3FB6C99B-4F9E-46BF-B7D6-44859CA3537D}" srcOrd="1" destOrd="0" presId="urn:microsoft.com/office/officeart/2005/8/layout/hierarchy6"/>
    <dgm:cxn modelId="{E0FACCF2-D422-4D67-8EEF-21A0DE379993}" type="presParOf" srcId="{3FB6C99B-4F9E-46BF-B7D6-44859CA3537D}" destId="{59CA768A-59EA-40B2-A0E5-73F6948B0E49}" srcOrd="0" destOrd="0" presId="urn:microsoft.com/office/officeart/2005/8/layout/hierarchy6"/>
    <dgm:cxn modelId="{1DA163BF-19E4-4D8A-97CC-94AC8C0945B9}" type="presParOf" srcId="{3FB6C99B-4F9E-46BF-B7D6-44859CA3537D}" destId="{2251197B-7359-4021-94E9-E024B2A55574}" srcOrd="1" destOrd="0" presId="urn:microsoft.com/office/officeart/2005/8/layout/hierarchy6"/>
    <dgm:cxn modelId="{0DCA91B5-6B68-48A5-A4FE-7665C508A226}" type="presParOf" srcId="{2251197B-7359-4021-94E9-E024B2A55574}" destId="{9A472DFE-E0CF-4F6E-9927-AF3C3D1E757F}" srcOrd="0" destOrd="0" presId="urn:microsoft.com/office/officeart/2005/8/layout/hierarchy6"/>
    <dgm:cxn modelId="{D930E6ED-CFBE-4760-A58B-BE2282F99044}" type="presParOf" srcId="{2251197B-7359-4021-94E9-E024B2A55574}" destId="{BD2F4D78-A15F-4D70-8C53-C099831B2D47}" srcOrd="1" destOrd="0" presId="urn:microsoft.com/office/officeart/2005/8/layout/hierarchy6"/>
    <dgm:cxn modelId="{AD055F45-7D18-4613-83E8-65A150ABB815}" type="presParOf" srcId="{CD9781D8-99A0-404F-BE46-49D75DD2383F}" destId="{14FB6984-5E63-4F37-9D8B-D3FD905FDB2D}" srcOrd="2" destOrd="0" presId="urn:microsoft.com/office/officeart/2005/8/layout/hierarchy6"/>
    <dgm:cxn modelId="{16130CF3-2114-4CBD-A5A0-84FB5942681E}" type="presParOf" srcId="{CD9781D8-99A0-404F-BE46-49D75DD2383F}" destId="{B5C4CF60-3FB0-453A-BBC5-DFF9DBFBE9C6}" srcOrd="3" destOrd="0" presId="urn:microsoft.com/office/officeart/2005/8/layout/hierarchy6"/>
    <dgm:cxn modelId="{3E5416E8-612C-4EF3-9D0C-14588B2A32F8}" type="presParOf" srcId="{B5C4CF60-3FB0-453A-BBC5-DFF9DBFBE9C6}" destId="{B50CC594-DC6B-4AAD-95EE-A708D5B88801}" srcOrd="0" destOrd="0" presId="urn:microsoft.com/office/officeart/2005/8/layout/hierarchy6"/>
    <dgm:cxn modelId="{95E579D3-E1CF-4A83-A092-65A36C230DE9}" type="presParOf" srcId="{B5C4CF60-3FB0-453A-BBC5-DFF9DBFBE9C6}" destId="{B40B37DC-607F-4B4E-8E7C-A72D140B21F8}" srcOrd="1" destOrd="0" presId="urn:microsoft.com/office/officeart/2005/8/layout/hierarchy6"/>
    <dgm:cxn modelId="{912C607C-DAF2-4778-8ACA-6E543D9458DA}" type="presParOf" srcId="{B40B37DC-607F-4B4E-8E7C-A72D140B21F8}" destId="{570D8963-320F-4D85-8C28-4D27D7135212}" srcOrd="0" destOrd="0" presId="urn:microsoft.com/office/officeart/2005/8/layout/hierarchy6"/>
    <dgm:cxn modelId="{23E3405F-3093-41D9-BF82-51082F6A3A9F}" type="presParOf" srcId="{B40B37DC-607F-4B4E-8E7C-A72D140B21F8}" destId="{3B393BA3-37B6-432F-B3FD-C9CD8F78E1A7}" srcOrd="1" destOrd="0" presId="urn:microsoft.com/office/officeart/2005/8/layout/hierarchy6"/>
    <dgm:cxn modelId="{81685F5B-9A25-415D-B8CA-FDA2FE1573B0}" type="presParOf" srcId="{3B393BA3-37B6-432F-B3FD-C9CD8F78E1A7}" destId="{5E54B1FD-1442-4A64-BB4B-F14D0F2F8C35}" srcOrd="0" destOrd="0" presId="urn:microsoft.com/office/officeart/2005/8/layout/hierarchy6"/>
    <dgm:cxn modelId="{C40F9453-3618-431A-ABE6-F78802A9B8BF}" type="presParOf" srcId="{3B393BA3-37B6-432F-B3FD-C9CD8F78E1A7}" destId="{410088E4-DC2D-4065-A915-31B4A8C51A16}" srcOrd="1" destOrd="0" presId="urn:microsoft.com/office/officeart/2005/8/layout/hierarchy6"/>
    <dgm:cxn modelId="{EE2A3F25-13FD-4A9E-B83C-BCE0B1B5FA2A}" type="presParOf" srcId="{CD9781D8-99A0-404F-BE46-49D75DD2383F}" destId="{68A24976-A689-45DE-8537-EADA6B9774D1}" srcOrd="4" destOrd="0" presId="urn:microsoft.com/office/officeart/2005/8/layout/hierarchy6"/>
    <dgm:cxn modelId="{64233C0E-8200-45D9-9C77-3798596C0C8E}" type="presParOf" srcId="{CD9781D8-99A0-404F-BE46-49D75DD2383F}" destId="{29BCBC16-CEE0-4555-BCBE-DBF775587CFE}" srcOrd="5" destOrd="0" presId="urn:microsoft.com/office/officeart/2005/8/layout/hierarchy6"/>
    <dgm:cxn modelId="{D882F0C1-283A-4823-96D6-C1B0ABA770AA}" type="presParOf" srcId="{29BCBC16-CEE0-4555-BCBE-DBF775587CFE}" destId="{2D8D99C7-AC47-46AB-AC17-3E16B793A9DA}" srcOrd="0" destOrd="0" presId="urn:microsoft.com/office/officeart/2005/8/layout/hierarchy6"/>
    <dgm:cxn modelId="{7974C838-997B-4A4A-92E8-706A3ECD7435}" type="presParOf" srcId="{29BCBC16-CEE0-4555-BCBE-DBF775587CFE}" destId="{061C4043-BA2B-4784-A3EB-80C9A42B2EA6}" srcOrd="1" destOrd="0" presId="urn:microsoft.com/office/officeart/2005/8/layout/hierarchy6"/>
    <dgm:cxn modelId="{F9DCC313-A8CF-4BAF-9022-7B4D6317055A}" type="presParOf" srcId="{061C4043-BA2B-4784-A3EB-80C9A42B2EA6}" destId="{C00C9A11-EA64-4FBE-9F02-958D2B82098D}" srcOrd="0" destOrd="0" presId="urn:microsoft.com/office/officeart/2005/8/layout/hierarchy6"/>
    <dgm:cxn modelId="{CFD6D35F-BFBD-4C26-AA1A-D3000B2D5C16}" type="presParOf" srcId="{061C4043-BA2B-4784-A3EB-80C9A42B2EA6}" destId="{79558AEB-BDF8-4DCA-9B11-94B6262DD1A1}" srcOrd="1" destOrd="0" presId="urn:microsoft.com/office/officeart/2005/8/layout/hierarchy6"/>
    <dgm:cxn modelId="{7DE3CB34-A0D2-4A31-A011-943F15FD1782}" type="presParOf" srcId="{79558AEB-BDF8-4DCA-9B11-94B6262DD1A1}" destId="{44712CD1-EEA6-4876-B0DF-686EB05E9345}" srcOrd="0" destOrd="0" presId="urn:microsoft.com/office/officeart/2005/8/layout/hierarchy6"/>
    <dgm:cxn modelId="{BAC10158-9827-4D7A-9EB1-D679D1DDBA86}" type="presParOf" srcId="{79558AEB-BDF8-4DCA-9B11-94B6262DD1A1}" destId="{2DC97BB8-A45C-4A84-8E0B-3BB235CB99BD}" srcOrd="1" destOrd="0" presId="urn:microsoft.com/office/officeart/2005/8/layout/hierarchy6"/>
    <dgm:cxn modelId="{5C9DEF62-4711-4496-B6EF-50F7B8AC49B0}" type="presParOf" srcId="{BF134417-57CB-4B86-9070-D9106358549B}" destId="{89D556F8-EF28-4A35-8330-F6FDF5A5957F}"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C9E6FABF-C625-4EAC-9309-F433E677B4ED}" type="doc">
      <dgm:prSet loTypeId="urn:microsoft.com/office/officeart/2005/8/layout/process1" loCatId="process" qsTypeId="urn:microsoft.com/office/officeart/2005/8/quickstyle/simple1" qsCatId="simple" csTypeId="urn:microsoft.com/office/officeart/2005/8/colors/accent1_2" csCatId="accent1" phldr="1"/>
      <dgm:spPr/>
    </dgm:pt>
    <dgm:pt modelId="{849CAA32-CA15-44F9-A974-781B7C3D61ED}">
      <dgm:prSet phldrT="[Text]"/>
      <dgm:spPr/>
      <dgm:t>
        <a:bodyPr/>
        <a:lstStyle/>
        <a:p>
          <a:r>
            <a:rPr lang="de-DE"/>
            <a:t>System A</a:t>
          </a:r>
        </a:p>
      </dgm:t>
    </dgm:pt>
    <dgm:pt modelId="{6B4B73C4-4028-48D1-8381-5634EB2BBA56}" type="parTrans" cxnId="{73F3D251-E2A1-48CB-9F77-2CE631CCDCDA}">
      <dgm:prSet/>
      <dgm:spPr/>
      <dgm:t>
        <a:bodyPr/>
        <a:lstStyle/>
        <a:p>
          <a:endParaRPr lang="de-DE"/>
        </a:p>
      </dgm:t>
    </dgm:pt>
    <dgm:pt modelId="{9BFF5EB8-2050-422D-B733-5FEB80DB6163}" type="sibTrans" cxnId="{73F3D251-E2A1-48CB-9F77-2CE631CCDCDA}">
      <dgm:prSet/>
      <dgm:spPr/>
      <dgm:t>
        <a:bodyPr/>
        <a:lstStyle/>
        <a:p>
          <a:endParaRPr lang="de-DE"/>
        </a:p>
      </dgm:t>
    </dgm:pt>
    <dgm:pt modelId="{35AAA7E8-6FB4-4E49-81DB-0C8620654829}">
      <dgm:prSet phldrT="[Text]"/>
      <dgm:spPr/>
      <dgm:t>
        <a:bodyPr/>
        <a:lstStyle/>
        <a:p>
          <a:r>
            <a:rPr lang="de-DE"/>
            <a:t>Anfrage</a:t>
          </a:r>
        </a:p>
      </dgm:t>
    </dgm:pt>
    <dgm:pt modelId="{D0DFE44E-D224-4D45-8497-153AA6AC84A0}" type="parTrans" cxnId="{33C95668-D825-4FC5-BBE1-4C69B4F42B34}">
      <dgm:prSet/>
      <dgm:spPr/>
      <dgm:t>
        <a:bodyPr/>
        <a:lstStyle/>
        <a:p>
          <a:endParaRPr lang="de-DE"/>
        </a:p>
      </dgm:t>
    </dgm:pt>
    <dgm:pt modelId="{BDC99CEE-676F-4B51-AB58-43D13772AEC1}" type="sibTrans" cxnId="{33C95668-D825-4FC5-BBE1-4C69B4F42B34}">
      <dgm:prSet/>
      <dgm:spPr/>
      <dgm:t>
        <a:bodyPr/>
        <a:lstStyle/>
        <a:p>
          <a:endParaRPr lang="de-DE"/>
        </a:p>
      </dgm:t>
    </dgm:pt>
    <dgm:pt modelId="{01B79621-5C47-450F-ABCC-2D9A5F435AAD}">
      <dgm:prSet phldrT="[Text]"/>
      <dgm:spPr/>
      <dgm:t>
        <a:bodyPr/>
        <a:lstStyle/>
        <a:p>
          <a:r>
            <a:rPr lang="de-DE"/>
            <a:t>System B</a:t>
          </a:r>
        </a:p>
      </dgm:t>
    </dgm:pt>
    <dgm:pt modelId="{4B7BA312-A79D-4C22-ADB5-87FB29297DDB}" type="parTrans" cxnId="{B37E6BCE-ED27-4688-848F-6F27A695CC8E}">
      <dgm:prSet/>
      <dgm:spPr/>
      <dgm:t>
        <a:bodyPr/>
        <a:lstStyle/>
        <a:p>
          <a:endParaRPr lang="de-DE"/>
        </a:p>
      </dgm:t>
    </dgm:pt>
    <dgm:pt modelId="{F96D9237-4B4B-463F-BAB4-3D5D87894F0A}" type="sibTrans" cxnId="{B37E6BCE-ED27-4688-848F-6F27A695CC8E}">
      <dgm:prSet/>
      <dgm:spPr/>
      <dgm:t>
        <a:bodyPr/>
        <a:lstStyle/>
        <a:p>
          <a:endParaRPr lang="de-DE"/>
        </a:p>
      </dgm:t>
    </dgm:pt>
    <dgm:pt modelId="{7302BA35-9BA8-47C8-BBAA-CFA6D1717701}" type="pres">
      <dgm:prSet presAssocID="{C9E6FABF-C625-4EAC-9309-F433E677B4ED}" presName="Name0" presStyleCnt="0">
        <dgm:presLayoutVars>
          <dgm:dir/>
          <dgm:resizeHandles val="exact"/>
        </dgm:presLayoutVars>
      </dgm:prSet>
      <dgm:spPr/>
    </dgm:pt>
    <dgm:pt modelId="{4FDB8E2D-0EAD-4AF8-9C82-9F501A5787D1}" type="pres">
      <dgm:prSet presAssocID="{849CAA32-CA15-44F9-A974-781B7C3D61ED}" presName="node" presStyleLbl="node1" presStyleIdx="0" presStyleCnt="3">
        <dgm:presLayoutVars>
          <dgm:bulletEnabled val="1"/>
        </dgm:presLayoutVars>
      </dgm:prSet>
      <dgm:spPr/>
    </dgm:pt>
    <dgm:pt modelId="{003533E3-C11D-4584-8610-92F472477693}" type="pres">
      <dgm:prSet presAssocID="{9BFF5EB8-2050-422D-B733-5FEB80DB6163}" presName="sibTrans" presStyleLbl="sibTrans2D1" presStyleIdx="0" presStyleCnt="2"/>
      <dgm:spPr/>
    </dgm:pt>
    <dgm:pt modelId="{563222CD-7DD0-41E1-A342-B62A13947BB5}" type="pres">
      <dgm:prSet presAssocID="{9BFF5EB8-2050-422D-B733-5FEB80DB6163}" presName="connectorText" presStyleLbl="sibTrans2D1" presStyleIdx="0" presStyleCnt="2"/>
      <dgm:spPr/>
    </dgm:pt>
    <dgm:pt modelId="{9D630968-26E6-4FDF-A982-461513597835}" type="pres">
      <dgm:prSet presAssocID="{35AAA7E8-6FB4-4E49-81DB-0C8620654829}" presName="node" presStyleLbl="node1" presStyleIdx="1" presStyleCnt="3">
        <dgm:presLayoutVars>
          <dgm:bulletEnabled val="1"/>
        </dgm:presLayoutVars>
      </dgm:prSet>
      <dgm:spPr/>
    </dgm:pt>
    <dgm:pt modelId="{5F0D8775-E5E2-44BD-8640-59EC434242A4}" type="pres">
      <dgm:prSet presAssocID="{BDC99CEE-676F-4B51-AB58-43D13772AEC1}" presName="sibTrans" presStyleLbl="sibTrans2D1" presStyleIdx="1" presStyleCnt="2"/>
      <dgm:spPr/>
    </dgm:pt>
    <dgm:pt modelId="{F0CCD400-5518-45B9-B85C-5E9BBDDB94B2}" type="pres">
      <dgm:prSet presAssocID="{BDC99CEE-676F-4B51-AB58-43D13772AEC1}" presName="connectorText" presStyleLbl="sibTrans2D1" presStyleIdx="1" presStyleCnt="2"/>
      <dgm:spPr/>
    </dgm:pt>
    <dgm:pt modelId="{84AFC852-A072-4D40-9E61-4BD7B532547F}" type="pres">
      <dgm:prSet presAssocID="{01B79621-5C47-450F-ABCC-2D9A5F435AAD}" presName="node" presStyleLbl="node1" presStyleIdx="2" presStyleCnt="3">
        <dgm:presLayoutVars>
          <dgm:bulletEnabled val="1"/>
        </dgm:presLayoutVars>
      </dgm:prSet>
      <dgm:spPr/>
    </dgm:pt>
  </dgm:ptLst>
  <dgm:cxnLst>
    <dgm:cxn modelId="{73CC832E-3120-4449-870B-1940A1D605AA}" type="presOf" srcId="{9BFF5EB8-2050-422D-B733-5FEB80DB6163}" destId="{563222CD-7DD0-41E1-A342-B62A13947BB5}" srcOrd="1" destOrd="0" presId="urn:microsoft.com/office/officeart/2005/8/layout/process1"/>
    <dgm:cxn modelId="{466EF731-F894-4479-951E-1B35F3C8B9D8}" type="presOf" srcId="{BDC99CEE-676F-4B51-AB58-43D13772AEC1}" destId="{5F0D8775-E5E2-44BD-8640-59EC434242A4}" srcOrd="0" destOrd="0" presId="urn:microsoft.com/office/officeart/2005/8/layout/process1"/>
    <dgm:cxn modelId="{71634A60-F97C-40CD-A7C3-F23E1E50097D}" type="presOf" srcId="{849CAA32-CA15-44F9-A974-781B7C3D61ED}" destId="{4FDB8E2D-0EAD-4AF8-9C82-9F501A5787D1}" srcOrd="0" destOrd="0" presId="urn:microsoft.com/office/officeart/2005/8/layout/process1"/>
    <dgm:cxn modelId="{33C95668-D825-4FC5-BBE1-4C69B4F42B34}" srcId="{C9E6FABF-C625-4EAC-9309-F433E677B4ED}" destId="{35AAA7E8-6FB4-4E49-81DB-0C8620654829}" srcOrd="1" destOrd="0" parTransId="{D0DFE44E-D224-4D45-8497-153AA6AC84A0}" sibTransId="{BDC99CEE-676F-4B51-AB58-43D13772AEC1}"/>
    <dgm:cxn modelId="{34B8E94D-0560-459C-800B-EA67833E0ADA}" type="presOf" srcId="{9BFF5EB8-2050-422D-B733-5FEB80DB6163}" destId="{003533E3-C11D-4584-8610-92F472477693}" srcOrd="0" destOrd="0" presId="urn:microsoft.com/office/officeart/2005/8/layout/process1"/>
    <dgm:cxn modelId="{73F3D251-E2A1-48CB-9F77-2CE631CCDCDA}" srcId="{C9E6FABF-C625-4EAC-9309-F433E677B4ED}" destId="{849CAA32-CA15-44F9-A974-781B7C3D61ED}" srcOrd="0" destOrd="0" parTransId="{6B4B73C4-4028-48D1-8381-5634EB2BBA56}" sibTransId="{9BFF5EB8-2050-422D-B733-5FEB80DB6163}"/>
    <dgm:cxn modelId="{BAB6E581-C6AC-4062-8E93-3CB1B0782F50}" type="presOf" srcId="{35AAA7E8-6FB4-4E49-81DB-0C8620654829}" destId="{9D630968-26E6-4FDF-A982-461513597835}" srcOrd="0" destOrd="0" presId="urn:microsoft.com/office/officeart/2005/8/layout/process1"/>
    <dgm:cxn modelId="{EE86BFA1-BC03-4962-96E9-E34CA684B498}" type="presOf" srcId="{C9E6FABF-C625-4EAC-9309-F433E677B4ED}" destId="{7302BA35-9BA8-47C8-BBAA-CFA6D1717701}" srcOrd="0" destOrd="0" presId="urn:microsoft.com/office/officeart/2005/8/layout/process1"/>
    <dgm:cxn modelId="{20EA1FC1-5271-419C-A797-6DD13237C33D}" type="presOf" srcId="{BDC99CEE-676F-4B51-AB58-43D13772AEC1}" destId="{F0CCD400-5518-45B9-B85C-5E9BBDDB94B2}" srcOrd="1" destOrd="0" presId="urn:microsoft.com/office/officeart/2005/8/layout/process1"/>
    <dgm:cxn modelId="{B37E6BCE-ED27-4688-848F-6F27A695CC8E}" srcId="{C9E6FABF-C625-4EAC-9309-F433E677B4ED}" destId="{01B79621-5C47-450F-ABCC-2D9A5F435AAD}" srcOrd="2" destOrd="0" parTransId="{4B7BA312-A79D-4C22-ADB5-87FB29297DDB}" sibTransId="{F96D9237-4B4B-463F-BAB4-3D5D87894F0A}"/>
    <dgm:cxn modelId="{B002BFFF-7FE9-4C36-8637-A4C8FE30314B}" type="presOf" srcId="{01B79621-5C47-450F-ABCC-2D9A5F435AAD}" destId="{84AFC852-A072-4D40-9E61-4BD7B532547F}" srcOrd="0" destOrd="0" presId="urn:microsoft.com/office/officeart/2005/8/layout/process1"/>
    <dgm:cxn modelId="{492E3367-9306-47F6-8A0C-630E1849B661}" type="presParOf" srcId="{7302BA35-9BA8-47C8-BBAA-CFA6D1717701}" destId="{4FDB8E2D-0EAD-4AF8-9C82-9F501A5787D1}" srcOrd="0" destOrd="0" presId="urn:microsoft.com/office/officeart/2005/8/layout/process1"/>
    <dgm:cxn modelId="{65475888-EACC-48EC-9A62-A6ED5BCE645E}" type="presParOf" srcId="{7302BA35-9BA8-47C8-BBAA-CFA6D1717701}" destId="{003533E3-C11D-4584-8610-92F472477693}" srcOrd="1" destOrd="0" presId="urn:microsoft.com/office/officeart/2005/8/layout/process1"/>
    <dgm:cxn modelId="{C5C74B4B-31E1-46BF-A982-9B461D355435}" type="presParOf" srcId="{003533E3-C11D-4584-8610-92F472477693}" destId="{563222CD-7DD0-41E1-A342-B62A13947BB5}" srcOrd="0" destOrd="0" presId="urn:microsoft.com/office/officeart/2005/8/layout/process1"/>
    <dgm:cxn modelId="{479472E4-13BD-411B-946D-4DECAF16E80A}" type="presParOf" srcId="{7302BA35-9BA8-47C8-BBAA-CFA6D1717701}" destId="{9D630968-26E6-4FDF-A982-461513597835}" srcOrd="2" destOrd="0" presId="urn:microsoft.com/office/officeart/2005/8/layout/process1"/>
    <dgm:cxn modelId="{F086C705-5A5E-43BE-8F3D-8460E46948CC}" type="presParOf" srcId="{7302BA35-9BA8-47C8-BBAA-CFA6D1717701}" destId="{5F0D8775-E5E2-44BD-8640-59EC434242A4}" srcOrd="3" destOrd="0" presId="urn:microsoft.com/office/officeart/2005/8/layout/process1"/>
    <dgm:cxn modelId="{385CCE7A-2B10-448B-B8D9-68E81312FBC8}" type="presParOf" srcId="{5F0D8775-E5E2-44BD-8640-59EC434242A4}" destId="{F0CCD400-5518-45B9-B85C-5E9BBDDB94B2}" srcOrd="0" destOrd="0" presId="urn:microsoft.com/office/officeart/2005/8/layout/process1"/>
    <dgm:cxn modelId="{F4C5EE6E-FCE6-47A7-8DF3-285E661C5A2E}" type="presParOf" srcId="{7302BA35-9BA8-47C8-BBAA-CFA6D1717701}" destId="{84AFC852-A072-4D40-9E61-4BD7B532547F}"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C9E6FABF-C625-4EAC-9309-F433E677B4ED}" type="doc">
      <dgm:prSet loTypeId="urn:microsoft.com/office/officeart/2005/8/layout/process1" loCatId="process" qsTypeId="urn:microsoft.com/office/officeart/2005/8/quickstyle/simple1" qsCatId="simple" csTypeId="urn:microsoft.com/office/officeart/2005/8/colors/accent1_2" csCatId="accent1" phldr="1"/>
      <dgm:spPr/>
    </dgm:pt>
    <dgm:pt modelId="{849CAA32-CA15-44F9-A974-781B7C3D61ED}">
      <dgm:prSet phldrT="[Text]"/>
      <dgm:spPr/>
      <dgm:t>
        <a:bodyPr/>
        <a:lstStyle/>
        <a:p>
          <a:r>
            <a:rPr lang="de-DE"/>
            <a:t>System B</a:t>
          </a:r>
        </a:p>
      </dgm:t>
    </dgm:pt>
    <dgm:pt modelId="{6B4B73C4-4028-48D1-8381-5634EB2BBA56}" type="parTrans" cxnId="{73F3D251-E2A1-48CB-9F77-2CE631CCDCDA}">
      <dgm:prSet/>
      <dgm:spPr/>
      <dgm:t>
        <a:bodyPr/>
        <a:lstStyle/>
        <a:p>
          <a:endParaRPr lang="de-DE"/>
        </a:p>
      </dgm:t>
    </dgm:pt>
    <dgm:pt modelId="{9BFF5EB8-2050-422D-B733-5FEB80DB6163}" type="sibTrans" cxnId="{73F3D251-E2A1-48CB-9F77-2CE631CCDCDA}">
      <dgm:prSet/>
      <dgm:spPr/>
      <dgm:t>
        <a:bodyPr/>
        <a:lstStyle/>
        <a:p>
          <a:endParaRPr lang="de-DE"/>
        </a:p>
      </dgm:t>
    </dgm:pt>
    <dgm:pt modelId="{35AAA7E8-6FB4-4E49-81DB-0C8620654829}">
      <dgm:prSet phldrT="[Text]"/>
      <dgm:spPr/>
      <dgm:t>
        <a:bodyPr/>
        <a:lstStyle/>
        <a:p>
          <a:r>
            <a:rPr lang="de-DE"/>
            <a:t>Anfrage</a:t>
          </a:r>
        </a:p>
      </dgm:t>
    </dgm:pt>
    <dgm:pt modelId="{D0DFE44E-D224-4D45-8497-153AA6AC84A0}" type="parTrans" cxnId="{33C95668-D825-4FC5-BBE1-4C69B4F42B34}">
      <dgm:prSet/>
      <dgm:spPr/>
      <dgm:t>
        <a:bodyPr/>
        <a:lstStyle/>
        <a:p>
          <a:endParaRPr lang="de-DE"/>
        </a:p>
      </dgm:t>
    </dgm:pt>
    <dgm:pt modelId="{BDC99CEE-676F-4B51-AB58-43D13772AEC1}" type="sibTrans" cxnId="{33C95668-D825-4FC5-BBE1-4C69B4F42B34}">
      <dgm:prSet/>
      <dgm:spPr/>
      <dgm:t>
        <a:bodyPr/>
        <a:lstStyle/>
        <a:p>
          <a:endParaRPr lang="de-DE"/>
        </a:p>
      </dgm:t>
    </dgm:pt>
    <dgm:pt modelId="{01B79621-5C47-450F-ABCC-2D9A5F435AAD}">
      <dgm:prSet phldrT="[Text]"/>
      <dgm:spPr/>
      <dgm:t>
        <a:bodyPr/>
        <a:lstStyle/>
        <a:p>
          <a:r>
            <a:rPr lang="de-DE"/>
            <a:t>System A</a:t>
          </a:r>
        </a:p>
      </dgm:t>
    </dgm:pt>
    <dgm:pt modelId="{4B7BA312-A79D-4C22-ADB5-87FB29297DDB}" type="parTrans" cxnId="{B37E6BCE-ED27-4688-848F-6F27A695CC8E}">
      <dgm:prSet/>
      <dgm:spPr/>
      <dgm:t>
        <a:bodyPr/>
        <a:lstStyle/>
        <a:p>
          <a:endParaRPr lang="de-DE"/>
        </a:p>
      </dgm:t>
    </dgm:pt>
    <dgm:pt modelId="{F96D9237-4B4B-463F-BAB4-3D5D87894F0A}" type="sibTrans" cxnId="{B37E6BCE-ED27-4688-848F-6F27A695CC8E}">
      <dgm:prSet/>
      <dgm:spPr/>
      <dgm:t>
        <a:bodyPr/>
        <a:lstStyle/>
        <a:p>
          <a:endParaRPr lang="de-DE"/>
        </a:p>
      </dgm:t>
    </dgm:pt>
    <dgm:pt modelId="{7302BA35-9BA8-47C8-BBAA-CFA6D1717701}" type="pres">
      <dgm:prSet presAssocID="{C9E6FABF-C625-4EAC-9309-F433E677B4ED}" presName="Name0" presStyleCnt="0">
        <dgm:presLayoutVars>
          <dgm:dir val="rev"/>
          <dgm:resizeHandles val="exact"/>
        </dgm:presLayoutVars>
      </dgm:prSet>
      <dgm:spPr/>
    </dgm:pt>
    <dgm:pt modelId="{4FDB8E2D-0EAD-4AF8-9C82-9F501A5787D1}" type="pres">
      <dgm:prSet presAssocID="{849CAA32-CA15-44F9-A974-781B7C3D61ED}" presName="node" presStyleLbl="node1" presStyleIdx="0" presStyleCnt="3">
        <dgm:presLayoutVars>
          <dgm:bulletEnabled val="1"/>
        </dgm:presLayoutVars>
      </dgm:prSet>
      <dgm:spPr/>
    </dgm:pt>
    <dgm:pt modelId="{003533E3-C11D-4584-8610-92F472477693}" type="pres">
      <dgm:prSet presAssocID="{9BFF5EB8-2050-422D-B733-5FEB80DB6163}" presName="sibTrans" presStyleLbl="sibTrans2D1" presStyleIdx="0" presStyleCnt="2"/>
      <dgm:spPr/>
    </dgm:pt>
    <dgm:pt modelId="{563222CD-7DD0-41E1-A342-B62A13947BB5}" type="pres">
      <dgm:prSet presAssocID="{9BFF5EB8-2050-422D-B733-5FEB80DB6163}" presName="connectorText" presStyleLbl="sibTrans2D1" presStyleIdx="0" presStyleCnt="2"/>
      <dgm:spPr/>
    </dgm:pt>
    <dgm:pt modelId="{9D630968-26E6-4FDF-A982-461513597835}" type="pres">
      <dgm:prSet presAssocID="{35AAA7E8-6FB4-4E49-81DB-0C8620654829}" presName="node" presStyleLbl="node1" presStyleIdx="1" presStyleCnt="3">
        <dgm:presLayoutVars>
          <dgm:bulletEnabled val="1"/>
        </dgm:presLayoutVars>
      </dgm:prSet>
      <dgm:spPr/>
    </dgm:pt>
    <dgm:pt modelId="{5F0D8775-E5E2-44BD-8640-59EC434242A4}" type="pres">
      <dgm:prSet presAssocID="{BDC99CEE-676F-4B51-AB58-43D13772AEC1}" presName="sibTrans" presStyleLbl="sibTrans2D1" presStyleIdx="1" presStyleCnt="2"/>
      <dgm:spPr/>
    </dgm:pt>
    <dgm:pt modelId="{F0CCD400-5518-45B9-B85C-5E9BBDDB94B2}" type="pres">
      <dgm:prSet presAssocID="{BDC99CEE-676F-4B51-AB58-43D13772AEC1}" presName="connectorText" presStyleLbl="sibTrans2D1" presStyleIdx="1" presStyleCnt="2"/>
      <dgm:spPr/>
    </dgm:pt>
    <dgm:pt modelId="{84AFC852-A072-4D40-9E61-4BD7B532547F}" type="pres">
      <dgm:prSet presAssocID="{01B79621-5C47-450F-ABCC-2D9A5F435AAD}" presName="node" presStyleLbl="node1" presStyleIdx="2" presStyleCnt="3">
        <dgm:presLayoutVars>
          <dgm:bulletEnabled val="1"/>
        </dgm:presLayoutVars>
      </dgm:prSet>
      <dgm:spPr/>
    </dgm:pt>
  </dgm:ptLst>
  <dgm:cxnLst>
    <dgm:cxn modelId="{73CC832E-3120-4449-870B-1940A1D605AA}" type="presOf" srcId="{9BFF5EB8-2050-422D-B733-5FEB80DB6163}" destId="{563222CD-7DD0-41E1-A342-B62A13947BB5}" srcOrd="1" destOrd="0" presId="urn:microsoft.com/office/officeart/2005/8/layout/process1"/>
    <dgm:cxn modelId="{466EF731-F894-4479-951E-1B35F3C8B9D8}" type="presOf" srcId="{BDC99CEE-676F-4B51-AB58-43D13772AEC1}" destId="{5F0D8775-E5E2-44BD-8640-59EC434242A4}" srcOrd="0" destOrd="0" presId="urn:microsoft.com/office/officeart/2005/8/layout/process1"/>
    <dgm:cxn modelId="{71634A60-F97C-40CD-A7C3-F23E1E50097D}" type="presOf" srcId="{849CAA32-CA15-44F9-A974-781B7C3D61ED}" destId="{4FDB8E2D-0EAD-4AF8-9C82-9F501A5787D1}" srcOrd="0" destOrd="0" presId="urn:microsoft.com/office/officeart/2005/8/layout/process1"/>
    <dgm:cxn modelId="{33C95668-D825-4FC5-BBE1-4C69B4F42B34}" srcId="{C9E6FABF-C625-4EAC-9309-F433E677B4ED}" destId="{35AAA7E8-6FB4-4E49-81DB-0C8620654829}" srcOrd="1" destOrd="0" parTransId="{D0DFE44E-D224-4D45-8497-153AA6AC84A0}" sibTransId="{BDC99CEE-676F-4B51-AB58-43D13772AEC1}"/>
    <dgm:cxn modelId="{34B8E94D-0560-459C-800B-EA67833E0ADA}" type="presOf" srcId="{9BFF5EB8-2050-422D-B733-5FEB80DB6163}" destId="{003533E3-C11D-4584-8610-92F472477693}" srcOrd="0" destOrd="0" presId="urn:microsoft.com/office/officeart/2005/8/layout/process1"/>
    <dgm:cxn modelId="{73F3D251-E2A1-48CB-9F77-2CE631CCDCDA}" srcId="{C9E6FABF-C625-4EAC-9309-F433E677B4ED}" destId="{849CAA32-CA15-44F9-A974-781B7C3D61ED}" srcOrd="0" destOrd="0" parTransId="{6B4B73C4-4028-48D1-8381-5634EB2BBA56}" sibTransId="{9BFF5EB8-2050-422D-B733-5FEB80DB6163}"/>
    <dgm:cxn modelId="{BAB6E581-C6AC-4062-8E93-3CB1B0782F50}" type="presOf" srcId="{35AAA7E8-6FB4-4E49-81DB-0C8620654829}" destId="{9D630968-26E6-4FDF-A982-461513597835}" srcOrd="0" destOrd="0" presId="urn:microsoft.com/office/officeart/2005/8/layout/process1"/>
    <dgm:cxn modelId="{EE86BFA1-BC03-4962-96E9-E34CA684B498}" type="presOf" srcId="{C9E6FABF-C625-4EAC-9309-F433E677B4ED}" destId="{7302BA35-9BA8-47C8-BBAA-CFA6D1717701}" srcOrd="0" destOrd="0" presId="urn:microsoft.com/office/officeart/2005/8/layout/process1"/>
    <dgm:cxn modelId="{20EA1FC1-5271-419C-A797-6DD13237C33D}" type="presOf" srcId="{BDC99CEE-676F-4B51-AB58-43D13772AEC1}" destId="{F0CCD400-5518-45B9-B85C-5E9BBDDB94B2}" srcOrd="1" destOrd="0" presId="urn:microsoft.com/office/officeart/2005/8/layout/process1"/>
    <dgm:cxn modelId="{B37E6BCE-ED27-4688-848F-6F27A695CC8E}" srcId="{C9E6FABF-C625-4EAC-9309-F433E677B4ED}" destId="{01B79621-5C47-450F-ABCC-2D9A5F435AAD}" srcOrd="2" destOrd="0" parTransId="{4B7BA312-A79D-4C22-ADB5-87FB29297DDB}" sibTransId="{F96D9237-4B4B-463F-BAB4-3D5D87894F0A}"/>
    <dgm:cxn modelId="{B002BFFF-7FE9-4C36-8637-A4C8FE30314B}" type="presOf" srcId="{01B79621-5C47-450F-ABCC-2D9A5F435AAD}" destId="{84AFC852-A072-4D40-9E61-4BD7B532547F}" srcOrd="0" destOrd="0" presId="urn:microsoft.com/office/officeart/2005/8/layout/process1"/>
    <dgm:cxn modelId="{492E3367-9306-47F6-8A0C-630E1849B661}" type="presParOf" srcId="{7302BA35-9BA8-47C8-BBAA-CFA6D1717701}" destId="{4FDB8E2D-0EAD-4AF8-9C82-9F501A5787D1}" srcOrd="0" destOrd="0" presId="urn:microsoft.com/office/officeart/2005/8/layout/process1"/>
    <dgm:cxn modelId="{65475888-EACC-48EC-9A62-A6ED5BCE645E}" type="presParOf" srcId="{7302BA35-9BA8-47C8-BBAA-CFA6D1717701}" destId="{003533E3-C11D-4584-8610-92F472477693}" srcOrd="1" destOrd="0" presId="urn:microsoft.com/office/officeart/2005/8/layout/process1"/>
    <dgm:cxn modelId="{C5C74B4B-31E1-46BF-A982-9B461D355435}" type="presParOf" srcId="{003533E3-C11D-4584-8610-92F472477693}" destId="{563222CD-7DD0-41E1-A342-B62A13947BB5}" srcOrd="0" destOrd="0" presId="urn:microsoft.com/office/officeart/2005/8/layout/process1"/>
    <dgm:cxn modelId="{479472E4-13BD-411B-946D-4DECAF16E80A}" type="presParOf" srcId="{7302BA35-9BA8-47C8-BBAA-CFA6D1717701}" destId="{9D630968-26E6-4FDF-A982-461513597835}" srcOrd="2" destOrd="0" presId="urn:microsoft.com/office/officeart/2005/8/layout/process1"/>
    <dgm:cxn modelId="{F086C705-5A5E-43BE-8F3D-8460E46948CC}" type="presParOf" srcId="{7302BA35-9BA8-47C8-BBAA-CFA6D1717701}" destId="{5F0D8775-E5E2-44BD-8640-59EC434242A4}" srcOrd="3" destOrd="0" presId="urn:microsoft.com/office/officeart/2005/8/layout/process1"/>
    <dgm:cxn modelId="{385CCE7A-2B10-448B-B8D9-68E81312FBC8}" type="presParOf" srcId="{5F0D8775-E5E2-44BD-8640-59EC434242A4}" destId="{F0CCD400-5518-45B9-B85C-5E9BBDDB94B2}" srcOrd="0" destOrd="0" presId="urn:microsoft.com/office/officeart/2005/8/layout/process1"/>
    <dgm:cxn modelId="{F4C5EE6E-FCE6-47A7-8DF3-285E661C5A2E}" type="presParOf" srcId="{7302BA35-9BA8-47C8-BBAA-CFA6D1717701}" destId="{84AFC852-A072-4D40-9E61-4BD7B532547F}"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71A4A871-34A2-4544-845B-78F97D6054F8}" type="doc">
      <dgm:prSet loTypeId="urn:microsoft.com/office/officeart/2005/8/layout/process1" loCatId="process" qsTypeId="urn:microsoft.com/office/officeart/2005/8/quickstyle/simple1" qsCatId="simple" csTypeId="urn:microsoft.com/office/officeart/2005/8/colors/accent1_2" csCatId="accent1" phldr="1"/>
      <dgm:spPr/>
    </dgm:pt>
    <dgm:pt modelId="{E7A0E499-D05E-4097-B15C-33FD498B0BA0}">
      <dgm:prSet phldrT="[Text]"/>
      <dgm:spPr/>
      <dgm:t>
        <a:bodyPr/>
        <a:lstStyle/>
        <a:p>
          <a:r>
            <a:rPr lang="de-DE"/>
            <a:t>System A</a:t>
          </a:r>
        </a:p>
      </dgm:t>
    </dgm:pt>
    <dgm:pt modelId="{A3F4C4B0-5D09-4AB3-9181-43D8EBE6D450}" type="parTrans" cxnId="{F0DDF679-C04D-4AF9-8D21-99F3B757DEE0}">
      <dgm:prSet/>
      <dgm:spPr/>
      <dgm:t>
        <a:bodyPr/>
        <a:lstStyle/>
        <a:p>
          <a:endParaRPr lang="de-DE"/>
        </a:p>
      </dgm:t>
    </dgm:pt>
    <dgm:pt modelId="{446919A0-E45B-4D05-8D95-650942AC9E52}" type="sibTrans" cxnId="{F0DDF679-C04D-4AF9-8D21-99F3B757DEE0}">
      <dgm:prSet/>
      <dgm:spPr/>
      <dgm:t>
        <a:bodyPr/>
        <a:lstStyle/>
        <a:p>
          <a:endParaRPr lang="de-DE"/>
        </a:p>
      </dgm:t>
    </dgm:pt>
    <dgm:pt modelId="{E1111838-87B2-4C27-B48A-63FE5A5BF8C2}">
      <dgm:prSet phldrT="[Text]"/>
      <dgm:spPr/>
      <dgm:t>
        <a:bodyPr/>
        <a:lstStyle/>
        <a:p>
          <a:r>
            <a:rPr lang="de-DE"/>
            <a:t>„Trigger“</a:t>
          </a:r>
        </a:p>
      </dgm:t>
    </dgm:pt>
    <dgm:pt modelId="{A4A7EF14-887E-4664-9E10-9A62AA4D2130}" type="parTrans" cxnId="{65932FA5-3D1B-4DC6-BABD-67C7385CF07A}">
      <dgm:prSet/>
      <dgm:spPr/>
      <dgm:t>
        <a:bodyPr/>
        <a:lstStyle/>
        <a:p>
          <a:endParaRPr lang="de-DE"/>
        </a:p>
      </dgm:t>
    </dgm:pt>
    <dgm:pt modelId="{22205716-AC6B-4BF3-859A-28379A65D568}" type="sibTrans" cxnId="{65932FA5-3D1B-4DC6-BABD-67C7385CF07A}">
      <dgm:prSet/>
      <dgm:spPr/>
      <dgm:t>
        <a:bodyPr/>
        <a:lstStyle/>
        <a:p>
          <a:endParaRPr lang="de-DE"/>
        </a:p>
      </dgm:t>
    </dgm:pt>
    <dgm:pt modelId="{67F5683F-8AD3-4A16-ACEF-00B76559022C}">
      <dgm:prSet phldrT="[Text]"/>
      <dgm:spPr/>
      <dgm:t>
        <a:bodyPr/>
        <a:lstStyle/>
        <a:p>
          <a:r>
            <a:rPr lang="de-DE"/>
            <a:t>System B / C / D</a:t>
          </a:r>
        </a:p>
      </dgm:t>
    </dgm:pt>
    <dgm:pt modelId="{7EBD1144-3077-4B3E-8AEB-D592C98CDADC}" type="parTrans" cxnId="{66912D5D-E345-43C1-A2F7-01D3455B4706}">
      <dgm:prSet/>
      <dgm:spPr/>
      <dgm:t>
        <a:bodyPr/>
        <a:lstStyle/>
        <a:p>
          <a:endParaRPr lang="de-DE"/>
        </a:p>
      </dgm:t>
    </dgm:pt>
    <dgm:pt modelId="{94597996-CF4A-434F-8D17-AA1C95772C06}" type="sibTrans" cxnId="{66912D5D-E345-43C1-A2F7-01D3455B4706}">
      <dgm:prSet/>
      <dgm:spPr/>
      <dgm:t>
        <a:bodyPr/>
        <a:lstStyle/>
        <a:p>
          <a:endParaRPr lang="de-DE"/>
        </a:p>
      </dgm:t>
    </dgm:pt>
    <dgm:pt modelId="{0C3F4708-1B1F-4AF2-A178-9BB37B6B7834}" type="pres">
      <dgm:prSet presAssocID="{71A4A871-34A2-4544-845B-78F97D6054F8}" presName="Name0" presStyleCnt="0">
        <dgm:presLayoutVars>
          <dgm:dir/>
          <dgm:resizeHandles val="exact"/>
        </dgm:presLayoutVars>
      </dgm:prSet>
      <dgm:spPr/>
    </dgm:pt>
    <dgm:pt modelId="{FE31DABD-4CC3-4C1A-A53F-24422AC7FC3F}" type="pres">
      <dgm:prSet presAssocID="{E7A0E499-D05E-4097-B15C-33FD498B0BA0}" presName="node" presStyleLbl="node1" presStyleIdx="0" presStyleCnt="3" custScaleX="184756" custLinFactX="155028" custLinFactY="-193900" custLinFactNeighborX="200000" custLinFactNeighborY="-200000">
        <dgm:presLayoutVars>
          <dgm:bulletEnabled val="1"/>
        </dgm:presLayoutVars>
      </dgm:prSet>
      <dgm:spPr/>
    </dgm:pt>
    <dgm:pt modelId="{EBC68EF2-C7A6-4361-B762-03EAB19A3EBD}" type="pres">
      <dgm:prSet presAssocID="{446919A0-E45B-4D05-8D95-650942AC9E52}" presName="sibTrans" presStyleLbl="sibTrans2D1" presStyleIdx="0" presStyleCnt="2"/>
      <dgm:spPr/>
    </dgm:pt>
    <dgm:pt modelId="{2E054E13-623F-48BC-853C-7095C0357919}" type="pres">
      <dgm:prSet presAssocID="{446919A0-E45B-4D05-8D95-650942AC9E52}" presName="connectorText" presStyleLbl="sibTrans2D1" presStyleIdx="0" presStyleCnt="2"/>
      <dgm:spPr/>
    </dgm:pt>
    <dgm:pt modelId="{9358AFAC-60DA-4310-900E-1AB74CEE8223}" type="pres">
      <dgm:prSet presAssocID="{E1111838-87B2-4C27-B48A-63FE5A5BF8C2}" presName="node" presStyleLbl="node1" presStyleIdx="1" presStyleCnt="3" custScaleX="199224" custLinFactY="-100000" custLinFactNeighborX="10689" custLinFactNeighborY="-126195">
        <dgm:presLayoutVars>
          <dgm:bulletEnabled val="1"/>
        </dgm:presLayoutVars>
      </dgm:prSet>
      <dgm:spPr/>
    </dgm:pt>
    <dgm:pt modelId="{CFA4C43B-D8B7-42AD-A8D2-E03DBC879D85}" type="pres">
      <dgm:prSet presAssocID="{22205716-AC6B-4BF3-859A-28379A65D568}" presName="sibTrans" presStyleLbl="sibTrans2D1" presStyleIdx="1" presStyleCnt="2"/>
      <dgm:spPr/>
    </dgm:pt>
    <dgm:pt modelId="{665D15CE-518D-4C6D-BA5A-25D91C7F1809}" type="pres">
      <dgm:prSet presAssocID="{22205716-AC6B-4BF3-859A-28379A65D568}" presName="connectorText" presStyleLbl="sibTrans2D1" presStyleIdx="1" presStyleCnt="2"/>
      <dgm:spPr/>
    </dgm:pt>
    <dgm:pt modelId="{89F52926-E9B1-4E98-A064-2F6A48471878}" type="pres">
      <dgm:prSet presAssocID="{67F5683F-8AD3-4A16-ACEF-00B76559022C}" presName="node" presStyleLbl="node1" presStyleIdx="2" presStyleCnt="3" custScaleX="292538" custLinFactX="-200000" custLinFactNeighborX="-206494" custLinFactNeighborY="-66481">
        <dgm:presLayoutVars>
          <dgm:bulletEnabled val="1"/>
        </dgm:presLayoutVars>
      </dgm:prSet>
      <dgm:spPr/>
    </dgm:pt>
  </dgm:ptLst>
  <dgm:cxnLst>
    <dgm:cxn modelId="{05054802-95A9-4905-A234-A4C0F5446010}" type="presOf" srcId="{446919A0-E45B-4D05-8D95-650942AC9E52}" destId="{2E054E13-623F-48BC-853C-7095C0357919}" srcOrd="1" destOrd="0" presId="urn:microsoft.com/office/officeart/2005/8/layout/process1"/>
    <dgm:cxn modelId="{D021FC30-4FB5-4083-A0EE-D77C2BBD661D}" type="presOf" srcId="{22205716-AC6B-4BF3-859A-28379A65D568}" destId="{CFA4C43B-D8B7-42AD-A8D2-E03DBC879D85}" srcOrd="0" destOrd="0" presId="urn:microsoft.com/office/officeart/2005/8/layout/process1"/>
    <dgm:cxn modelId="{66912D5D-E345-43C1-A2F7-01D3455B4706}" srcId="{71A4A871-34A2-4544-845B-78F97D6054F8}" destId="{67F5683F-8AD3-4A16-ACEF-00B76559022C}" srcOrd="2" destOrd="0" parTransId="{7EBD1144-3077-4B3E-8AEB-D592C98CDADC}" sibTransId="{94597996-CF4A-434F-8D17-AA1C95772C06}"/>
    <dgm:cxn modelId="{D30EEF41-1C9D-4278-B879-5AE2C21C13B1}" type="presOf" srcId="{E7A0E499-D05E-4097-B15C-33FD498B0BA0}" destId="{FE31DABD-4CC3-4C1A-A53F-24422AC7FC3F}" srcOrd="0" destOrd="0" presId="urn:microsoft.com/office/officeart/2005/8/layout/process1"/>
    <dgm:cxn modelId="{FB4FF346-2C76-4826-82FB-AAD5E0FA2A9D}" type="presOf" srcId="{22205716-AC6B-4BF3-859A-28379A65D568}" destId="{665D15CE-518D-4C6D-BA5A-25D91C7F1809}" srcOrd="1" destOrd="0" presId="urn:microsoft.com/office/officeart/2005/8/layout/process1"/>
    <dgm:cxn modelId="{8B2DAA73-447A-4AF4-A7B4-46D8D646058A}" type="presOf" srcId="{67F5683F-8AD3-4A16-ACEF-00B76559022C}" destId="{89F52926-E9B1-4E98-A064-2F6A48471878}" srcOrd="0" destOrd="0" presId="urn:microsoft.com/office/officeart/2005/8/layout/process1"/>
    <dgm:cxn modelId="{CBE5EA75-035D-45A0-A2A1-1F093689E518}" type="presOf" srcId="{71A4A871-34A2-4544-845B-78F97D6054F8}" destId="{0C3F4708-1B1F-4AF2-A178-9BB37B6B7834}" srcOrd="0" destOrd="0" presId="urn:microsoft.com/office/officeart/2005/8/layout/process1"/>
    <dgm:cxn modelId="{F0DDF679-C04D-4AF9-8D21-99F3B757DEE0}" srcId="{71A4A871-34A2-4544-845B-78F97D6054F8}" destId="{E7A0E499-D05E-4097-B15C-33FD498B0BA0}" srcOrd="0" destOrd="0" parTransId="{A3F4C4B0-5D09-4AB3-9181-43D8EBE6D450}" sibTransId="{446919A0-E45B-4D05-8D95-650942AC9E52}"/>
    <dgm:cxn modelId="{65932FA5-3D1B-4DC6-BABD-67C7385CF07A}" srcId="{71A4A871-34A2-4544-845B-78F97D6054F8}" destId="{E1111838-87B2-4C27-B48A-63FE5A5BF8C2}" srcOrd="1" destOrd="0" parTransId="{A4A7EF14-887E-4664-9E10-9A62AA4D2130}" sibTransId="{22205716-AC6B-4BF3-859A-28379A65D568}"/>
    <dgm:cxn modelId="{954252D3-9355-4E7E-9397-0ED5C606145E}" type="presOf" srcId="{E1111838-87B2-4C27-B48A-63FE5A5BF8C2}" destId="{9358AFAC-60DA-4310-900E-1AB74CEE8223}" srcOrd="0" destOrd="0" presId="urn:microsoft.com/office/officeart/2005/8/layout/process1"/>
    <dgm:cxn modelId="{A76247EC-0D08-4690-AC60-7203D47CCD19}" type="presOf" srcId="{446919A0-E45B-4D05-8D95-650942AC9E52}" destId="{EBC68EF2-C7A6-4361-B762-03EAB19A3EBD}" srcOrd="0" destOrd="0" presId="urn:microsoft.com/office/officeart/2005/8/layout/process1"/>
    <dgm:cxn modelId="{60E926DB-1DBE-420B-B27A-59D94A36C23C}" type="presParOf" srcId="{0C3F4708-1B1F-4AF2-A178-9BB37B6B7834}" destId="{FE31DABD-4CC3-4C1A-A53F-24422AC7FC3F}" srcOrd="0" destOrd="0" presId="urn:microsoft.com/office/officeart/2005/8/layout/process1"/>
    <dgm:cxn modelId="{AC6D341C-5891-468F-9859-AE79290A7A61}" type="presParOf" srcId="{0C3F4708-1B1F-4AF2-A178-9BB37B6B7834}" destId="{EBC68EF2-C7A6-4361-B762-03EAB19A3EBD}" srcOrd="1" destOrd="0" presId="urn:microsoft.com/office/officeart/2005/8/layout/process1"/>
    <dgm:cxn modelId="{4E789D1F-28E1-4F82-A2C1-E13AE1709DC4}" type="presParOf" srcId="{EBC68EF2-C7A6-4361-B762-03EAB19A3EBD}" destId="{2E054E13-623F-48BC-853C-7095C0357919}" srcOrd="0" destOrd="0" presId="urn:microsoft.com/office/officeart/2005/8/layout/process1"/>
    <dgm:cxn modelId="{CDB27DB7-E370-41DD-A2FE-26021DFCEA07}" type="presParOf" srcId="{0C3F4708-1B1F-4AF2-A178-9BB37B6B7834}" destId="{9358AFAC-60DA-4310-900E-1AB74CEE8223}" srcOrd="2" destOrd="0" presId="urn:microsoft.com/office/officeart/2005/8/layout/process1"/>
    <dgm:cxn modelId="{83998EA3-7AA4-4F5A-BAEC-48A1E403B735}" type="presParOf" srcId="{0C3F4708-1B1F-4AF2-A178-9BB37B6B7834}" destId="{CFA4C43B-D8B7-42AD-A8D2-E03DBC879D85}" srcOrd="3" destOrd="0" presId="urn:microsoft.com/office/officeart/2005/8/layout/process1"/>
    <dgm:cxn modelId="{8F30D435-C3B2-4BB1-BE62-C0C5A3A8BD29}" type="presParOf" srcId="{CFA4C43B-D8B7-42AD-A8D2-E03DBC879D85}" destId="{665D15CE-518D-4C6D-BA5A-25D91C7F1809}" srcOrd="0" destOrd="0" presId="urn:microsoft.com/office/officeart/2005/8/layout/process1"/>
    <dgm:cxn modelId="{90BE3EA5-0311-4E98-AA10-10A839726BF8}" type="presParOf" srcId="{0C3F4708-1B1F-4AF2-A178-9BB37B6B7834}" destId="{89F52926-E9B1-4E98-A064-2F6A48471878}" srcOrd="4"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71A4A871-34A2-4544-845B-78F97D6054F8}" type="doc">
      <dgm:prSet loTypeId="urn:microsoft.com/office/officeart/2005/8/layout/process1" loCatId="process" qsTypeId="urn:microsoft.com/office/officeart/2005/8/quickstyle/simple1" qsCatId="simple" csTypeId="urn:microsoft.com/office/officeart/2005/8/colors/accent1_2" csCatId="accent1" phldr="1"/>
      <dgm:spPr/>
    </dgm:pt>
    <dgm:pt modelId="{E7A0E499-D05E-4097-B15C-33FD498B0BA0}">
      <dgm:prSet phldrT="[Text]"/>
      <dgm:spPr/>
      <dgm:t>
        <a:bodyPr/>
        <a:lstStyle/>
        <a:p>
          <a:r>
            <a:rPr lang="de-DE"/>
            <a:t>System A</a:t>
          </a:r>
        </a:p>
      </dgm:t>
    </dgm:pt>
    <dgm:pt modelId="{A3F4C4B0-5D09-4AB3-9181-43D8EBE6D450}" type="parTrans" cxnId="{F0DDF679-C04D-4AF9-8D21-99F3B757DEE0}">
      <dgm:prSet/>
      <dgm:spPr/>
      <dgm:t>
        <a:bodyPr/>
        <a:lstStyle/>
        <a:p>
          <a:endParaRPr lang="de-DE"/>
        </a:p>
      </dgm:t>
    </dgm:pt>
    <dgm:pt modelId="{446919A0-E45B-4D05-8D95-650942AC9E52}" type="sibTrans" cxnId="{F0DDF679-C04D-4AF9-8D21-99F3B757DEE0}">
      <dgm:prSet/>
      <dgm:spPr/>
      <dgm:t>
        <a:bodyPr/>
        <a:lstStyle/>
        <a:p>
          <a:endParaRPr lang="de-DE"/>
        </a:p>
      </dgm:t>
    </dgm:pt>
    <dgm:pt modelId="{E1111838-87B2-4C27-B48A-63FE5A5BF8C2}">
      <dgm:prSet phldrT="[Text]"/>
      <dgm:spPr/>
      <dgm:t>
        <a:bodyPr/>
        <a:lstStyle/>
        <a:p>
          <a:r>
            <a:rPr lang="de-DE"/>
            <a:t>Daten bewegen</a:t>
          </a:r>
        </a:p>
      </dgm:t>
    </dgm:pt>
    <dgm:pt modelId="{A4A7EF14-887E-4664-9E10-9A62AA4D2130}" type="parTrans" cxnId="{65932FA5-3D1B-4DC6-BABD-67C7385CF07A}">
      <dgm:prSet/>
      <dgm:spPr/>
      <dgm:t>
        <a:bodyPr/>
        <a:lstStyle/>
        <a:p>
          <a:endParaRPr lang="de-DE"/>
        </a:p>
      </dgm:t>
    </dgm:pt>
    <dgm:pt modelId="{22205716-AC6B-4BF3-859A-28379A65D568}" type="sibTrans" cxnId="{65932FA5-3D1B-4DC6-BABD-67C7385CF07A}">
      <dgm:prSet/>
      <dgm:spPr/>
      <dgm:t>
        <a:bodyPr/>
        <a:lstStyle/>
        <a:p>
          <a:endParaRPr lang="de-DE"/>
        </a:p>
      </dgm:t>
    </dgm:pt>
    <dgm:pt modelId="{67F5683F-8AD3-4A16-ACEF-00B76559022C}">
      <dgm:prSet phldrT="[Text]"/>
      <dgm:spPr/>
      <dgm:t>
        <a:bodyPr/>
        <a:lstStyle/>
        <a:p>
          <a:r>
            <a:rPr lang="de-DE"/>
            <a:t>System B</a:t>
          </a:r>
        </a:p>
      </dgm:t>
    </dgm:pt>
    <dgm:pt modelId="{7EBD1144-3077-4B3E-8AEB-D592C98CDADC}" type="parTrans" cxnId="{66912D5D-E345-43C1-A2F7-01D3455B4706}">
      <dgm:prSet/>
      <dgm:spPr/>
      <dgm:t>
        <a:bodyPr/>
        <a:lstStyle/>
        <a:p>
          <a:endParaRPr lang="de-DE"/>
        </a:p>
      </dgm:t>
    </dgm:pt>
    <dgm:pt modelId="{94597996-CF4A-434F-8D17-AA1C95772C06}" type="sibTrans" cxnId="{66912D5D-E345-43C1-A2F7-01D3455B4706}">
      <dgm:prSet/>
      <dgm:spPr/>
      <dgm:t>
        <a:bodyPr/>
        <a:lstStyle/>
        <a:p>
          <a:endParaRPr lang="de-DE"/>
        </a:p>
      </dgm:t>
    </dgm:pt>
    <dgm:pt modelId="{0C3F4708-1B1F-4AF2-A178-9BB37B6B7834}" type="pres">
      <dgm:prSet presAssocID="{71A4A871-34A2-4544-845B-78F97D6054F8}" presName="Name0" presStyleCnt="0">
        <dgm:presLayoutVars>
          <dgm:dir/>
          <dgm:resizeHandles val="exact"/>
        </dgm:presLayoutVars>
      </dgm:prSet>
      <dgm:spPr/>
    </dgm:pt>
    <dgm:pt modelId="{FE31DABD-4CC3-4C1A-A53F-24422AC7FC3F}" type="pres">
      <dgm:prSet presAssocID="{E7A0E499-D05E-4097-B15C-33FD498B0BA0}" presName="node" presStyleLbl="node1" presStyleIdx="0" presStyleCnt="3" custScaleX="184756" custLinFactX="155028" custLinFactY="-193900" custLinFactNeighborX="200000" custLinFactNeighborY="-200000">
        <dgm:presLayoutVars>
          <dgm:bulletEnabled val="1"/>
        </dgm:presLayoutVars>
      </dgm:prSet>
      <dgm:spPr/>
    </dgm:pt>
    <dgm:pt modelId="{EBC68EF2-C7A6-4361-B762-03EAB19A3EBD}" type="pres">
      <dgm:prSet presAssocID="{446919A0-E45B-4D05-8D95-650942AC9E52}" presName="sibTrans" presStyleLbl="sibTrans2D1" presStyleIdx="0" presStyleCnt="2"/>
      <dgm:spPr/>
    </dgm:pt>
    <dgm:pt modelId="{2E054E13-623F-48BC-853C-7095C0357919}" type="pres">
      <dgm:prSet presAssocID="{446919A0-E45B-4D05-8D95-650942AC9E52}" presName="connectorText" presStyleLbl="sibTrans2D1" presStyleIdx="0" presStyleCnt="2"/>
      <dgm:spPr/>
    </dgm:pt>
    <dgm:pt modelId="{9358AFAC-60DA-4310-900E-1AB74CEE8223}" type="pres">
      <dgm:prSet presAssocID="{E1111838-87B2-4C27-B48A-63FE5A5BF8C2}" presName="node" presStyleLbl="node1" presStyleIdx="1" presStyleCnt="3" custScaleX="199224" custLinFactY="-100000" custLinFactNeighborX="10689" custLinFactNeighborY="-126195">
        <dgm:presLayoutVars>
          <dgm:bulletEnabled val="1"/>
        </dgm:presLayoutVars>
      </dgm:prSet>
      <dgm:spPr/>
    </dgm:pt>
    <dgm:pt modelId="{CFA4C43B-D8B7-42AD-A8D2-E03DBC879D85}" type="pres">
      <dgm:prSet presAssocID="{22205716-AC6B-4BF3-859A-28379A65D568}" presName="sibTrans" presStyleLbl="sibTrans2D1" presStyleIdx="1" presStyleCnt="2"/>
      <dgm:spPr/>
    </dgm:pt>
    <dgm:pt modelId="{665D15CE-518D-4C6D-BA5A-25D91C7F1809}" type="pres">
      <dgm:prSet presAssocID="{22205716-AC6B-4BF3-859A-28379A65D568}" presName="connectorText" presStyleLbl="sibTrans2D1" presStyleIdx="1" presStyleCnt="2"/>
      <dgm:spPr/>
    </dgm:pt>
    <dgm:pt modelId="{89F52926-E9B1-4E98-A064-2F6A48471878}" type="pres">
      <dgm:prSet presAssocID="{67F5683F-8AD3-4A16-ACEF-00B76559022C}" presName="node" presStyleLbl="node1" presStyleIdx="2" presStyleCnt="3" custScaleX="292538" custLinFactX="-200000" custLinFactNeighborX="-206494" custLinFactNeighborY="-66481">
        <dgm:presLayoutVars>
          <dgm:bulletEnabled val="1"/>
        </dgm:presLayoutVars>
      </dgm:prSet>
      <dgm:spPr/>
    </dgm:pt>
  </dgm:ptLst>
  <dgm:cxnLst>
    <dgm:cxn modelId="{05054802-95A9-4905-A234-A4C0F5446010}" type="presOf" srcId="{446919A0-E45B-4D05-8D95-650942AC9E52}" destId="{2E054E13-623F-48BC-853C-7095C0357919}" srcOrd="1" destOrd="0" presId="urn:microsoft.com/office/officeart/2005/8/layout/process1"/>
    <dgm:cxn modelId="{D021FC30-4FB5-4083-A0EE-D77C2BBD661D}" type="presOf" srcId="{22205716-AC6B-4BF3-859A-28379A65D568}" destId="{CFA4C43B-D8B7-42AD-A8D2-E03DBC879D85}" srcOrd="0" destOrd="0" presId="urn:microsoft.com/office/officeart/2005/8/layout/process1"/>
    <dgm:cxn modelId="{66912D5D-E345-43C1-A2F7-01D3455B4706}" srcId="{71A4A871-34A2-4544-845B-78F97D6054F8}" destId="{67F5683F-8AD3-4A16-ACEF-00B76559022C}" srcOrd="2" destOrd="0" parTransId="{7EBD1144-3077-4B3E-8AEB-D592C98CDADC}" sibTransId="{94597996-CF4A-434F-8D17-AA1C95772C06}"/>
    <dgm:cxn modelId="{D30EEF41-1C9D-4278-B879-5AE2C21C13B1}" type="presOf" srcId="{E7A0E499-D05E-4097-B15C-33FD498B0BA0}" destId="{FE31DABD-4CC3-4C1A-A53F-24422AC7FC3F}" srcOrd="0" destOrd="0" presId="urn:microsoft.com/office/officeart/2005/8/layout/process1"/>
    <dgm:cxn modelId="{FB4FF346-2C76-4826-82FB-AAD5E0FA2A9D}" type="presOf" srcId="{22205716-AC6B-4BF3-859A-28379A65D568}" destId="{665D15CE-518D-4C6D-BA5A-25D91C7F1809}" srcOrd="1" destOrd="0" presId="urn:microsoft.com/office/officeart/2005/8/layout/process1"/>
    <dgm:cxn modelId="{8B2DAA73-447A-4AF4-A7B4-46D8D646058A}" type="presOf" srcId="{67F5683F-8AD3-4A16-ACEF-00B76559022C}" destId="{89F52926-E9B1-4E98-A064-2F6A48471878}" srcOrd="0" destOrd="0" presId="urn:microsoft.com/office/officeart/2005/8/layout/process1"/>
    <dgm:cxn modelId="{CBE5EA75-035D-45A0-A2A1-1F093689E518}" type="presOf" srcId="{71A4A871-34A2-4544-845B-78F97D6054F8}" destId="{0C3F4708-1B1F-4AF2-A178-9BB37B6B7834}" srcOrd="0" destOrd="0" presId="urn:microsoft.com/office/officeart/2005/8/layout/process1"/>
    <dgm:cxn modelId="{F0DDF679-C04D-4AF9-8D21-99F3B757DEE0}" srcId="{71A4A871-34A2-4544-845B-78F97D6054F8}" destId="{E7A0E499-D05E-4097-B15C-33FD498B0BA0}" srcOrd="0" destOrd="0" parTransId="{A3F4C4B0-5D09-4AB3-9181-43D8EBE6D450}" sibTransId="{446919A0-E45B-4D05-8D95-650942AC9E52}"/>
    <dgm:cxn modelId="{65932FA5-3D1B-4DC6-BABD-67C7385CF07A}" srcId="{71A4A871-34A2-4544-845B-78F97D6054F8}" destId="{E1111838-87B2-4C27-B48A-63FE5A5BF8C2}" srcOrd="1" destOrd="0" parTransId="{A4A7EF14-887E-4664-9E10-9A62AA4D2130}" sibTransId="{22205716-AC6B-4BF3-859A-28379A65D568}"/>
    <dgm:cxn modelId="{954252D3-9355-4E7E-9397-0ED5C606145E}" type="presOf" srcId="{E1111838-87B2-4C27-B48A-63FE5A5BF8C2}" destId="{9358AFAC-60DA-4310-900E-1AB74CEE8223}" srcOrd="0" destOrd="0" presId="urn:microsoft.com/office/officeart/2005/8/layout/process1"/>
    <dgm:cxn modelId="{A76247EC-0D08-4690-AC60-7203D47CCD19}" type="presOf" srcId="{446919A0-E45B-4D05-8D95-650942AC9E52}" destId="{EBC68EF2-C7A6-4361-B762-03EAB19A3EBD}" srcOrd="0" destOrd="0" presId="urn:microsoft.com/office/officeart/2005/8/layout/process1"/>
    <dgm:cxn modelId="{60E926DB-1DBE-420B-B27A-59D94A36C23C}" type="presParOf" srcId="{0C3F4708-1B1F-4AF2-A178-9BB37B6B7834}" destId="{FE31DABD-4CC3-4C1A-A53F-24422AC7FC3F}" srcOrd="0" destOrd="0" presId="urn:microsoft.com/office/officeart/2005/8/layout/process1"/>
    <dgm:cxn modelId="{AC6D341C-5891-468F-9859-AE79290A7A61}" type="presParOf" srcId="{0C3F4708-1B1F-4AF2-A178-9BB37B6B7834}" destId="{EBC68EF2-C7A6-4361-B762-03EAB19A3EBD}" srcOrd="1" destOrd="0" presId="urn:microsoft.com/office/officeart/2005/8/layout/process1"/>
    <dgm:cxn modelId="{4E789D1F-28E1-4F82-A2C1-E13AE1709DC4}" type="presParOf" srcId="{EBC68EF2-C7A6-4361-B762-03EAB19A3EBD}" destId="{2E054E13-623F-48BC-853C-7095C0357919}" srcOrd="0" destOrd="0" presId="urn:microsoft.com/office/officeart/2005/8/layout/process1"/>
    <dgm:cxn modelId="{CDB27DB7-E370-41DD-A2FE-26021DFCEA07}" type="presParOf" srcId="{0C3F4708-1B1F-4AF2-A178-9BB37B6B7834}" destId="{9358AFAC-60DA-4310-900E-1AB74CEE8223}" srcOrd="2" destOrd="0" presId="urn:microsoft.com/office/officeart/2005/8/layout/process1"/>
    <dgm:cxn modelId="{83998EA3-7AA4-4F5A-BAEC-48A1E403B735}" type="presParOf" srcId="{0C3F4708-1B1F-4AF2-A178-9BB37B6B7834}" destId="{CFA4C43B-D8B7-42AD-A8D2-E03DBC879D85}" srcOrd="3" destOrd="0" presId="urn:microsoft.com/office/officeart/2005/8/layout/process1"/>
    <dgm:cxn modelId="{8F30D435-C3B2-4BB1-BE62-C0C5A3A8BD29}" type="presParOf" srcId="{CFA4C43B-D8B7-42AD-A8D2-E03DBC879D85}" destId="{665D15CE-518D-4C6D-BA5A-25D91C7F1809}" srcOrd="0" destOrd="0" presId="urn:microsoft.com/office/officeart/2005/8/layout/process1"/>
    <dgm:cxn modelId="{90BE3EA5-0311-4E98-AA10-10A839726BF8}" type="presParOf" srcId="{0C3F4708-1B1F-4AF2-A178-9BB37B6B7834}" destId="{89F52926-E9B1-4E98-A064-2F6A48471878}" srcOrd="4"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AEC2C680-C452-45B2-8F37-E85BCF32834C}"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de-DE"/>
        </a:p>
      </dgm:t>
    </dgm:pt>
    <dgm:pt modelId="{1CB26F26-654A-4408-9B00-CD40F9A0CEA6}">
      <dgm:prSet phldrT="[Text]"/>
      <dgm:spPr/>
      <dgm:t>
        <a:bodyPr/>
        <a:lstStyle/>
        <a:p>
          <a:r>
            <a:rPr lang="de-DE"/>
            <a:t>Integration Layer</a:t>
          </a:r>
        </a:p>
      </dgm:t>
    </dgm:pt>
    <dgm:pt modelId="{D37440F5-201D-4A99-9156-2AA8281A09F5}" type="parTrans" cxnId="{7C9686FE-F6EC-41BA-ACB0-C9BA953A5C4C}">
      <dgm:prSet/>
      <dgm:spPr/>
      <dgm:t>
        <a:bodyPr/>
        <a:lstStyle/>
        <a:p>
          <a:endParaRPr lang="de-DE"/>
        </a:p>
      </dgm:t>
    </dgm:pt>
    <dgm:pt modelId="{A2221137-8131-4345-8406-7F23270A7CEA}" type="sibTrans" cxnId="{7C9686FE-F6EC-41BA-ACB0-C9BA953A5C4C}">
      <dgm:prSet/>
      <dgm:spPr/>
      <dgm:t>
        <a:bodyPr/>
        <a:lstStyle/>
        <a:p>
          <a:endParaRPr lang="de-DE"/>
        </a:p>
      </dgm:t>
    </dgm:pt>
    <dgm:pt modelId="{1FC2CA61-9BBD-424E-8A0F-14D3B76FFEE8}">
      <dgm:prSet phldrT="[Text]"/>
      <dgm:spPr/>
      <dgm:t>
        <a:bodyPr/>
        <a:lstStyle/>
        <a:p>
          <a:r>
            <a:rPr lang="de-DE"/>
            <a:t>System A</a:t>
          </a:r>
        </a:p>
      </dgm:t>
    </dgm:pt>
    <dgm:pt modelId="{DC7E1BE1-AB1F-4EA6-B2D1-BA058B8FD97E}" type="parTrans" cxnId="{A5D0066A-D530-461B-B067-3331CCE8F000}">
      <dgm:prSet/>
      <dgm:spPr/>
      <dgm:t>
        <a:bodyPr/>
        <a:lstStyle/>
        <a:p>
          <a:endParaRPr lang="de-DE"/>
        </a:p>
      </dgm:t>
    </dgm:pt>
    <dgm:pt modelId="{FA0ED4AB-E24D-45E1-ABFC-75FC2D436836}" type="sibTrans" cxnId="{A5D0066A-D530-461B-B067-3331CCE8F000}">
      <dgm:prSet/>
      <dgm:spPr/>
      <dgm:t>
        <a:bodyPr/>
        <a:lstStyle/>
        <a:p>
          <a:endParaRPr lang="de-DE"/>
        </a:p>
      </dgm:t>
    </dgm:pt>
    <dgm:pt modelId="{FA03553B-E4C9-4D0D-8145-62DDAAF90783}">
      <dgm:prSet phldrT="[Text]"/>
      <dgm:spPr/>
      <dgm:t>
        <a:bodyPr/>
        <a:lstStyle/>
        <a:p>
          <a:r>
            <a:rPr lang="de-DE"/>
            <a:t>System B</a:t>
          </a:r>
        </a:p>
      </dgm:t>
    </dgm:pt>
    <dgm:pt modelId="{EF743888-6E6C-453C-ABFC-DEDE321547DC}" type="parTrans" cxnId="{2E407FCE-A231-4EAC-83E1-8DF0A701551D}">
      <dgm:prSet/>
      <dgm:spPr/>
      <dgm:t>
        <a:bodyPr/>
        <a:lstStyle/>
        <a:p>
          <a:endParaRPr lang="de-DE"/>
        </a:p>
      </dgm:t>
    </dgm:pt>
    <dgm:pt modelId="{568C6D31-A30B-488E-AC4D-07E9F618032F}" type="sibTrans" cxnId="{2E407FCE-A231-4EAC-83E1-8DF0A701551D}">
      <dgm:prSet/>
      <dgm:spPr/>
      <dgm:t>
        <a:bodyPr/>
        <a:lstStyle/>
        <a:p>
          <a:endParaRPr lang="de-DE"/>
        </a:p>
      </dgm:t>
    </dgm:pt>
    <dgm:pt modelId="{A1C3F2E9-E97A-4FA9-BF91-EB53932B6093}">
      <dgm:prSet phldrT="[Text]"/>
      <dgm:spPr/>
      <dgm:t>
        <a:bodyPr/>
        <a:lstStyle/>
        <a:p>
          <a:r>
            <a:rPr lang="de-DE"/>
            <a:t>System C</a:t>
          </a:r>
        </a:p>
      </dgm:t>
    </dgm:pt>
    <dgm:pt modelId="{21574AF5-55A0-49DA-81CC-D0645A8C934A}" type="parTrans" cxnId="{C7FC1E0C-C33D-44C2-9DF7-72FCB10FEFA4}">
      <dgm:prSet/>
      <dgm:spPr/>
      <dgm:t>
        <a:bodyPr/>
        <a:lstStyle/>
        <a:p>
          <a:endParaRPr lang="de-DE"/>
        </a:p>
      </dgm:t>
    </dgm:pt>
    <dgm:pt modelId="{A79BDE2C-C624-49F1-8CB9-5B3E82BE68BE}" type="sibTrans" cxnId="{C7FC1E0C-C33D-44C2-9DF7-72FCB10FEFA4}">
      <dgm:prSet/>
      <dgm:spPr/>
      <dgm:t>
        <a:bodyPr/>
        <a:lstStyle/>
        <a:p>
          <a:endParaRPr lang="de-DE"/>
        </a:p>
      </dgm:t>
    </dgm:pt>
    <dgm:pt modelId="{4B21EDF6-07F5-4FF3-88F4-1D97A1172FEC}" type="pres">
      <dgm:prSet presAssocID="{AEC2C680-C452-45B2-8F37-E85BCF32834C}" presName="hierChild1" presStyleCnt="0">
        <dgm:presLayoutVars>
          <dgm:orgChart val="1"/>
          <dgm:chPref val="1"/>
          <dgm:dir val="rev"/>
          <dgm:animOne val="branch"/>
          <dgm:animLvl val="lvl"/>
          <dgm:resizeHandles/>
        </dgm:presLayoutVars>
      </dgm:prSet>
      <dgm:spPr/>
    </dgm:pt>
    <dgm:pt modelId="{D38DE31B-89CB-411F-AED8-1346BCDE1FE8}" type="pres">
      <dgm:prSet presAssocID="{1CB26F26-654A-4408-9B00-CD40F9A0CEA6}" presName="hierRoot1" presStyleCnt="0">
        <dgm:presLayoutVars>
          <dgm:hierBranch val="init"/>
        </dgm:presLayoutVars>
      </dgm:prSet>
      <dgm:spPr/>
    </dgm:pt>
    <dgm:pt modelId="{DD19AB83-1344-447B-B9EC-4791001F6D0C}" type="pres">
      <dgm:prSet presAssocID="{1CB26F26-654A-4408-9B00-CD40F9A0CEA6}" presName="rootComposite1" presStyleCnt="0"/>
      <dgm:spPr/>
    </dgm:pt>
    <dgm:pt modelId="{7A273B85-D33A-40EC-A828-7FAD82CFC9C3}" type="pres">
      <dgm:prSet presAssocID="{1CB26F26-654A-4408-9B00-CD40F9A0CEA6}" presName="rootText1" presStyleLbl="node0" presStyleIdx="0" presStyleCnt="1">
        <dgm:presLayoutVars>
          <dgm:chPref val="3"/>
        </dgm:presLayoutVars>
      </dgm:prSet>
      <dgm:spPr/>
    </dgm:pt>
    <dgm:pt modelId="{0F1AB91E-9E13-48A3-B7B6-D77190E2F5D4}" type="pres">
      <dgm:prSet presAssocID="{1CB26F26-654A-4408-9B00-CD40F9A0CEA6}" presName="rootConnector1" presStyleLbl="node1" presStyleIdx="0" presStyleCnt="0"/>
      <dgm:spPr/>
    </dgm:pt>
    <dgm:pt modelId="{0CE55781-7ED2-4EAF-B4E3-994F06498410}" type="pres">
      <dgm:prSet presAssocID="{1CB26F26-654A-4408-9B00-CD40F9A0CEA6}" presName="hierChild2" presStyleCnt="0"/>
      <dgm:spPr/>
    </dgm:pt>
    <dgm:pt modelId="{F60B961E-74F4-4425-B5C2-0D4684661704}" type="pres">
      <dgm:prSet presAssocID="{DC7E1BE1-AB1F-4EA6-B2D1-BA058B8FD97E}" presName="Name66" presStyleLbl="parChTrans1D2" presStyleIdx="0" presStyleCnt="3"/>
      <dgm:spPr/>
    </dgm:pt>
    <dgm:pt modelId="{A07A77E3-17D9-472E-80C3-D2E8E1856697}" type="pres">
      <dgm:prSet presAssocID="{1FC2CA61-9BBD-424E-8A0F-14D3B76FFEE8}" presName="hierRoot2" presStyleCnt="0">
        <dgm:presLayoutVars>
          <dgm:hierBranch val="init"/>
        </dgm:presLayoutVars>
      </dgm:prSet>
      <dgm:spPr/>
    </dgm:pt>
    <dgm:pt modelId="{779F366A-8B40-468E-AFC6-5D6EA64472CA}" type="pres">
      <dgm:prSet presAssocID="{1FC2CA61-9BBD-424E-8A0F-14D3B76FFEE8}" presName="rootComposite" presStyleCnt="0"/>
      <dgm:spPr/>
    </dgm:pt>
    <dgm:pt modelId="{F4283819-7617-45DA-9DDF-5CB1BC673C42}" type="pres">
      <dgm:prSet presAssocID="{1FC2CA61-9BBD-424E-8A0F-14D3B76FFEE8}" presName="rootText" presStyleLbl="node2" presStyleIdx="0" presStyleCnt="3">
        <dgm:presLayoutVars>
          <dgm:chPref val="3"/>
        </dgm:presLayoutVars>
      </dgm:prSet>
      <dgm:spPr/>
    </dgm:pt>
    <dgm:pt modelId="{A1209C68-AE84-402E-A5A9-889AF57B33C3}" type="pres">
      <dgm:prSet presAssocID="{1FC2CA61-9BBD-424E-8A0F-14D3B76FFEE8}" presName="rootConnector" presStyleLbl="node2" presStyleIdx="0" presStyleCnt="3"/>
      <dgm:spPr/>
    </dgm:pt>
    <dgm:pt modelId="{AA8010C3-C6DA-4D00-8665-46EDA64976A6}" type="pres">
      <dgm:prSet presAssocID="{1FC2CA61-9BBD-424E-8A0F-14D3B76FFEE8}" presName="hierChild4" presStyleCnt="0"/>
      <dgm:spPr/>
    </dgm:pt>
    <dgm:pt modelId="{7D78C2AC-7B38-4850-AA42-6384D5463785}" type="pres">
      <dgm:prSet presAssocID="{1FC2CA61-9BBD-424E-8A0F-14D3B76FFEE8}" presName="hierChild5" presStyleCnt="0"/>
      <dgm:spPr/>
    </dgm:pt>
    <dgm:pt modelId="{E1EEE1C7-1DB7-42D5-BA69-AC353DF5E948}" type="pres">
      <dgm:prSet presAssocID="{EF743888-6E6C-453C-ABFC-DEDE321547DC}" presName="Name66" presStyleLbl="parChTrans1D2" presStyleIdx="1" presStyleCnt="3"/>
      <dgm:spPr/>
    </dgm:pt>
    <dgm:pt modelId="{A6FDBBF4-7F91-43F2-B48B-679344E72FA7}" type="pres">
      <dgm:prSet presAssocID="{FA03553B-E4C9-4D0D-8145-62DDAAF90783}" presName="hierRoot2" presStyleCnt="0">
        <dgm:presLayoutVars>
          <dgm:hierBranch val="init"/>
        </dgm:presLayoutVars>
      </dgm:prSet>
      <dgm:spPr/>
    </dgm:pt>
    <dgm:pt modelId="{336ED516-59C8-4F9E-9390-F08BAE218F54}" type="pres">
      <dgm:prSet presAssocID="{FA03553B-E4C9-4D0D-8145-62DDAAF90783}" presName="rootComposite" presStyleCnt="0"/>
      <dgm:spPr/>
    </dgm:pt>
    <dgm:pt modelId="{FC4643AA-1366-4709-B996-A0E0B46B7DE6}" type="pres">
      <dgm:prSet presAssocID="{FA03553B-E4C9-4D0D-8145-62DDAAF90783}" presName="rootText" presStyleLbl="node2" presStyleIdx="1" presStyleCnt="3">
        <dgm:presLayoutVars>
          <dgm:chPref val="3"/>
        </dgm:presLayoutVars>
      </dgm:prSet>
      <dgm:spPr/>
    </dgm:pt>
    <dgm:pt modelId="{90D7D87C-A655-4ED0-9E31-CDFE4708CA9B}" type="pres">
      <dgm:prSet presAssocID="{FA03553B-E4C9-4D0D-8145-62DDAAF90783}" presName="rootConnector" presStyleLbl="node2" presStyleIdx="1" presStyleCnt="3"/>
      <dgm:spPr/>
    </dgm:pt>
    <dgm:pt modelId="{DE6037CE-E7BF-49BA-8374-D92F04134B96}" type="pres">
      <dgm:prSet presAssocID="{FA03553B-E4C9-4D0D-8145-62DDAAF90783}" presName="hierChild4" presStyleCnt="0"/>
      <dgm:spPr/>
    </dgm:pt>
    <dgm:pt modelId="{C9D6478D-DDA1-466B-BB2C-B406A132DA14}" type="pres">
      <dgm:prSet presAssocID="{FA03553B-E4C9-4D0D-8145-62DDAAF90783}" presName="hierChild5" presStyleCnt="0"/>
      <dgm:spPr/>
    </dgm:pt>
    <dgm:pt modelId="{B0788EC0-6713-4A10-8A7D-EE2679623E3C}" type="pres">
      <dgm:prSet presAssocID="{21574AF5-55A0-49DA-81CC-D0645A8C934A}" presName="Name66" presStyleLbl="parChTrans1D2" presStyleIdx="2" presStyleCnt="3"/>
      <dgm:spPr/>
    </dgm:pt>
    <dgm:pt modelId="{F728D3F4-183E-4672-81CE-389E1E92E9B2}" type="pres">
      <dgm:prSet presAssocID="{A1C3F2E9-E97A-4FA9-BF91-EB53932B6093}" presName="hierRoot2" presStyleCnt="0">
        <dgm:presLayoutVars>
          <dgm:hierBranch val="init"/>
        </dgm:presLayoutVars>
      </dgm:prSet>
      <dgm:spPr/>
    </dgm:pt>
    <dgm:pt modelId="{C4123D78-F014-4B8C-90EF-F57BCB952B61}" type="pres">
      <dgm:prSet presAssocID="{A1C3F2E9-E97A-4FA9-BF91-EB53932B6093}" presName="rootComposite" presStyleCnt="0"/>
      <dgm:spPr/>
    </dgm:pt>
    <dgm:pt modelId="{FC44E726-D993-40FA-9544-BF6A56860638}" type="pres">
      <dgm:prSet presAssocID="{A1C3F2E9-E97A-4FA9-BF91-EB53932B6093}" presName="rootText" presStyleLbl="node2" presStyleIdx="2" presStyleCnt="3">
        <dgm:presLayoutVars>
          <dgm:chPref val="3"/>
        </dgm:presLayoutVars>
      </dgm:prSet>
      <dgm:spPr/>
    </dgm:pt>
    <dgm:pt modelId="{FA02CB15-5287-4977-ACAD-8104BC8B1EF0}" type="pres">
      <dgm:prSet presAssocID="{A1C3F2E9-E97A-4FA9-BF91-EB53932B6093}" presName="rootConnector" presStyleLbl="node2" presStyleIdx="2" presStyleCnt="3"/>
      <dgm:spPr/>
    </dgm:pt>
    <dgm:pt modelId="{35B84365-02CB-4630-87BF-A58010DE91BF}" type="pres">
      <dgm:prSet presAssocID="{A1C3F2E9-E97A-4FA9-BF91-EB53932B6093}" presName="hierChild4" presStyleCnt="0"/>
      <dgm:spPr/>
    </dgm:pt>
    <dgm:pt modelId="{1C1CE492-1A8D-43C6-AE9D-1318979575DD}" type="pres">
      <dgm:prSet presAssocID="{A1C3F2E9-E97A-4FA9-BF91-EB53932B6093}" presName="hierChild5" presStyleCnt="0"/>
      <dgm:spPr/>
    </dgm:pt>
    <dgm:pt modelId="{240B82EF-D88D-4A68-81D0-B373739D6798}" type="pres">
      <dgm:prSet presAssocID="{1CB26F26-654A-4408-9B00-CD40F9A0CEA6}" presName="hierChild3" presStyleCnt="0"/>
      <dgm:spPr/>
    </dgm:pt>
  </dgm:ptLst>
  <dgm:cxnLst>
    <dgm:cxn modelId="{C7FC1E0C-C33D-44C2-9DF7-72FCB10FEFA4}" srcId="{1CB26F26-654A-4408-9B00-CD40F9A0CEA6}" destId="{A1C3F2E9-E97A-4FA9-BF91-EB53932B6093}" srcOrd="2" destOrd="0" parTransId="{21574AF5-55A0-49DA-81CC-D0645A8C934A}" sibTransId="{A79BDE2C-C624-49F1-8CB9-5B3E82BE68BE}"/>
    <dgm:cxn modelId="{9111781D-679C-4E54-97F4-CC388F18CE50}" type="presOf" srcId="{1FC2CA61-9BBD-424E-8A0F-14D3B76FFEE8}" destId="{F4283819-7617-45DA-9DDF-5CB1BC673C42}" srcOrd="0" destOrd="0" presId="urn:microsoft.com/office/officeart/2009/3/layout/HorizontalOrganizationChart"/>
    <dgm:cxn modelId="{D72CA229-EE32-42CE-AABE-FE6898C0CAD7}" type="presOf" srcId="{FA03553B-E4C9-4D0D-8145-62DDAAF90783}" destId="{90D7D87C-A655-4ED0-9E31-CDFE4708CA9B}" srcOrd="1" destOrd="0" presId="urn:microsoft.com/office/officeart/2009/3/layout/HorizontalOrganizationChart"/>
    <dgm:cxn modelId="{6C995C34-5DC5-43C9-8956-F5C274021DBC}" type="presOf" srcId="{A1C3F2E9-E97A-4FA9-BF91-EB53932B6093}" destId="{FC44E726-D993-40FA-9544-BF6A56860638}" srcOrd="0" destOrd="0" presId="urn:microsoft.com/office/officeart/2009/3/layout/HorizontalOrganizationChart"/>
    <dgm:cxn modelId="{ACDFA636-7404-4B20-BEC3-1AFCE6F1885D}" type="presOf" srcId="{FA03553B-E4C9-4D0D-8145-62DDAAF90783}" destId="{FC4643AA-1366-4709-B996-A0E0B46B7DE6}" srcOrd="0" destOrd="0" presId="urn:microsoft.com/office/officeart/2009/3/layout/HorizontalOrganizationChart"/>
    <dgm:cxn modelId="{9EABD141-3740-4D55-9F22-6C5D14A5D3D7}" type="presOf" srcId="{DC7E1BE1-AB1F-4EA6-B2D1-BA058B8FD97E}" destId="{F60B961E-74F4-4425-B5C2-0D4684661704}" srcOrd="0" destOrd="0" presId="urn:microsoft.com/office/officeart/2009/3/layout/HorizontalOrganizationChart"/>
    <dgm:cxn modelId="{35A94642-CA77-431C-BD97-E6969CF98218}" type="presOf" srcId="{EF743888-6E6C-453C-ABFC-DEDE321547DC}" destId="{E1EEE1C7-1DB7-42D5-BA69-AC353DF5E948}" srcOrd="0" destOrd="0" presId="urn:microsoft.com/office/officeart/2009/3/layout/HorizontalOrganizationChart"/>
    <dgm:cxn modelId="{4A2D6043-D40C-484E-8EDB-4CA8B3A8E5B2}" type="presOf" srcId="{A1C3F2E9-E97A-4FA9-BF91-EB53932B6093}" destId="{FA02CB15-5287-4977-ACAD-8104BC8B1EF0}" srcOrd="1" destOrd="0" presId="urn:microsoft.com/office/officeart/2009/3/layout/HorizontalOrganizationChart"/>
    <dgm:cxn modelId="{4591B068-549F-448D-AAE8-AB38BD9F267D}" type="presOf" srcId="{1CB26F26-654A-4408-9B00-CD40F9A0CEA6}" destId="{7A273B85-D33A-40EC-A828-7FAD82CFC9C3}" srcOrd="0" destOrd="0" presId="urn:microsoft.com/office/officeart/2009/3/layout/HorizontalOrganizationChart"/>
    <dgm:cxn modelId="{A5D0066A-D530-461B-B067-3331CCE8F000}" srcId="{1CB26F26-654A-4408-9B00-CD40F9A0CEA6}" destId="{1FC2CA61-9BBD-424E-8A0F-14D3B76FFEE8}" srcOrd="0" destOrd="0" parTransId="{DC7E1BE1-AB1F-4EA6-B2D1-BA058B8FD97E}" sibTransId="{FA0ED4AB-E24D-45E1-ABFC-75FC2D436836}"/>
    <dgm:cxn modelId="{A83AC04C-3916-4951-8E69-282983F54EAE}" type="presOf" srcId="{AEC2C680-C452-45B2-8F37-E85BCF32834C}" destId="{4B21EDF6-07F5-4FF3-88F4-1D97A1172FEC}" srcOrd="0" destOrd="0" presId="urn:microsoft.com/office/officeart/2009/3/layout/HorizontalOrganizationChart"/>
    <dgm:cxn modelId="{2E407FCE-A231-4EAC-83E1-8DF0A701551D}" srcId="{1CB26F26-654A-4408-9B00-CD40F9A0CEA6}" destId="{FA03553B-E4C9-4D0D-8145-62DDAAF90783}" srcOrd="1" destOrd="0" parTransId="{EF743888-6E6C-453C-ABFC-DEDE321547DC}" sibTransId="{568C6D31-A30B-488E-AC4D-07E9F618032F}"/>
    <dgm:cxn modelId="{4C9D9ED5-372B-442B-93E4-272092E0FF35}" type="presOf" srcId="{1CB26F26-654A-4408-9B00-CD40F9A0CEA6}" destId="{0F1AB91E-9E13-48A3-B7B6-D77190E2F5D4}" srcOrd="1" destOrd="0" presId="urn:microsoft.com/office/officeart/2009/3/layout/HorizontalOrganizationChart"/>
    <dgm:cxn modelId="{E0ED27EB-E11A-49C5-B195-FF01790EF00F}" type="presOf" srcId="{21574AF5-55A0-49DA-81CC-D0645A8C934A}" destId="{B0788EC0-6713-4A10-8A7D-EE2679623E3C}" srcOrd="0" destOrd="0" presId="urn:microsoft.com/office/officeart/2009/3/layout/HorizontalOrganizationChart"/>
    <dgm:cxn modelId="{066544ED-59D2-4800-A6DD-22CC3954C420}" type="presOf" srcId="{1FC2CA61-9BBD-424E-8A0F-14D3B76FFEE8}" destId="{A1209C68-AE84-402E-A5A9-889AF57B33C3}" srcOrd="1" destOrd="0" presId="urn:microsoft.com/office/officeart/2009/3/layout/HorizontalOrganizationChart"/>
    <dgm:cxn modelId="{7C9686FE-F6EC-41BA-ACB0-C9BA953A5C4C}" srcId="{AEC2C680-C452-45B2-8F37-E85BCF32834C}" destId="{1CB26F26-654A-4408-9B00-CD40F9A0CEA6}" srcOrd="0" destOrd="0" parTransId="{D37440F5-201D-4A99-9156-2AA8281A09F5}" sibTransId="{A2221137-8131-4345-8406-7F23270A7CEA}"/>
    <dgm:cxn modelId="{BC40FAA4-F638-43BF-AAB9-C5B00DF8A28A}" type="presParOf" srcId="{4B21EDF6-07F5-4FF3-88F4-1D97A1172FEC}" destId="{D38DE31B-89CB-411F-AED8-1346BCDE1FE8}" srcOrd="0" destOrd="0" presId="urn:microsoft.com/office/officeart/2009/3/layout/HorizontalOrganizationChart"/>
    <dgm:cxn modelId="{A40C08BF-C6D8-4869-9139-7EB348841883}" type="presParOf" srcId="{D38DE31B-89CB-411F-AED8-1346BCDE1FE8}" destId="{DD19AB83-1344-447B-B9EC-4791001F6D0C}" srcOrd="0" destOrd="0" presId="urn:microsoft.com/office/officeart/2009/3/layout/HorizontalOrganizationChart"/>
    <dgm:cxn modelId="{56690FB1-05DB-40DD-B92C-2411BFB6A667}" type="presParOf" srcId="{DD19AB83-1344-447B-B9EC-4791001F6D0C}" destId="{7A273B85-D33A-40EC-A828-7FAD82CFC9C3}" srcOrd="0" destOrd="0" presId="urn:microsoft.com/office/officeart/2009/3/layout/HorizontalOrganizationChart"/>
    <dgm:cxn modelId="{18AF9C8B-D844-4383-8D9B-AF3EDCFC42CF}" type="presParOf" srcId="{DD19AB83-1344-447B-B9EC-4791001F6D0C}" destId="{0F1AB91E-9E13-48A3-B7B6-D77190E2F5D4}" srcOrd="1" destOrd="0" presId="urn:microsoft.com/office/officeart/2009/3/layout/HorizontalOrganizationChart"/>
    <dgm:cxn modelId="{AF4E0B08-8082-416D-A332-672CB74BF2C8}" type="presParOf" srcId="{D38DE31B-89CB-411F-AED8-1346BCDE1FE8}" destId="{0CE55781-7ED2-4EAF-B4E3-994F06498410}" srcOrd="1" destOrd="0" presId="urn:microsoft.com/office/officeart/2009/3/layout/HorizontalOrganizationChart"/>
    <dgm:cxn modelId="{60863B4D-9C62-48E4-BAE6-A22E97460ED3}" type="presParOf" srcId="{0CE55781-7ED2-4EAF-B4E3-994F06498410}" destId="{F60B961E-74F4-4425-B5C2-0D4684661704}" srcOrd="0" destOrd="0" presId="urn:microsoft.com/office/officeart/2009/3/layout/HorizontalOrganizationChart"/>
    <dgm:cxn modelId="{D42AE767-BADF-41F2-89C7-7A0E182D571D}" type="presParOf" srcId="{0CE55781-7ED2-4EAF-B4E3-994F06498410}" destId="{A07A77E3-17D9-472E-80C3-D2E8E1856697}" srcOrd="1" destOrd="0" presId="urn:microsoft.com/office/officeart/2009/3/layout/HorizontalOrganizationChart"/>
    <dgm:cxn modelId="{7A8B20A3-6B12-4866-BE3D-BE2CAA161B6D}" type="presParOf" srcId="{A07A77E3-17D9-472E-80C3-D2E8E1856697}" destId="{779F366A-8B40-468E-AFC6-5D6EA64472CA}" srcOrd="0" destOrd="0" presId="urn:microsoft.com/office/officeart/2009/3/layout/HorizontalOrganizationChart"/>
    <dgm:cxn modelId="{7D77AC9C-364F-442C-8C59-95AB9D5F1B6C}" type="presParOf" srcId="{779F366A-8B40-468E-AFC6-5D6EA64472CA}" destId="{F4283819-7617-45DA-9DDF-5CB1BC673C42}" srcOrd="0" destOrd="0" presId="urn:microsoft.com/office/officeart/2009/3/layout/HorizontalOrganizationChart"/>
    <dgm:cxn modelId="{8D6FD5BD-4A3C-430C-A6CE-1B99651A670B}" type="presParOf" srcId="{779F366A-8B40-468E-AFC6-5D6EA64472CA}" destId="{A1209C68-AE84-402E-A5A9-889AF57B33C3}" srcOrd="1" destOrd="0" presId="urn:microsoft.com/office/officeart/2009/3/layout/HorizontalOrganizationChart"/>
    <dgm:cxn modelId="{E2525E17-E4A1-4C89-9B05-CEC5422F2588}" type="presParOf" srcId="{A07A77E3-17D9-472E-80C3-D2E8E1856697}" destId="{AA8010C3-C6DA-4D00-8665-46EDA64976A6}" srcOrd="1" destOrd="0" presId="urn:microsoft.com/office/officeart/2009/3/layout/HorizontalOrganizationChart"/>
    <dgm:cxn modelId="{53BF56C7-4D60-412B-B417-5278479F28BA}" type="presParOf" srcId="{A07A77E3-17D9-472E-80C3-D2E8E1856697}" destId="{7D78C2AC-7B38-4850-AA42-6384D5463785}" srcOrd="2" destOrd="0" presId="urn:microsoft.com/office/officeart/2009/3/layout/HorizontalOrganizationChart"/>
    <dgm:cxn modelId="{D49FCFCE-3344-4D89-9F65-BB2E72D5A5E7}" type="presParOf" srcId="{0CE55781-7ED2-4EAF-B4E3-994F06498410}" destId="{E1EEE1C7-1DB7-42D5-BA69-AC353DF5E948}" srcOrd="2" destOrd="0" presId="urn:microsoft.com/office/officeart/2009/3/layout/HorizontalOrganizationChart"/>
    <dgm:cxn modelId="{8BDF3C99-4B68-4A28-A1D3-49D648C00F78}" type="presParOf" srcId="{0CE55781-7ED2-4EAF-B4E3-994F06498410}" destId="{A6FDBBF4-7F91-43F2-B48B-679344E72FA7}" srcOrd="3" destOrd="0" presId="urn:microsoft.com/office/officeart/2009/3/layout/HorizontalOrganizationChart"/>
    <dgm:cxn modelId="{9CFE5A05-646D-4860-BCDF-F2DD71A48339}" type="presParOf" srcId="{A6FDBBF4-7F91-43F2-B48B-679344E72FA7}" destId="{336ED516-59C8-4F9E-9390-F08BAE218F54}" srcOrd="0" destOrd="0" presId="urn:microsoft.com/office/officeart/2009/3/layout/HorizontalOrganizationChart"/>
    <dgm:cxn modelId="{5DBC17CD-1035-47B6-B92D-FC00062B8B1A}" type="presParOf" srcId="{336ED516-59C8-4F9E-9390-F08BAE218F54}" destId="{FC4643AA-1366-4709-B996-A0E0B46B7DE6}" srcOrd="0" destOrd="0" presId="urn:microsoft.com/office/officeart/2009/3/layout/HorizontalOrganizationChart"/>
    <dgm:cxn modelId="{B4FA8EC6-BC08-4532-BBB2-3462200BE721}" type="presParOf" srcId="{336ED516-59C8-4F9E-9390-F08BAE218F54}" destId="{90D7D87C-A655-4ED0-9E31-CDFE4708CA9B}" srcOrd="1" destOrd="0" presId="urn:microsoft.com/office/officeart/2009/3/layout/HorizontalOrganizationChart"/>
    <dgm:cxn modelId="{57F7CC9C-3F13-4092-AD79-87420F5C1E0C}" type="presParOf" srcId="{A6FDBBF4-7F91-43F2-B48B-679344E72FA7}" destId="{DE6037CE-E7BF-49BA-8374-D92F04134B96}" srcOrd="1" destOrd="0" presId="urn:microsoft.com/office/officeart/2009/3/layout/HorizontalOrganizationChart"/>
    <dgm:cxn modelId="{BF3941F8-05BB-4B06-8F2A-8E553F880FCA}" type="presParOf" srcId="{A6FDBBF4-7F91-43F2-B48B-679344E72FA7}" destId="{C9D6478D-DDA1-466B-BB2C-B406A132DA14}" srcOrd="2" destOrd="0" presId="urn:microsoft.com/office/officeart/2009/3/layout/HorizontalOrganizationChart"/>
    <dgm:cxn modelId="{7E0A903D-F61D-4017-B985-63BBF4DE6E3F}" type="presParOf" srcId="{0CE55781-7ED2-4EAF-B4E3-994F06498410}" destId="{B0788EC0-6713-4A10-8A7D-EE2679623E3C}" srcOrd="4" destOrd="0" presId="urn:microsoft.com/office/officeart/2009/3/layout/HorizontalOrganizationChart"/>
    <dgm:cxn modelId="{3887481B-868B-44C5-9548-7E30F51CA26B}" type="presParOf" srcId="{0CE55781-7ED2-4EAF-B4E3-994F06498410}" destId="{F728D3F4-183E-4672-81CE-389E1E92E9B2}" srcOrd="5" destOrd="0" presId="urn:microsoft.com/office/officeart/2009/3/layout/HorizontalOrganizationChart"/>
    <dgm:cxn modelId="{CABD0D4A-88C1-40AB-A762-8F5D7DD39D42}" type="presParOf" srcId="{F728D3F4-183E-4672-81CE-389E1E92E9B2}" destId="{C4123D78-F014-4B8C-90EF-F57BCB952B61}" srcOrd="0" destOrd="0" presId="urn:microsoft.com/office/officeart/2009/3/layout/HorizontalOrganizationChart"/>
    <dgm:cxn modelId="{C76B3657-CA7B-4398-A302-71531195D050}" type="presParOf" srcId="{C4123D78-F014-4B8C-90EF-F57BCB952B61}" destId="{FC44E726-D993-40FA-9544-BF6A56860638}" srcOrd="0" destOrd="0" presId="urn:microsoft.com/office/officeart/2009/3/layout/HorizontalOrganizationChart"/>
    <dgm:cxn modelId="{A1E965E1-87C4-41DF-B3F1-85D32EB54069}" type="presParOf" srcId="{C4123D78-F014-4B8C-90EF-F57BCB952B61}" destId="{FA02CB15-5287-4977-ACAD-8104BC8B1EF0}" srcOrd="1" destOrd="0" presId="urn:microsoft.com/office/officeart/2009/3/layout/HorizontalOrganizationChart"/>
    <dgm:cxn modelId="{9D1FC77C-F095-425E-9B66-BD244BD8273B}" type="presParOf" srcId="{F728D3F4-183E-4672-81CE-389E1E92E9B2}" destId="{35B84365-02CB-4630-87BF-A58010DE91BF}" srcOrd="1" destOrd="0" presId="urn:microsoft.com/office/officeart/2009/3/layout/HorizontalOrganizationChart"/>
    <dgm:cxn modelId="{79885187-8DC2-4E88-9BAA-36572C083988}" type="presParOf" srcId="{F728D3F4-183E-4672-81CE-389E1E92E9B2}" destId="{1C1CE492-1A8D-43C6-AE9D-1318979575DD}" srcOrd="2" destOrd="0" presId="urn:microsoft.com/office/officeart/2009/3/layout/HorizontalOrganizationChart"/>
    <dgm:cxn modelId="{3C5E5F92-8FD0-4104-A6F9-FB45A1CBCD8C}" type="presParOf" srcId="{D38DE31B-89CB-411F-AED8-1346BCDE1FE8}" destId="{240B82EF-D88D-4A68-81D0-B373739D6798}" srcOrd="2" destOrd="0" presId="urn:microsoft.com/office/officeart/2009/3/layout/HorizontalOrganizationChar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CF9C0904-7D54-421F-9550-074983F0D769}" type="doc">
      <dgm:prSet loTypeId="urn:microsoft.com/office/officeart/2005/8/layout/process1" loCatId="process" qsTypeId="urn:microsoft.com/office/officeart/2005/8/quickstyle/simple1" qsCatId="simple" csTypeId="urn:microsoft.com/office/officeart/2005/8/colors/accent1_2" csCatId="accent1" phldr="1"/>
      <dgm:spPr/>
    </dgm:pt>
    <dgm:pt modelId="{D0E41EE4-1441-4176-BD01-776DE5DE860C}">
      <dgm:prSet phldrT="[Text]"/>
      <dgm:spPr/>
      <dgm:t>
        <a:bodyPr/>
        <a:lstStyle/>
        <a:p>
          <a:r>
            <a:rPr lang="de-DE"/>
            <a:t>LLM/Agent</a:t>
          </a:r>
        </a:p>
      </dgm:t>
    </dgm:pt>
    <dgm:pt modelId="{D374DD47-EA56-446F-B9FA-D48975338BD0}" type="parTrans" cxnId="{6DF37C11-C97B-4A70-9DAA-B3167033EEBA}">
      <dgm:prSet/>
      <dgm:spPr/>
      <dgm:t>
        <a:bodyPr/>
        <a:lstStyle/>
        <a:p>
          <a:endParaRPr lang="de-DE"/>
        </a:p>
      </dgm:t>
    </dgm:pt>
    <dgm:pt modelId="{362D3FBF-9CC9-4DED-9854-3027D8DA320E}" type="sibTrans" cxnId="{6DF37C11-C97B-4A70-9DAA-B3167033EEBA}">
      <dgm:prSet/>
      <dgm:spPr/>
      <dgm:t>
        <a:bodyPr/>
        <a:lstStyle/>
        <a:p>
          <a:endParaRPr lang="de-DE"/>
        </a:p>
      </dgm:t>
    </dgm:pt>
    <dgm:pt modelId="{84117FC7-F650-4644-92C0-57B2C0D311E4}">
      <dgm:prSet phldrT="[Text]"/>
      <dgm:spPr/>
      <dgm:t>
        <a:bodyPr/>
        <a:lstStyle/>
        <a:p>
          <a:r>
            <a:rPr lang="de-DE"/>
            <a:t>MCP</a:t>
          </a:r>
        </a:p>
      </dgm:t>
    </dgm:pt>
    <dgm:pt modelId="{65B3BB0A-EA3D-4DBF-808E-21E154CFA989}" type="parTrans" cxnId="{26979924-65A6-47B7-B57C-69481A6A9E13}">
      <dgm:prSet/>
      <dgm:spPr/>
      <dgm:t>
        <a:bodyPr/>
        <a:lstStyle/>
        <a:p>
          <a:endParaRPr lang="de-DE"/>
        </a:p>
      </dgm:t>
    </dgm:pt>
    <dgm:pt modelId="{15BA3307-9F1D-487E-9D4E-9A098BB7DB55}" type="sibTrans" cxnId="{26979924-65A6-47B7-B57C-69481A6A9E13}">
      <dgm:prSet/>
      <dgm:spPr/>
      <dgm:t>
        <a:bodyPr/>
        <a:lstStyle/>
        <a:p>
          <a:endParaRPr lang="de-DE"/>
        </a:p>
      </dgm:t>
    </dgm:pt>
    <dgm:pt modelId="{9AD33B90-F07B-4588-A42F-43CF111692D3}">
      <dgm:prSet phldrT="[Text]"/>
      <dgm:spPr/>
      <dgm:t>
        <a:bodyPr/>
        <a:lstStyle/>
        <a:p>
          <a:r>
            <a:rPr lang="de-DE"/>
            <a:t>Systeme / Tools</a:t>
          </a:r>
        </a:p>
      </dgm:t>
    </dgm:pt>
    <dgm:pt modelId="{ED516802-6FAC-4ED5-A7B9-8FF0B17BA04E}" type="parTrans" cxnId="{714A6A60-C5EF-4360-BD0F-14B11E5E4C5A}">
      <dgm:prSet/>
      <dgm:spPr/>
      <dgm:t>
        <a:bodyPr/>
        <a:lstStyle/>
        <a:p>
          <a:endParaRPr lang="de-DE"/>
        </a:p>
      </dgm:t>
    </dgm:pt>
    <dgm:pt modelId="{F1CA3132-6296-4D0B-8CB1-1E3A12CB9547}" type="sibTrans" cxnId="{714A6A60-C5EF-4360-BD0F-14B11E5E4C5A}">
      <dgm:prSet/>
      <dgm:spPr/>
      <dgm:t>
        <a:bodyPr/>
        <a:lstStyle/>
        <a:p>
          <a:endParaRPr lang="de-DE"/>
        </a:p>
      </dgm:t>
    </dgm:pt>
    <dgm:pt modelId="{B2DD3E44-5344-4CAE-B4C7-F1501B72A366}" type="pres">
      <dgm:prSet presAssocID="{CF9C0904-7D54-421F-9550-074983F0D769}" presName="Name0" presStyleCnt="0">
        <dgm:presLayoutVars>
          <dgm:dir/>
          <dgm:resizeHandles val="exact"/>
        </dgm:presLayoutVars>
      </dgm:prSet>
      <dgm:spPr/>
    </dgm:pt>
    <dgm:pt modelId="{CB8A1DAE-2BE7-4B70-BECD-ECB07CD1A6EA}" type="pres">
      <dgm:prSet presAssocID="{D0E41EE4-1441-4176-BD01-776DE5DE860C}" presName="node" presStyleLbl="node1" presStyleIdx="0" presStyleCnt="3">
        <dgm:presLayoutVars>
          <dgm:bulletEnabled val="1"/>
        </dgm:presLayoutVars>
      </dgm:prSet>
      <dgm:spPr/>
    </dgm:pt>
    <dgm:pt modelId="{4A6EFE8C-EE21-44B6-87DE-90B2AAE08790}" type="pres">
      <dgm:prSet presAssocID="{362D3FBF-9CC9-4DED-9854-3027D8DA320E}" presName="sibTrans" presStyleLbl="sibTrans2D1" presStyleIdx="0" presStyleCnt="2"/>
      <dgm:spPr/>
    </dgm:pt>
    <dgm:pt modelId="{4BB4FE1E-E372-4A0B-B1F0-32212AA1B6D7}" type="pres">
      <dgm:prSet presAssocID="{362D3FBF-9CC9-4DED-9854-3027D8DA320E}" presName="connectorText" presStyleLbl="sibTrans2D1" presStyleIdx="0" presStyleCnt="2"/>
      <dgm:spPr/>
    </dgm:pt>
    <dgm:pt modelId="{00EF97AD-390D-4EBA-90F5-471E3E46A55C}" type="pres">
      <dgm:prSet presAssocID="{84117FC7-F650-4644-92C0-57B2C0D311E4}" presName="node" presStyleLbl="node1" presStyleIdx="1" presStyleCnt="3">
        <dgm:presLayoutVars>
          <dgm:bulletEnabled val="1"/>
        </dgm:presLayoutVars>
      </dgm:prSet>
      <dgm:spPr/>
    </dgm:pt>
    <dgm:pt modelId="{DFAA6673-9EC7-49AD-803F-7F432AC42186}" type="pres">
      <dgm:prSet presAssocID="{15BA3307-9F1D-487E-9D4E-9A098BB7DB55}" presName="sibTrans" presStyleLbl="sibTrans2D1" presStyleIdx="1" presStyleCnt="2"/>
      <dgm:spPr/>
    </dgm:pt>
    <dgm:pt modelId="{1F016B69-EBAF-45E6-BBC8-4D26AC86A33E}" type="pres">
      <dgm:prSet presAssocID="{15BA3307-9F1D-487E-9D4E-9A098BB7DB55}" presName="connectorText" presStyleLbl="sibTrans2D1" presStyleIdx="1" presStyleCnt="2"/>
      <dgm:spPr/>
    </dgm:pt>
    <dgm:pt modelId="{4F7AC645-FB6C-492F-AF0D-CD40B0AEA79E}" type="pres">
      <dgm:prSet presAssocID="{9AD33B90-F07B-4588-A42F-43CF111692D3}" presName="node" presStyleLbl="node1" presStyleIdx="2" presStyleCnt="3">
        <dgm:presLayoutVars>
          <dgm:bulletEnabled val="1"/>
        </dgm:presLayoutVars>
      </dgm:prSet>
      <dgm:spPr/>
    </dgm:pt>
  </dgm:ptLst>
  <dgm:cxnLst>
    <dgm:cxn modelId="{6DF37C11-C97B-4A70-9DAA-B3167033EEBA}" srcId="{CF9C0904-7D54-421F-9550-074983F0D769}" destId="{D0E41EE4-1441-4176-BD01-776DE5DE860C}" srcOrd="0" destOrd="0" parTransId="{D374DD47-EA56-446F-B9FA-D48975338BD0}" sibTransId="{362D3FBF-9CC9-4DED-9854-3027D8DA320E}"/>
    <dgm:cxn modelId="{24AD211E-25C6-4717-B2E9-34342CAB91B7}" type="presOf" srcId="{362D3FBF-9CC9-4DED-9854-3027D8DA320E}" destId="{4BB4FE1E-E372-4A0B-B1F0-32212AA1B6D7}" srcOrd="1" destOrd="0" presId="urn:microsoft.com/office/officeart/2005/8/layout/process1"/>
    <dgm:cxn modelId="{26979924-65A6-47B7-B57C-69481A6A9E13}" srcId="{CF9C0904-7D54-421F-9550-074983F0D769}" destId="{84117FC7-F650-4644-92C0-57B2C0D311E4}" srcOrd="1" destOrd="0" parTransId="{65B3BB0A-EA3D-4DBF-808E-21E154CFA989}" sibTransId="{15BA3307-9F1D-487E-9D4E-9A098BB7DB55}"/>
    <dgm:cxn modelId="{09808230-F7F4-44AE-A734-4ABDE9293537}" type="presOf" srcId="{9AD33B90-F07B-4588-A42F-43CF111692D3}" destId="{4F7AC645-FB6C-492F-AF0D-CD40B0AEA79E}" srcOrd="0" destOrd="0" presId="urn:microsoft.com/office/officeart/2005/8/layout/process1"/>
    <dgm:cxn modelId="{714A6A60-C5EF-4360-BD0F-14B11E5E4C5A}" srcId="{CF9C0904-7D54-421F-9550-074983F0D769}" destId="{9AD33B90-F07B-4588-A42F-43CF111692D3}" srcOrd="2" destOrd="0" parTransId="{ED516802-6FAC-4ED5-A7B9-8FF0B17BA04E}" sibTransId="{F1CA3132-6296-4D0B-8CB1-1E3A12CB9547}"/>
    <dgm:cxn modelId="{60E1AF4B-6B7D-4BC8-8C05-A7AF8C155C77}" type="presOf" srcId="{15BA3307-9F1D-487E-9D4E-9A098BB7DB55}" destId="{DFAA6673-9EC7-49AD-803F-7F432AC42186}" srcOrd="0" destOrd="0" presId="urn:microsoft.com/office/officeart/2005/8/layout/process1"/>
    <dgm:cxn modelId="{1D5E9577-2C0F-4740-A998-F71F8E4E467E}" type="presOf" srcId="{D0E41EE4-1441-4176-BD01-776DE5DE860C}" destId="{CB8A1DAE-2BE7-4B70-BECD-ECB07CD1A6EA}" srcOrd="0" destOrd="0" presId="urn:microsoft.com/office/officeart/2005/8/layout/process1"/>
    <dgm:cxn modelId="{1F49F279-F0B6-4679-AB0F-E55A074480D3}" type="presOf" srcId="{362D3FBF-9CC9-4DED-9854-3027D8DA320E}" destId="{4A6EFE8C-EE21-44B6-87DE-90B2AAE08790}" srcOrd="0" destOrd="0" presId="urn:microsoft.com/office/officeart/2005/8/layout/process1"/>
    <dgm:cxn modelId="{BA28318A-0D52-43A0-925D-30BF98C5BD43}" type="presOf" srcId="{84117FC7-F650-4644-92C0-57B2C0D311E4}" destId="{00EF97AD-390D-4EBA-90F5-471E3E46A55C}" srcOrd="0" destOrd="0" presId="urn:microsoft.com/office/officeart/2005/8/layout/process1"/>
    <dgm:cxn modelId="{7BFAAB94-C263-4A06-B602-391392AD1665}" type="presOf" srcId="{CF9C0904-7D54-421F-9550-074983F0D769}" destId="{B2DD3E44-5344-4CAE-B4C7-F1501B72A366}" srcOrd="0" destOrd="0" presId="urn:microsoft.com/office/officeart/2005/8/layout/process1"/>
    <dgm:cxn modelId="{C70820F7-3A1B-4DEA-BBC1-1A61910CDDD0}" type="presOf" srcId="{15BA3307-9F1D-487E-9D4E-9A098BB7DB55}" destId="{1F016B69-EBAF-45E6-BBC8-4D26AC86A33E}" srcOrd="1" destOrd="0" presId="urn:microsoft.com/office/officeart/2005/8/layout/process1"/>
    <dgm:cxn modelId="{A5864F1A-50C9-495F-8836-2EDFBFC36D85}" type="presParOf" srcId="{B2DD3E44-5344-4CAE-B4C7-F1501B72A366}" destId="{CB8A1DAE-2BE7-4B70-BECD-ECB07CD1A6EA}" srcOrd="0" destOrd="0" presId="urn:microsoft.com/office/officeart/2005/8/layout/process1"/>
    <dgm:cxn modelId="{A9831036-2E05-43A6-91E7-9F4E4CDA33F2}" type="presParOf" srcId="{B2DD3E44-5344-4CAE-B4C7-F1501B72A366}" destId="{4A6EFE8C-EE21-44B6-87DE-90B2AAE08790}" srcOrd="1" destOrd="0" presId="urn:microsoft.com/office/officeart/2005/8/layout/process1"/>
    <dgm:cxn modelId="{AE765395-AB49-44AA-A012-300BF805FEB1}" type="presParOf" srcId="{4A6EFE8C-EE21-44B6-87DE-90B2AAE08790}" destId="{4BB4FE1E-E372-4A0B-B1F0-32212AA1B6D7}" srcOrd="0" destOrd="0" presId="urn:microsoft.com/office/officeart/2005/8/layout/process1"/>
    <dgm:cxn modelId="{F10B6921-EF13-430F-B659-67D6DA224467}" type="presParOf" srcId="{B2DD3E44-5344-4CAE-B4C7-F1501B72A366}" destId="{00EF97AD-390D-4EBA-90F5-471E3E46A55C}" srcOrd="2" destOrd="0" presId="urn:microsoft.com/office/officeart/2005/8/layout/process1"/>
    <dgm:cxn modelId="{7F7E2517-30B6-4947-A8B0-C5885D01B239}" type="presParOf" srcId="{B2DD3E44-5344-4CAE-B4C7-F1501B72A366}" destId="{DFAA6673-9EC7-49AD-803F-7F432AC42186}" srcOrd="3" destOrd="0" presId="urn:microsoft.com/office/officeart/2005/8/layout/process1"/>
    <dgm:cxn modelId="{85FD041E-C4A4-4421-B298-9AE5D048A82D}" type="presParOf" srcId="{DFAA6673-9EC7-49AD-803F-7F432AC42186}" destId="{1F016B69-EBAF-45E6-BBC8-4D26AC86A33E}" srcOrd="0" destOrd="0" presId="urn:microsoft.com/office/officeart/2005/8/layout/process1"/>
    <dgm:cxn modelId="{00C7E98B-A1BC-4F84-8097-1678F14B6BD0}" type="presParOf" srcId="{B2DD3E44-5344-4CAE-B4C7-F1501B72A366}" destId="{4F7AC645-FB6C-492F-AF0D-CD40B0AEA79E}" srcOrd="4" destOrd="0" presId="urn:microsoft.com/office/officeart/2005/8/layout/process1"/>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0ABAB429-DC9C-4259-90D1-8C8B04895B4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E553D2A9-735E-40DC-915D-7A1B8EE918CB}">
      <dgm:prSet phldrT="[Text]"/>
      <dgm:spPr/>
      <dgm:t>
        <a:bodyPr/>
        <a:lstStyle/>
        <a:p>
          <a:r>
            <a:rPr lang="de-DE"/>
            <a:t>Anwendung</a:t>
          </a:r>
        </a:p>
      </dgm:t>
    </dgm:pt>
    <dgm:pt modelId="{3E8B5CB6-501B-4358-883E-43307F69EC7E}" type="parTrans" cxnId="{2B7EB773-0715-495C-BD16-837806C67B92}">
      <dgm:prSet/>
      <dgm:spPr/>
      <dgm:t>
        <a:bodyPr/>
        <a:lstStyle/>
        <a:p>
          <a:endParaRPr lang="de-DE"/>
        </a:p>
      </dgm:t>
    </dgm:pt>
    <dgm:pt modelId="{2AB718DA-BD91-47C4-AF85-7D495350EC22}" type="sibTrans" cxnId="{2B7EB773-0715-495C-BD16-837806C67B92}">
      <dgm:prSet/>
      <dgm:spPr/>
      <dgm:t>
        <a:bodyPr/>
        <a:lstStyle/>
        <a:p>
          <a:endParaRPr lang="de-DE"/>
        </a:p>
      </dgm:t>
    </dgm:pt>
    <dgm:pt modelId="{AD6F4DAE-9C7A-4D47-87B3-97E115E89A43}" type="asst">
      <dgm:prSet phldrT="[Text]"/>
      <dgm:spPr>
        <a:solidFill>
          <a:schemeClr val="bg1">
            <a:lumMod val="65000"/>
          </a:schemeClr>
        </a:solidFill>
      </dgm:spPr>
      <dgm:t>
        <a:bodyPr/>
        <a:lstStyle/>
        <a:p>
          <a:r>
            <a:rPr lang="de-DE"/>
            <a:t>GET /</a:t>
          </a:r>
          <a:r>
            <a:rPr lang="de-DE" err="1"/>
            <a:t>technologiesX</a:t>
          </a:r>
          <a:endParaRPr lang="de-DE"/>
        </a:p>
      </dgm:t>
    </dgm:pt>
    <dgm:pt modelId="{38F7BD04-1216-4EF3-AA83-DDE753F8EC28}" type="parTrans" cxnId="{220BCE84-0E58-493B-A8A2-DE87EF3C2A7F}">
      <dgm:prSet/>
      <dgm:spPr/>
      <dgm:t>
        <a:bodyPr/>
        <a:lstStyle/>
        <a:p>
          <a:endParaRPr lang="de-DE"/>
        </a:p>
      </dgm:t>
    </dgm:pt>
    <dgm:pt modelId="{68B717C7-06D3-4785-8DBD-7EE1814764DC}" type="sibTrans" cxnId="{220BCE84-0E58-493B-A8A2-DE87EF3C2A7F}">
      <dgm:prSet/>
      <dgm:spPr/>
      <dgm:t>
        <a:bodyPr/>
        <a:lstStyle/>
        <a:p>
          <a:endParaRPr lang="de-DE"/>
        </a:p>
      </dgm:t>
    </dgm:pt>
    <dgm:pt modelId="{F5AA4A6A-4578-4AE9-9D12-0D0ED59E66C8}">
      <dgm:prSet phldrT="[Text]"/>
      <dgm:spPr/>
      <dgm:t>
        <a:bodyPr/>
        <a:lstStyle/>
        <a:p>
          <a:r>
            <a:rPr lang="de-DE"/>
            <a:t>API</a:t>
          </a:r>
        </a:p>
      </dgm:t>
    </dgm:pt>
    <dgm:pt modelId="{6F139F07-2DBF-4BF1-960F-AA0AF6B9BE15}" type="parTrans" cxnId="{487A14C3-0B08-4AB6-9724-ECCE846FBB1F}">
      <dgm:prSet/>
      <dgm:spPr/>
      <dgm:t>
        <a:bodyPr/>
        <a:lstStyle/>
        <a:p>
          <a:endParaRPr lang="de-DE"/>
        </a:p>
      </dgm:t>
    </dgm:pt>
    <dgm:pt modelId="{CBFCB63C-7A8A-43BA-BEA9-440AE758E7CF}" type="sibTrans" cxnId="{487A14C3-0B08-4AB6-9724-ECCE846FBB1F}">
      <dgm:prSet/>
      <dgm:spPr/>
      <dgm:t>
        <a:bodyPr/>
        <a:lstStyle/>
        <a:p>
          <a:endParaRPr lang="de-DE"/>
        </a:p>
      </dgm:t>
    </dgm:pt>
    <dgm:pt modelId="{25AA8FD3-31B2-4860-A53D-27E2464E33EC}">
      <dgm:prSet phldrT="[Text]"/>
      <dgm:spPr/>
      <dgm:t>
        <a:bodyPr/>
        <a:lstStyle/>
        <a:p>
          <a:r>
            <a:rPr lang="de-DE" err="1"/>
            <a:t>InnoHub</a:t>
          </a:r>
          <a:endParaRPr lang="de-DE"/>
        </a:p>
      </dgm:t>
    </dgm:pt>
    <dgm:pt modelId="{F1D32562-4AA9-4D79-90E5-0CE2B5AE6463}" type="parTrans" cxnId="{CA60E490-B2DB-4210-A5A9-CD6EFC7B2CFC}">
      <dgm:prSet/>
      <dgm:spPr/>
      <dgm:t>
        <a:bodyPr/>
        <a:lstStyle/>
        <a:p>
          <a:endParaRPr lang="de-DE"/>
        </a:p>
      </dgm:t>
    </dgm:pt>
    <dgm:pt modelId="{A5158EEF-2293-4653-A112-61624DC3AD94}" type="sibTrans" cxnId="{CA60E490-B2DB-4210-A5A9-CD6EFC7B2CFC}">
      <dgm:prSet/>
      <dgm:spPr/>
      <dgm:t>
        <a:bodyPr/>
        <a:lstStyle/>
        <a:p>
          <a:endParaRPr lang="de-DE"/>
        </a:p>
      </dgm:t>
    </dgm:pt>
    <dgm:pt modelId="{DB2A9D1F-0902-48DA-B744-71836176ECB8}">
      <dgm:prSet phldrT="[Text]"/>
      <dgm:spPr/>
      <dgm:t>
        <a:bodyPr/>
        <a:lstStyle/>
        <a:p>
          <a:r>
            <a:rPr lang="de-DE"/>
            <a:t>Anwendung</a:t>
          </a:r>
        </a:p>
      </dgm:t>
    </dgm:pt>
    <dgm:pt modelId="{40CB6D78-2D7A-4EC4-8F84-32930BB3D8A9}" type="parTrans" cxnId="{DC2761F1-F2BB-4535-AE97-6CC6F935F909}">
      <dgm:prSet/>
      <dgm:spPr/>
      <dgm:t>
        <a:bodyPr/>
        <a:lstStyle/>
        <a:p>
          <a:endParaRPr lang="de-DE"/>
        </a:p>
      </dgm:t>
    </dgm:pt>
    <dgm:pt modelId="{29CFF16B-797E-495E-AA48-931FD39B487F}" type="sibTrans" cxnId="{DC2761F1-F2BB-4535-AE97-6CC6F935F909}">
      <dgm:prSet/>
      <dgm:spPr/>
      <dgm:t>
        <a:bodyPr/>
        <a:lstStyle/>
        <a:p>
          <a:endParaRPr lang="de-DE"/>
        </a:p>
      </dgm:t>
    </dgm:pt>
    <dgm:pt modelId="{C108077B-3E95-450C-A065-B97A7E912A49}" type="asst">
      <dgm:prSet phldrT="[Text]"/>
      <dgm:spPr>
        <a:solidFill>
          <a:schemeClr val="bg1">
            <a:lumMod val="65000"/>
          </a:schemeClr>
        </a:solidFill>
      </dgm:spPr>
      <dgm:t>
        <a:bodyPr/>
        <a:lstStyle/>
        <a:p>
          <a:r>
            <a:rPr lang="de-DE"/>
            <a:t>Daten</a:t>
          </a:r>
        </a:p>
      </dgm:t>
    </dgm:pt>
    <dgm:pt modelId="{FE5E103E-2179-424B-82B4-DD84D714570B}" type="sibTrans" cxnId="{1B3F0991-3FA8-4C55-99D1-3BAD02AB9A38}">
      <dgm:prSet/>
      <dgm:spPr/>
      <dgm:t>
        <a:bodyPr/>
        <a:lstStyle/>
        <a:p>
          <a:endParaRPr lang="de-DE"/>
        </a:p>
      </dgm:t>
    </dgm:pt>
    <dgm:pt modelId="{FBDE720B-09FD-4020-9F21-64B9F33B715D}" type="parTrans" cxnId="{1B3F0991-3FA8-4C55-99D1-3BAD02AB9A38}">
      <dgm:prSet/>
      <dgm:spPr/>
      <dgm:t>
        <a:bodyPr/>
        <a:lstStyle/>
        <a:p>
          <a:endParaRPr lang="de-DE"/>
        </a:p>
      </dgm:t>
    </dgm:pt>
    <dgm:pt modelId="{EF7BB4BD-27D1-4F48-AC4C-D28A85E6042B}" type="pres">
      <dgm:prSet presAssocID="{0ABAB429-DC9C-4259-90D1-8C8B04895B4A}" presName="hierChild1" presStyleCnt="0">
        <dgm:presLayoutVars>
          <dgm:orgChart val="1"/>
          <dgm:chPref val="1"/>
          <dgm:dir/>
          <dgm:animOne val="branch"/>
          <dgm:animLvl val="lvl"/>
          <dgm:resizeHandles/>
        </dgm:presLayoutVars>
      </dgm:prSet>
      <dgm:spPr/>
    </dgm:pt>
    <dgm:pt modelId="{10FCEF4E-DAB6-401F-944D-63CAE5BFDABA}" type="pres">
      <dgm:prSet presAssocID="{E553D2A9-735E-40DC-915D-7A1B8EE918CB}" presName="hierRoot1" presStyleCnt="0">
        <dgm:presLayoutVars>
          <dgm:hierBranch val="init"/>
        </dgm:presLayoutVars>
      </dgm:prSet>
      <dgm:spPr/>
    </dgm:pt>
    <dgm:pt modelId="{1F5731DD-B814-4F50-829B-F765136E8B56}" type="pres">
      <dgm:prSet presAssocID="{E553D2A9-735E-40DC-915D-7A1B8EE918CB}" presName="rootComposite1" presStyleCnt="0"/>
      <dgm:spPr/>
    </dgm:pt>
    <dgm:pt modelId="{82DF9967-C334-4301-8C1B-A5262092BE0D}" type="pres">
      <dgm:prSet presAssocID="{E553D2A9-735E-40DC-915D-7A1B8EE918CB}" presName="rootText1" presStyleLbl="node0" presStyleIdx="0" presStyleCnt="1">
        <dgm:presLayoutVars>
          <dgm:chPref val="3"/>
        </dgm:presLayoutVars>
      </dgm:prSet>
      <dgm:spPr/>
    </dgm:pt>
    <dgm:pt modelId="{6703A7BA-2189-4B9C-8C63-A064E03A5E2F}" type="pres">
      <dgm:prSet presAssocID="{E553D2A9-735E-40DC-915D-7A1B8EE918CB}" presName="rootConnector1" presStyleLbl="node1" presStyleIdx="0" presStyleCnt="0"/>
      <dgm:spPr/>
    </dgm:pt>
    <dgm:pt modelId="{60072D55-5FC3-4A1B-A780-DFEF6C552852}" type="pres">
      <dgm:prSet presAssocID="{E553D2A9-735E-40DC-915D-7A1B8EE918CB}" presName="hierChild2" presStyleCnt="0"/>
      <dgm:spPr/>
    </dgm:pt>
    <dgm:pt modelId="{91A01190-B114-4E7C-A7AC-B8639D23CF99}" type="pres">
      <dgm:prSet presAssocID="{6F139F07-2DBF-4BF1-960F-AA0AF6B9BE15}" presName="Name37" presStyleLbl="parChTrans1D2" presStyleIdx="0" presStyleCnt="2"/>
      <dgm:spPr/>
    </dgm:pt>
    <dgm:pt modelId="{52D18469-6751-404F-977F-C6D2C8648905}" type="pres">
      <dgm:prSet presAssocID="{F5AA4A6A-4578-4AE9-9D12-0D0ED59E66C8}" presName="hierRoot2" presStyleCnt="0">
        <dgm:presLayoutVars>
          <dgm:hierBranch val="init"/>
        </dgm:presLayoutVars>
      </dgm:prSet>
      <dgm:spPr/>
    </dgm:pt>
    <dgm:pt modelId="{125ABD0B-9834-4E3A-B43C-99D6CFF73638}" type="pres">
      <dgm:prSet presAssocID="{F5AA4A6A-4578-4AE9-9D12-0D0ED59E66C8}" presName="rootComposite" presStyleCnt="0"/>
      <dgm:spPr/>
    </dgm:pt>
    <dgm:pt modelId="{709275A3-9D8E-4602-B1EA-BB5F9A10DC21}" type="pres">
      <dgm:prSet presAssocID="{F5AA4A6A-4578-4AE9-9D12-0D0ED59E66C8}" presName="rootText" presStyleLbl="node2" presStyleIdx="0" presStyleCnt="1">
        <dgm:presLayoutVars>
          <dgm:chPref val="3"/>
        </dgm:presLayoutVars>
      </dgm:prSet>
      <dgm:spPr/>
    </dgm:pt>
    <dgm:pt modelId="{61908286-D4F6-4AC2-A52C-821DEA798A72}" type="pres">
      <dgm:prSet presAssocID="{F5AA4A6A-4578-4AE9-9D12-0D0ED59E66C8}" presName="rootConnector" presStyleLbl="node2" presStyleIdx="0" presStyleCnt="1"/>
      <dgm:spPr/>
    </dgm:pt>
    <dgm:pt modelId="{9840160B-584E-435F-AB0A-BB1F406461B8}" type="pres">
      <dgm:prSet presAssocID="{F5AA4A6A-4578-4AE9-9D12-0D0ED59E66C8}" presName="hierChild4" presStyleCnt="0"/>
      <dgm:spPr/>
    </dgm:pt>
    <dgm:pt modelId="{6262D549-FDE5-4DF7-B141-C6543EA3D049}" type="pres">
      <dgm:prSet presAssocID="{F1D32562-4AA9-4D79-90E5-0CE2B5AE6463}" presName="Name37" presStyleLbl="parChTrans1D3" presStyleIdx="0" presStyleCnt="1"/>
      <dgm:spPr/>
    </dgm:pt>
    <dgm:pt modelId="{42645805-B715-4D7F-BB3E-90F416DC3A27}" type="pres">
      <dgm:prSet presAssocID="{25AA8FD3-31B2-4860-A53D-27E2464E33EC}" presName="hierRoot2" presStyleCnt="0">
        <dgm:presLayoutVars>
          <dgm:hierBranch val="init"/>
        </dgm:presLayoutVars>
      </dgm:prSet>
      <dgm:spPr/>
    </dgm:pt>
    <dgm:pt modelId="{EF6A81A3-7C63-488E-BC2D-9CE6A51B7498}" type="pres">
      <dgm:prSet presAssocID="{25AA8FD3-31B2-4860-A53D-27E2464E33EC}" presName="rootComposite" presStyleCnt="0"/>
      <dgm:spPr/>
    </dgm:pt>
    <dgm:pt modelId="{9714BA0E-0848-479D-84A1-A12509788AF9}" type="pres">
      <dgm:prSet presAssocID="{25AA8FD3-31B2-4860-A53D-27E2464E33EC}" presName="rootText" presStyleLbl="node3" presStyleIdx="0" presStyleCnt="1">
        <dgm:presLayoutVars>
          <dgm:chPref val="3"/>
        </dgm:presLayoutVars>
      </dgm:prSet>
      <dgm:spPr/>
    </dgm:pt>
    <dgm:pt modelId="{EE45124C-A379-4DA2-A203-F7873144A4C9}" type="pres">
      <dgm:prSet presAssocID="{25AA8FD3-31B2-4860-A53D-27E2464E33EC}" presName="rootConnector" presStyleLbl="node3" presStyleIdx="0" presStyleCnt="1"/>
      <dgm:spPr/>
    </dgm:pt>
    <dgm:pt modelId="{1C9583EE-C6AD-489D-BCCB-EB34AFD1C692}" type="pres">
      <dgm:prSet presAssocID="{25AA8FD3-31B2-4860-A53D-27E2464E33EC}" presName="hierChild4" presStyleCnt="0"/>
      <dgm:spPr/>
    </dgm:pt>
    <dgm:pt modelId="{657B407A-C3B0-457F-96BB-FECBB700998B}" type="pres">
      <dgm:prSet presAssocID="{40CB6D78-2D7A-4EC4-8F84-32930BB3D8A9}" presName="Name37" presStyleLbl="parChTrans1D4" presStyleIdx="0" presStyleCnt="2"/>
      <dgm:spPr/>
    </dgm:pt>
    <dgm:pt modelId="{DB39983C-5639-4E28-A8E6-6A245EC4B85E}" type="pres">
      <dgm:prSet presAssocID="{DB2A9D1F-0902-48DA-B744-71836176ECB8}" presName="hierRoot2" presStyleCnt="0">
        <dgm:presLayoutVars>
          <dgm:hierBranch val="init"/>
        </dgm:presLayoutVars>
      </dgm:prSet>
      <dgm:spPr/>
    </dgm:pt>
    <dgm:pt modelId="{BBCD0B72-B397-4060-813E-B4F068A5F06E}" type="pres">
      <dgm:prSet presAssocID="{DB2A9D1F-0902-48DA-B744-71836176ECB8}" presName="rootComposite" presStyleCnt="0"/>
      <dgm:spPr/>
    </dgm:pt>
    <dgm:pt modelId="{EC2CC2DC-4EF9-41B5-9FB9-F7CF2984A59E}" type="pres">
      <dgm:prSet presAssocID="{DB2A9D1F-0902-48DA-B744-71836176ECB8}" presName="rootText" presStyleLbl="node4" presStyleIdx="0" presStyleCnt="1">
        <dgm:presLayoutVars>
          <dgm:chPref val="3"/>
        </dgm:presLayoutVars>
      </dgm:prSet>
      <dgm:spPr/>
    </dgm:pt>
    <dgm:pt modelId="{A1C04BC4-C931-439D-B1C8-A18938F7956F}" type="pres">
      <dgm:prSet presAssocID="{DB2A9D1F-0902-48DA-B744-71836176ECB8}" presName="rootConnector" presStyleLbl="node4" presStyleIdx="0" presStyleCnt="1"/>
      <dgm:spPr/>
    </dgm:pt>
    <dgm:pt modelId="{440DC5E0-D85E-436B-987A-5B92654DDB0B}" type="pres">
      <dgm:prSet presAssocID="{DB2A9D1F-0902-48DA-B744-71836176ECB8}" presName="hierChild4" presStyleCnt="0"/>
      <dgm:spPr/>
    </dgm:pt>
    <dgm:pt modelId="{E3931E1D-F2EC-42B1-A65C-04D671504D22}" type="pres">
      <dgm:prSet presAssocID="{DB2A9D1F-0902-48DA-B744-71836176ECB8}" presName="hierChild5" presStyleCnt="0"/>
      <dgm:spPr/>
    </dgm:pt>
    <dgm:pt modelId="{F23348E7-BC24-4DA8-A017-9C677499EBE5}" type="pres">
      <dgm:prSet presAssocID="{25AA8FD3-31B2-4860-A53D-27E2464E33EC}" presName="hierChild5" presStyleCnt="0"/>
      <dgm:spPr/>
    </dgm:pt>
    <dgm:pt modelId="{800EE087-36CA-473B-B7C1-08F46EDFFC9F}" type="pres">
      <dgm:prSet presAssocID="{FBDE720B-09FD-4020-9F21-64B9F33B715D}" presName="Name111" presStyleLbl="parChTrans1D4" presStyleIdx="1" presStyleCnt="2"/>
      <dgm:spPr/>
    </dgm:pt>
    <dgm:pt modelId="{ABA253CA-B987-4432-A7FA-8BDC52F5564E}" type="pres">
      <dgm:prSet presAssocID="{C108077B-3E95-450C-A065-B97A7E912A49}" presName="hierRoot3" presStyleCnt="0">
        <dgm:presLayoutVars>
          <dgm:hierBranch val="init"/>
        </dgm:presLayoutVars>
      </dgm:prSet>
      <dgm:spPr/>
    </dgm:pt>
    <dgm:pt modelId="{5C3DAFEE-D06B-4B86-B28D-680D02B7816C}" type="pres">
      <dgm:prSet presAssocID="{C108077B-3E95-450C-A065-B97A7E912A49}" presName="rootComposite3" presStyleCnt="0"/>
      <dgm:spPr/>
    </dgm:pt>
    <dgm:pt modelId="{98CB0963-2DC6-4FE8-ABE6-6D27DF5C9EF4}" type="pres">
      <dgm:prSet presAssocID="{C108077B-3E95-450C-A065-B97A7E912A49}" presName="rootText3" presStyleLbl="asst3" presStyleIdx="0" presStyleCnt="1">
        <dgm:presLayoutVars>
          <dgm:chPref val="3"/>
        </dgm:presLayoutVars>
      </dgm:prSet>
      <dgm:spPr/>
    </dgm:pt>
    <dgm:pt modelId="{74704D6D-92F2-42CB-A299-2F41E8500C59}" type="pres">
      <dgm:prSet presAssocID="{C108077B-3E95-450C-A065-B97A7E912A49}" presName="rootConnector3" presStyleLbl="asst3" presStyleIdx="0" presStyleCnt="1"/>
      <dgm:spPr/>
    </dgm:pt>
    <dgm:pt modelId="{E1A073E1-B9C1-4D09-B10B-A3670F3045D1}" type="pres">
      <dgm:prSet presAssocID="{C108077B-3E95-450C-A065-B97A7E912A49}" presName="hierChild6" presStyleCnt="0"/>
      <dgm:spPr/>
    </dgm:pt>
    <dgm:pt modelId="{334CD846-A2B3-48C1-947F-F6B1CA10EAE8}" type="pres">
      <dgm:prSet presAssocID="{C108077B-3E95-450C-A065-B97A7E912A49}" presName="hierChild7" presStyleCnt="0"/>
      <dgm:spPr/>
    </dgm:pt>
    <dgm:pt modelId="{77A2909E-6D43-4541-B1D0-3D51FA1A51BD}" type="pres">
      <dgm:prSet presAssocID="{F5AA4A6A-4578-4AE9-9D12-0D0ED59E66C8}" presName="hierChild5" presStyleCnt="0"/>
      <dgm:spPr/>
    </dgm:pt>
    <dgm:pt modelId="{ED1C8AEF-6390-411C-A282-2FF2F10DF40D}" type="pres">
      <dgm:prSet presAssocID="{E553D2A9-735E-40DC-915D-7A1B8EE918CB}" presName="hierChild3" presStyleCnt="0"/>
      <dgm:spPr/>
    </dgm:pt>
    <dgm:pt modelId="{CE730F0C-F8F2-4A63-B20C-1C881784AE79}" type="pres">
      <dgm:prSet presAssocID="{38F7BD04-1216-4EF3-AA83-DDE753F8EC28}" presName="Name111" presStyleLbl="parChTrans1D2" presStyleIdx="1" presStyleCnt="2"/>
      <dgm:spPr/>
    </dgm:pt>
    <dgm:pt modelId="{CC07F248-06D7-4A4B-8A00-86E8ABC0F396}" type="pres">
      <dgm:prSet presAssocID="{AD6F4DAE-9C7A-4D47-87B3-97E115E89A43}" presName="hierRoot3" presStyleCnt="0">
        <dgm:presLayoutVars>
          <dgm:hierBranch val="init"/>
        </dgm:presLayoutVars>
      </dgm:prSet>
      <dgm:spPr/>
    </dgm:pt>
    <dgm:pt modelId="{F75D4C7D-27A5-43E3-A419-B80E64492C92}" type="pres">
      <dgm:prSet presAssocID="{AD6F4DAE-9C7A-4D47-87B3-97E115E89A43}" presName="rootComposite3" presStyleCnt="0"/>
      <dgm:spPr/>
    </dgm:pt>
    <dgm:pt modelId="{94748E49-1BE4-4E2D-929E-0017E8C2B75D}" type="pres">
      <dgm:prSet presAssocID="{AD6F4DAE-9C7A-4D47-87B3-97E115E89A43}" presName="rootText3" presStyleLbl="asst1" presStyleIdx="0" presStyleCnt="1">
        <dgm:presLayoutVars>
          <dgm:chPref val="3"/>
        </dgm:presLayoutVars>
      </dgm:prSet>
      <dgm:spPr/>
    </dgm:pt>
    <dgm:pt modelId="{1C6CBB4C-5B54-4910-BA86-F1363568291F}" type="pres">
      <dgm:prSet presAssocID="{AD6F4DAE-9C7A-4D47-87B3-97E115E89A43}" presName="rootConnector3" presStyleLbl="asst1" presStyleIdx="0" presStyleCnt="1"/>
      <dgm:spPr/>
    </dgm:pt>
    <dgm:pt modelId="{2CB6D408-8975-4A50-BF47-973E7AE3E098}" type="pres">
      <dgm:prSet presAssocID="{AD6F4DAE-9C7A-4D47-87B3-97E115E89A43}" presName="hierChild6" presStyleCnt="0"/>
      <dgm:spPr/>
    </dgm:pt>
    <dgm:pt modelId="{C6A9E78D-3676-49CC-92AB-332AF31A1E31}" type="pres">
      <dgm:prSet presAssocID="{AD6F4DAE-9C7A-4D47-87B3-97E115E89A43}" presName="hierChild7" presStyleCnt="0"/>
      <dgm:spPr/>
    </dgm:pt>
  </dgm:ptLst>
  <dgm:cxnLst>
    <dgm:cxn modelId="{04A78F0C-4D18-4B65-8DA2-DE11608A681A}" type="presOf" srcId="{F5AA4A6A-4578-4AE9-9D12-0D0ED59E66C8}" destId="{709275A3-9D8E-4602-B1EA-BB5F9A10DC21}" srcOrd="0" destOrd="0" presId="urn:microsoft.com/office/officeart/2005/8/layout/orgChart1"/>
    <dgm:cxn modelId="{ACBBE42E-D9FA-479C-98DB-1B36EE162142}" type="presOf" srcId="{C108077B-3E95-450C-A065-B97A7E912A49}" destId="{98CB0963-2DC6-4FE8-ABE6-6D27DF5C9EF4}" srcOrd="0" destOrd="0" presId="urn:microsoft.com/office/officeart/2005/8/layout/orgChart1"/>
    <dgm:cxn modelId="{615E5B34-5F30-439B-A680-41ED2587102B}" type="presOf" srcId="{FBDE720B-09FD-4020-9F21-64B9F33B715D}" destId="{800EE087-36CA-473B-B7C1-08F46EDFFC9F}" srcOrd="0" destOrd="0" presId="urn:microsoft.com/office/officeart/2005/8/layout/orgChart1"/>
    <dgm:cxn modelId="{8982D73A-B9F6-497B-BEC5-34DA7A3A5FCE}" type="presOf" srcId="{C108077B-3E95-450C-A065-B97A7E912A49}" destId="{74704D6D-92F2-42CB-A299-2F41E8500C59}" srcOrd="1" destOrd="0" presId="urn:microsoft.com/office/officeart/2005/8/layout/orgChart1"/>
    <dgm:cxn modelId="{668B2540-F575-4FBF-8ECF-F21DE97F43B1}" type="presOf" srcId="{40CB6D78-2D7A-4EC4-8F84-32930BB3D8A9}" destId="{657B407A-C3B0-457F-96BB-FECBB700998B}" srcOrd="0" destOrd="0" presId="urn:microsoft.com/office/officeart/2005/8/layout/orgChart1"/>
    <dgm:cxn modelId="{54D2D242-D144-4780-B980-9940EA110B0B}" type="presOf" srcId="{25AA8FD3-31B2-4860-A53D-27E2464E33EC}" destId="{9714BA0E-0848-479D-84A1-A12509788AF9}" srcOrd="0" destOrd="0" presId="urn:microsoft.com/office/officeart/2005/8/layout/orgChart1"/>
    <dgm:cxn modelId="{20F8C344-5963-44F8-8A46-6BE4B72BE3BD}" type="presOf" srcId="{AD6F4DAE-9C7A-4D47-87B3-97E115E89A43}" destId="{94748E49-1BE4-4E2D-929E-0017E8C2B75D}" srcOrd="0" destOrd="0" presId="urn:microsoft.com/office/officeart/2005/8/layout/orgChart1"/>
    <dgm:cxn modelId="{31FB694D-D66C-4DA2-BE18-1899F70680B7}" type="presOf" srcId="{38F7BD04-1216-4EF3-AA83-DDE753F8EC28}" destId="{CE730F0C-F8F2-4A63-B20C-1C881784AE79}" srcOrd="0" destOrd="0" presId="urn:microsoft.com/office/officeart/2005/8/layout/orgChart1"/>
    <dgm:cxn modelId="{8898B452-5541-42B9-9B2B-E5C25DD1141B}" type="presOf" srcId="{E553D2A9-735E-40DC-915D-7A1B8EE918CB}" destId="{82DF9967-C334-4301-8C1B-A5262092BE0D}" srcOrd="0" destOrd="0" presId="urn:microsoft.com/office/officeart/2005/8/layout/orgChart1"/>
    <dgm:cxn modelId="{2B7EB773-0715-495C-BD16-837806C67B92}" srcId="{0ABAB429-DC9C-4259-90D1-8C8B04895B4A}" destId="{E553D2A9-735E-40DC-915D-7A1B8EE918CB}" srcOrd="0" destOrd="0" parTransId="{3E8B5CB6-501B-4358-883E-43307F69EC7E}" sibTransId="{2AB718DA-BD91-47C4-AF85-7D495350EC22}"/>
    <dgm:cxn modelId="{B29FB658-7421-4CC2-9F3A-7D4A367AD27E}" type="presOf" srcId="{E553D2A9-735E-40DC-915D-7A1B8EE918CB}" destId="{6703A7BA-2189-4B9C-8C63-A064E03A5E2F}" srcOrd="1" destOrd="0" presId="urn:microsoft.com/office/officeart/2005/8/layout/orgChart1"/>
    <dgm:cxn modelId="{856F6580-4AFC-4A73-8837-85F20CA64CC3}" type="presOf" srcId="{F5AA4A6A-4578-4AE9-9D12-0D0ED59E66C8}" destId="{61908286-D4F6-4AC2-A52C-821DEA798A72}" srcOrd="1" destOrd="0" presId="urn:microsoft.com/office/officeart/2005/8/layout/orgChart1"/>
    <dgm:cxn modelId="{220BCE84-0E58-493B-A8A2-DE87EF3C2A7F}" srcId="{E553D2A9-735E-40DC-915D-7A1B8EE918CB}" destId="{AD6F4DAE-9C7A-4D47-87B3-97E115E89A43}" srcOrd="0" destOrd="0" parTransId="{38F7BD04-1216-4EF3-AA83-DDE753F8EC28}" sibTransId="{68B717C7-06D3-4785-8DBD-7EE1814764DC}"/>
    <dgm:cxn modelId="{CA60E490-B2DB-4210-A5A9-CD6EFC7B2CFC}" srcId="{F5AA4A6A-4578-4AE9-9D12-0D0ED59E66C8}" destId="{25AA8FD3-31B2-4860-A53D-27E2464E33EC}" srcOrd="0" destOrd="0" parTransId="{F1D32562-4AA9-4D79-90E5-0CE2B5AE6463}" sibTransId="{A5158EEF-2293-4653-A112-61624DC3AD94}"/>
    <dgm:cxn modelId="{1B3F0991-3FA8-4C55-99D1-3BAD02AB9A38}" srcId="{25AA8FD3-31B2-4860-A53D-27E2464E33EC}" destId="{C108077B-3E95-450C-A065-B97A7E912A49}" srcOrd="0" destOrd="0" parTransId="{FBDE720B-09FD-4020-9F21-64B9F33B715D}" sibTransId="{FE5E103E-2179-424B-82B4-DD84D714570B}"/>
    <dgm:cxn modelId="{678808BB-F3CE-4184-AE27-8076BACAFCEC}" type="presOf" srcId="{F1D32562-4AA9-4D79-90E5-0CE2B5AE6463}" destId="{6262D549-FDE5-4DF7-B141-C6543EA3D049}" srcOrd="0" destOrd="0" presId="urn:microsoft.com/office/officeart/2005/8/layout/orgChart1"/>
    <dgm:cxn modelId="{487A14C3-0B08-4AB6-9724-ECCE846FBB1F}" srcId="{E553D2A9-735E-40DC-915D-7A1B8EE918CB}" destId="{F5AA4A6A-4578-4AE9-9D12-0D0ED59E66C8}" srcOrd="1" destOrd="0" parTransId="{6F139F07-2DBF-4BF1-960F-AA0AF6B9BE15}" sibTransId="{CBFCB63C-7A8A-43BA-BEA9-440AE758E7CF}"/>
    <dgm:cxn modelId="{0E0CF9D5-696C-4416-AE40-4638F34F68E2}" type="presOf" srcId="{AD6F4DAE-9C7A-4D47-87B3-97E115E89A43}" destId="{1C6CBB4C-5B54-4910-BA86-F1363568291F}" srcOrd="1" destOrd="0" presId="urn:microsoft.com/office/officeart/2005/8/layout/orgChart1"/>
    <dgm:cxn modelId="{CCC551D7-AFAE-4D3C-AD51-A02032E26611}" type="presOf" srcId="{DB2A9D1F-0902-48DA-B744-71836176ECB8}" destId="{A1C04BC4-C931-439D-B1C8-A18938F7956F}" srcOrd="1" destOrd="0" presId="urn:microsoft.com/office/officeart/2005/8/layout/orgChart1"/>
    <dgm:cxn modelId="{E3135DE0-BD83-4DAC-8C48-D307C066B6AB}" type="presOf" srcId="{25AA8FD3-31B2-4860-A53D-27E2464E33EC}" destId="{EE45124C-A379-4DA2-A203-F7873144A4C9}" srcOrd="1" destOrd="0" presId="urn:microsoft.com/office/officeart/2005/8/layout/orgChart1"/>
    <dgm:cxn modelId="{44D708EB-887E-4DDF-A00E-4A44CA665E70}" type="presOf" srcId="{6F139F07-2DBF-4BF1-960F-AA0AF6B9BE15}" destId="{91A01190-B114-4E7C-A7AC-B8639D23CF99}" srcOrd="0" destOrd="0" presId="urn:microsoft.com/office/officeart/2005/8/layout/orgChart1"/>
    <dgm:cxn modelId="{DC2761F1-F2BB-4535-AE97-6CC6F935F909}" srcId="{25AA8FD3-31B2-4860-A53D-27E2464E33EC}" destId="{DB2A9D1F-0902-48DA-B744-71836176ECB8}" srcOrd="1" destOrd="0" parTransId="{40CB6D78-2D7A-4EC4-8F84-32930BB3D8A9}" sibTransId="{29CFF16B-797E-495E-AA48-931FD39B487F}"/>
    <dgm:cxn modelId="{474CB5F7-8602-4B5D-A9A8-6755616DD077}" type="presOf" srcId="{0ABAB429-DC9C-4259-90D1-8C8B04895B4A}" destId="{EF7BB4BD-27D1-4F48-AC4C-D28A85E6042B}" srcOrd="0" destOrd="0" presId="urn:microsoft.com/office/officeart/2005/8/layout/orgChart1"/>
    <dgm:cxn modelId="{D89DC6F7-3900-43B5-B81A-DB15708FA6FA}" type="presOf" srcId="{DB2A9D1F-0902-48DA-B744-71836176ECB8}" destId="{EC2CC2DC-4EF9-41B5-9FB9-F7CF2984A59E}" srcOrd="0" destOrd="0" presId="urn:microsoft.com/office/officeart/2005/8/layout/orgChart1"/>
    <dgm:cxn modelId="{5792B5C6-BCF8-47B8-9E8F-4CFFE9065E79}" type="presParOf" srcId="{EF7BB4BD-27D1-4F48-AC4C-D28A85E6042B}" destId="{10FCEF4E-DAB6-401F-944D-63CAE5BFDABA}" srcOrd="0" destOrd="0" presId="urn:microsoft.com/office/officeart/2005/8/layout/orgChart1"/>
    <dgm:cxn modelId="{8F221C57-8B53-4D75-9687-53F81806DCD1}" type="presParOf" srcId="{10FCEF4E-DAB6-401F-944D-63CAE5BFDABA}" destId="{1F5731DD-B814-4F50-829B-F765136E8B56}" srcOrd="0" destOrd="0" presId="urn:microsoft.com/office/officeart/2005/8/layout/orgChart1"/>
    <dgm:cxn modelId="{67A42B59-A83D-467D-985D-8514B9F83DA9}" type="presParOf" srcId="{1F5731DD-B814-4F50-829B-F765136E8B56}" destId="{82DF9967-C334-4301-8C1B-A5262092BE0D}" srcOrd="0" destOrd="0" presId="urn:microsoft.com/office/officeart/2005/8/layout/orgChart1"/>
    <dgm:cxn modelId="{16ACA8CF-2326-49E4-B540-C8EB12B245D3}" type="presParOf" srcId="{1F5731DD-B814-4F50-829B-F765136E8B56}" destId="{6703A7BA-2189-4B9C-8C63-A064E03A5E2F}" srcOrd="1" destOrd="0" presId="urn:microsoft.com/office/officeart/2005/8/layout/orgChart1"/>
    <dgm:cxn modelId="{E71DE4AF-2E91-412A-B771-2D66230C6F08}" type="presParOf" srcId="{10FCEF4E-DAB6-401F-944D-63CAE5BFDABA}" destId="{60072D55-5FC3-4A1B-A780-DFEF6C552852}" srcOrd="1" destOrd="0" presId="urn:microsoft.com/office/officeart/2005/8/layout/orgChart1"/>
    <dgm:cxn modelId="{3AA657AB-199C-4ABF-8AA9-4723B606C73E}" type="presParOf" srcId="{60072D55-5FC3-4A1B-A780-DFEF6C552852}" destId="{91A01190-B114-4E7C-A7AC-B8639D23CF99}" srcOrd="0" destOrd="0" presId="urn:microsoft.com/office/officeart/2005/8/layout/orgChart1"/>
    <dgm:cxn modelId="{9B6DFFC3-DEC9-40DA-ADD9-1E2FF484E0E3}" type="presParOf" srcId="{60072D55-5FC3-4A1B-A780-DFEF6C552852}" destId="{52D18469-6751-404F-977F-C6D2C8648905}" srcOrd="1" destOrd="0" presId="urn:microsoft.com/office/officeart/2005/8/layout/orgChart1"/>
    <dgm:cxn modelId="{922E2208-3C77-4FBD-9D39-1AD5FA57479A}" type="presParOf" srcId="{52D18469-6751-404F-977F-C6D2C8648905}" destId="{125ABD0B-9834-4E3A-B43C-99D6CFF73638}" srcOrd="0" destOrd="0" presId="urn:microsoft.com/office/officeart/2005/8/layout/orgChart1"/>
    <dgm:cxn modelId="{41380A56-4618-4994-894F-D669E45EFC5F}" type="presParOf" srcId="{125ABD0B-9834-4E3A-B43C-99D6CFF73638}" destId="{709275A3-9D8E-4602-B1EA-BB5F9A10DC21}" srcOrd="0" destOrd="0" presId="urn:microsoft.com/office/officeart/2005/8/layout/orgChart1"/>
    <dgm:cxn modelId="{7EF9DCEC-5158-449C-9C9E-EB9781748B2B}" type="presParOf" srcId="{125ABD0B-9834-4E3A-B43C-99D6CFF73638}" destId="{61908286-D4F6-4AC2-A52C-821DEA798A72}" srcOrd="1" destOrd="0" presId="urn:microsoft.com/office/officeart/2005/8/layout/orgChart1"/>
    <dgm:cxn modelId="{89D968F5-D915-436C-88C3-F741A973587A}" type="presParOf" srcId="{52D18469-6751-404F-977F-C6D2C8648905}" destId="{9840160B-584E-435F-AB0A-BB1F406461B8}" srcOrd="1" destOrd="0" presId="urn:microsoft.com/office/officeart/2005/8/layout/orgChart1"/>
    <dgm:cxn modelId="{90EA37A1-606C-4376-B991-838674471357}" type="presParOf" srcId="{9840160B-584E-435F-AB0A-BB1F406461B8}" destId="{6262D549-FDE5-4DF7-B141-C6543EA3D049}" srcOrd="0" destOrd="0" presId="urn:microsoft.com/office/officeart/2005/8/layout/orgChart1"/>
    <dgm:cxn modelId="{979759EE-32C9-4933-97A2-BDC0BF5B4546}" type="presParOf" srcId="{9840160B-584E-435F-AB0A-BB1F406461B8}" destId="{42645805-B715-4D7F-BB3E-90F416DC3A27}" srcOrd="1" destOrd="0" presId="urn:microsoft.com/office/officeart/2005/8/layout/orgChart1"/>
    <dgm:cxn modelId="{0B2E6F93-830F-46AE-A124-BFBC9BEEA04D}" type="presParOf" srcId="{42645805-B715-4D7F-BB3E-90F416DC3A27}" destId="{EF6A81A3-7C63-488E-BC2D-9CE6A51B7498}" srcOrd="0" destOrd="0" presId="urn:microsoft.com/office/officeart/2005/8/layout/orgChart1"/>
    <dgm:cxn modelId="{6AC4FE6A-7760-469A-8AB3-D7928022F210}" type="presParOf" srcId="{EF6A81A3-7C63-488E-BC2D-9CE6A51B7498}" destId="{9714BA0E-0848-479D-84A1-A12509788AF9}" srcOrd="0" destOrd="0" presId="urn:microsoft.com/office/officeart/2005/8/layout/orgChart1"/>
    <dgm:cxn modelId="{EA9005BF-7EC7-4D70-9249-17C8361C42EB}" type="presParOf" srcId="{EF6A81A3-7C63-488E-BC2D-9CE6A51B7498}" destId="{EE45124C-A379-4DA2-A203-F7873144A4C9}" srcOrd="1" destOrd="0" presId="urn:microsoft.com/office/officeart/2005/8/layout/orgChart1"/>
    <dgm:cxn modelId="{492AED69-3232-4607-BFCF-5046CC3F3B20}" type="presParOf" srcId="{42645805-B715-4D7F-BB3E-90F416DC3A27}" destId="{1C9583EE-C6AD-489D-BCCB-EB34AFD1C692}" srcOrd="1" destOrd="0" presId="urn:microsoft.com/office/officeart/2005/8/layout/orgChart1"/>
    <dgm:cxn modelId="{CC690C82-2F9A-4B8F-BD88-5D74F984151A}" type="presParOf" srcId="{1C9583EE-C6AD-489D-BCCB-EB34AFD1C692}" destId="{657B407A-C3B0-457F-96BB-FECBB700998B}" srcOrd="0" destOrd="0" presId="urn:microsoft.com/office/officeart/2005/8/layout/orgChart1"/>
    <dgm:cxn modelId="{DA914DB2-05B8-4647-9DC1-C90E172AFC1E}" type="presParOf" srcId="{1C9583EE-C6AD-489D-BCCB-EB34AFD1C692}" destId="{DB39983C-5639-4E28-A8E6-6A245EC4B85E}" srcOrd="1" destOrd="0" presId="urn:microsoft.com/office/officeart/2005/8/layout/orgChart1"/>
    <dgm:cxn modelId="{9D09EE9A-995F-49B6-9037-3F52F6B08250}" type="presParOf" srcId="{DB39983C-5639-4E28-A8E6-6A245EC4B85E}" destId="{BBCD0B72-B397-4060-813E-B4F068A5F06E}" srcOrd="0" destOrd="0" presId="urn:microsoft.com/office/officeart/2005/8/layout/orgChart1"/>
    <dgm:cxn modelId="{7905B337-E75F-4E8E-8AEB-FF9225BB2FA9}" type="presParOf" srcId="{BBCD0B72-B397-4060-813E-B4F068A5F06E}" destId="{EC2CC2DC-4EF9-41B5-9FB9-F7CF2984A59E}" srcOrd="0" destOrd="0" presId="urn:microsoft.com/office/officeart/2005/8/layout/orgChart1"/>
    <dgm:cxn modelId="{DB51BE6E-88B9-40DF-B4A0-BE15E949B5E2}" type="presParOf" srcId="{BBCD0B72-B397-4060-813E-B4F068A5F06E}" destId="{A1C04BC4-C931-439D-B1C8-A18938F7956F}" srcOrd="1" destOrd="0" presId="urn:microsoft.com/office/officeart/2005/8/layout/orgChart1"/>
    <dgm:cxn modelId="{F075C682-722F-4515-A3DD-7D5BE8154E73}" type="presParOf" srcId="{DB39983C-5639-4E28-A8E6-6A245EC4B85E}" destId="{440DC5E0-D85E-436B-987A-5B92654DDB0B}" srcOrd="1" destOrd="0" presId="urn:microsoft.com/office/officeart/2005/8/layout/orgChart1"/>
    <dgm:cxn modelId="{38B6CB4B-7B2D-495F-85B1-781D7C1C5018}" type="presParOf" srcId="{DB39983C-5639-4E28-A8E6-6A245EC4B85E}" destId="{E3931E1D-F2EC-42B1-A65C-04D671504D22}" srcOrd="2" destOrd="0" presId="urn:microsoft.com/office/officeart/2005/8/layout/orgChart1"/>
    <dgm:cxn modelId="{0DC8A2D0-3898-4714-AFC0-26797961D931}" type="presParOf" srcId="{42645805-B715-4D7F-BB3E-90F416DC3A27}" destId="{F23348E7-BC24-4DA8-A017-9C677499EBE5}" srcOrd="2" destOrd="0" presId="urn:microsoft.com/office/officeart/2005/8/layout/orgChart1"/>
    <dgm:cxn modelId="{326FF0BD-60E4-408A-9090-B284B9CB8CA3}" type="presParOf" srcId="{F23348E7-BC24-4DA8-A017-9C677499EBE5}" destId="{800EE087-36CA-473B-B7C1-08F46EDFFC9F}" srcOrd="0" destOrd="0" presId="urn:microsoft.com/office/officeart/2005/8/layout/orgChart1"/>
    <dgm:cxn modelId="{92CC77D2-13D7-4595-B584-CC22F561C154}" type="presParOf" srcId="{F23348E7-BC24-4DA8-A017-9C677499EBE5}" destId="{ABA253CA-B987-4432-A7FA-8BDC52F5564E}" srcOrd="1" destOrd="0" presId="urn:microsoft.com/office/officeart/2005/8/layout/orgChart1"/>
    <dgm:cxn modelId="{F41E86D8-03C3-4D4E-AB3A-B14BA0283BB4}" type="presParOf" srcId="{ABA253CA-B987-4432-A7FA-8BDC52F5564E}" destId="{5C3DAFEE-D06B-4B86-B28D-680D02B7816C}" srcOrd="0" destOrd="0" presId="urn:microsoft.com/office/officeart/2005/8/layout/orgChart1"/>
    <dgm:cxn modelId="{D7639D43-A2FA-4EB0-B84F-596479033814}" type="presParOf" srcId="{5C3DAFEE-D06B-4B86-B28D-680D02B7816C}" destId="{98CB0963-2DC6-4FE8-ABE6-6D27DF5C9EF4}" srcOrd="0" destOrd="0" presId="urn:microsoft.com/office/officeart/2005/8/layout/orgChart1"/>
    <dgm:cxn modelId="{172A8F0D-B378-4F35-AD7A-A6B389146724}" type="presParOf" srcId="{5C3DAFEE-D06B-4B86-B28D-680D02B7816C}" destId="{74704D6D-92F2-42CB-A299-2F41E8500C59}" srcOrd="1" destOrd="0" presId="urn:microsoft.com/office/officeart/2005/8/layout/orgChart1"/>
    <dgm:cxn modelId="{9E95BDA8-F924-427B-9441-2E3499323075}" type="presParOf" srcId="{ABA253CA-B987-4432-A7FA-8BDC52F5564E}" destId="{E1A073E1-B9C1-4D09-B10B-A3670F3045D1}" srcOrd="1" destOrd="0" presId="urn:microsoft.com/office/officeart/2005/8/layout/orgChart1"/>
    <dgm:cxn modelId="{8FE2E965-615E-44A8-8CF5-3863753E86C9}" type="presParOf" srcId="{ABA253CA-B987-4432-A7FA-8BDC52F5564E}" destId="{334CD846-A2B3-48C1-947F-F6B1CA10EAE8}" srcOrd="2" destOrd="0" presId="urn:microsoft.com/office/officeart/2005/8/layout/orgChart1"/>
    <dgm:cxn modelId="{9718DA53-3063-4E63-9562-90697FF63F0A}" type="presParOf" srcId="{52D18469-6751-404F-977F-C6D2C8648905}" destId="{77A2909E-6D43-4541-B1D0-3D51FA1A51BD}" srcOrd="2" destOrd="0" presId="urn:microsoft.com/office/officeart/2005/8/layout/orgChart1"/>
    <dgm:cxn modelId="{3CA38562-D051-48E2-A3A7-2DD3E2E783D2}" type="presParOf" srcId="{10FCEF4E-DAB6-401F-944D-63CAE5BFDABA}" destId="{ED1C8AEF-6390-411C-A282-2FF2F10DF40D}" srcOrd="2" destOrd="0" presId="urn:microsoft.com/office/officeart/2005/8/layout/orgChart1"/>
    <dgm:cxn modelId="{50EEE71D-3319-465F-B3FB-30F18367DA9D}" type="presParOf" srcId="{ED1C8AEF-6390-411C-A282-2FF2F10DF40D}" destId="{CE730F0C-F8F2-4A63-B20C-1C881784AE79}" srcOrd="0" destOrd="0" presId="urn:microsoft.com/office/officeart/2005/8/layout/orgChart1"/>
    <dgm:cxn modelId="{9B400611-CB05-4EAD-98C6-F6F3090384F3}" type="presParOf" srcId="{ED1C8AEF-6390-411C-A282-2FF2F10DF40D}" destId="{CC07F248-06D7-4A4B-8A00-86E8ABC0F396}" srcOrd="1" destOrd="0" presId="urn:microsoft.com/office/officeart/2005/8/layout/orgChart1"/>
    <dgm:cxn modelId="{172FC458-5B7F-41D5-9D01-084B8EEC31BB}" type="presParOf" srcId="{CC07F248-06D7-4A4B-8A00-86E8ABC0F396}" destId="{F75D4C7D-27A5-43E3-A419-B80E64492C92}" srcOrd="0" destOrd="0" presId="urn:microsoft.com/office/officeart/2005/8/layout/orgChart1"/>
    <dgm:cxn modelId="{73827F56-4FF8-4223-955A-B04AE8B87C80}" type="presParOf" srcId="{F75D4C7D-27A5-43E3-A419-B80E64492C92}" destId="{94748E49-1BE4-4E2D-929E-0017E8C2B75D}" srcOrd="0" destOrd="0" presId="urn:microsoft.com/office/officeart/2005/8/layout/orgChart1"/>
    <dgm:cxn modelId="{C3B2EECC-3317-41D5-B61D-1C2617EFD3A7}" type="presParOf" srcId="{F75D4C7D-27A5-43E3-A419-B80E64492C92}" destId="{1C6CBB4C-5B54-4910-BA86-F1363568291F}" srcOrd="1" destOrd="0" presId="urn:microsoft.com/office/officeart/2005/8/layout/orgChart1"/>
    <dgm:cxn modelId="{1B618FED-3C46-4850-A877-F9C1B3021709}" type="presParOf" srcId="{CC07F248-06D7-4A4B-8A00-86E8ABC0F396}" destId="{2CB6D408-8975-4A50-BF47-973E7AE3E098}" srcOrd="1" destOrd="0" presId="urn:microsoft.com/office/officeart/2005/8/layout/orgChart1"/>
    <dgm:cxn modelId="{BCD834F0-3C3F-40EA-9CC8-03050B0924FF}" type="presParOf" srcId="{CC07F248-06D7-4A4B-8A00-86E8ABC0F396}" destId="{C6A9E78D-3676-49CC-92AB-332AF31A1E3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A183940C-9483-4B7C-B34E-E6AF84CDF5D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de-DE"/>
        </a:p>
      </dgm:t>
    </dgm:pt>
    <dgm:pt modelId="{957BC30E-E8DA-43B0-A70E-6AF96D96D3B5}">
      <dgm:prSet phldrT="[Text]"/>
      <dgm:spPr/>
      <dgm:t>
        <a:bodyPr/>
        <a:lstStyle/>
        <a:p>
          <a:r>
            <a:rPr lang="de-DE"/>
            <a:t>System A</a:t>
          </a:r>
        </a:p>
      </dgm:t>
    </dgm:pt>
    <dgm:pt modelId="{1046F13A-2580-45D0-BA1C-410D2D895D24}" type="parTrans" cxnId="{FC203B29-B855-4549-ABC8-97380B49FA72}">
      <dgm:prSet/>
      <dgm:spPr/>
      <dgm:t>
        <a:bodyPr/>
        <a:lstStyle/>
        <a:p>
          <a:endParaRPr lang="de-DE"/>
        </a:p>
      </dgm:t>
    </dgm:pt>
    <dgm:pt modelId="{6BC51EFE-F4F4-4A5C-9ACC-9A759CF32F2F}" type="sibTrans" cxnId="{FC203B29-B855-4549-ABC8-97380B49FA72}">
      <dgm:prSet/>
      <dgm:spPr/>
      <dgm:t>
        <a:bodyPr/>
        <a:lstStyle/>
        <a:p>
          <a:endParaRPr lang="de-DE"/>
        </a:p>
      </dgm:t>
    </dgm:pt>
    <dgm:pt modelId="{B11B1AB6-FCA9-40F1-B339-ECE9A7878B06}" type="asst">
      <dgm:prSet phldrT="[Text]"/>
      <dgm:spPr/>
      <dgm:t>
        <a:bodyPr/>
        <a:lstStyle/>
        <a:p>
          <a:r>
            <a:rPr lang="de-DE"/>
            <a:t>„</a:t>
          </a:r>
          <a:r>
            <a:rPr lang="de-DE" err="1"/>
            <a:t>TechnologyUpdated</a:t>
          </a:r>
          <a:r>
            <a:rPr lang="de-DE"/>
            <a:t>“</a:t>
          </a:r>
        </a:p>
      </dgm:t>
    </dgm:pt>
    <dgm:pt modelId="{7E74C251-AAEC-49EA-ACD0-0559D82FC8CD}" type="parTrans" cxnId="{AB24D8A2-9690-4E02-BF38-799EB25B69C3}">
      <dgm:prSet/>
      <dgm:spPr/>
      <dgm:t>
        <a:bodyPr/>
        <a:lstStyle/>
        <a:p>
          <a:endParaRPr lang="de-DE"/>
        </a:p>
      </dgm:t>
    </dgm:pt>
    <dgm:pt modelId="{16EAC14F-3F0E-4FDB-BC99-EF07C0F6E9F5}" type="sibTrans" cxnId="{AB24D8A2-9690-4E02-BF38-799EB25B69C3}">
      <dgm:prSet/>
      <dgm:spPr/>
      <dgm:t>
        <a:bodyPr/>
        <a:lstStyle/>
        <a:p>
          <a:endParaRPr lang="de-DE"/>
        </a:p>
      </dgm:t>
    </dgm:pt>
    <dgm:pt modelId="{B43DB7C2-28CF-4444-9E43-443467EA8004}">
      <dgm:prSet phldrT="[Text]"/>
      <dgm:spPr/>
      <dgm:t>
        <a:bodyPr/>
        <a:lstStyle/>
        <a:p>
          <a:r>
            <a:rPr lang="de-DE"/>
            <a:t>Event </a:t>
          </a:r>
          <a:r>
            <a:rPr lang="de-DE" err="1"/>
            <a:t>platform</a:t>
          </a:r>
          <a:endParaRPr lang="de-DE"/>
        </a:p>
      </dgm:t>
    </dgm:pt>
    <dgm:pt modelId="{9C25B6D9-1281-4D20-93B9-0F1E72B24309}" type="parTrans" cxnId="{CC19E9EE-A360-4DFF-AD7B-EA54BCCF9C2C}">
      <dgm:prSet/>
      <dgm:spPr/>
      <dgm:t>
        <a:bodyPr/>
        <a:lstStyle/>
        <a:p>
          <a:endParaRPr lang="de-DE"/>
        </a:p>
      </dgm:t>
    </dgm:pt>
    <dgm:pt modelId="{5FB26ED4-24FB-453C-BAA4-3E8A3DC1FA50}" type="sibTrans" cxnId="{CC19E9EE-A360-4DFF-AD7B-EA54BCCF9C2C}">
      <dgm:prSet/>
      <dgm:spPr/>
      <dgm:t>
        <a:bodyPr/>
        <a:lstStyle/>
        <a:p>
          <a:endParaRPr lang="de-DE"/>
        </a:p>
      </dgm:t>
    </dgm:pt>
    <dgm:pt modelId="{83E744F7-F8C2-423C-B1E0-BD42EDC1FE67}">
      <dgm:prSet phldrT="[Text]"/>
      <dgm:spPr/>
      <dgm:t>
        <a:bodyPr/>
        <a:lstStyle/>
        <a:p>
          <a:r>
            <a:rPr lang="de-DE"/>
            <a:t>System C</a:t>
          </a:r>
        </a:p>
      </dgm:t>
    </dgm:pt>
    <dgm:pt modelId="{7864EC2B-443A-49DB-982B-D666A6BDE858}" type="parTrans" cxnId="{45972239-F21E-478C-9279-3C2BB10F2E70}">
      <dgm:prSet/>
      <dgm:spPr/>
      <dgm:t>
        <a:bodyPr/>
        <a:lstStyle/>
        <a:p>
          <a:endParaRPr lang="de-DE"/>
        </a:p>
      </dgm:t>
    </dgm:pt>
    <dgm:pt modelId="{DB19A685-7294-4C16-924E-B4757E148C6B}" type="sibTrans" cxnId="{45972239-F21E-478C-9279-3C2BB10F2E70}">
      <dgm:prSet/>
      <dgm:spPr/>
      <dgm:t>
        <a:bodyPr/>
        <a:lstStyle/>
        <a:p>
          <a:endParaRPr lang="de-DE"/>
        </a:p>
      </dgm:t>
    </dgm:pt>
    <dgm:pt modelId="{9085C14B-B5FE-4FDB-9C40-EAE64C0CC805}">
      <dgm:prSet phldrT="[Text]"/>
      <dgm:spPr/>
      <dgm:t>
        <a:bodyPr/>
        <a:lstStyle/>
        <a:p>
          <a:r>
            <a:rPr lang="de-DE"/>
            <a:t>System D</a:t>
          </a:r>
        </a:p>
      </dgm:t>
    </dgm:pt>
    <dgm:pt modelId="{B0510F7D-E702-43CA-9A2D-E571ACEC1CAD}" type="parTrans" cxnId="{4DEFBA8D-4008-451C-85BA-1B673652BFE5}">
      <dgm:prSet/>
      <dgm:spPr/>
      <dgm:t>
        <a:bodyPr/>
        <a:lstStyle/>
        <a:p>
          <a:endParaRPr lang="de-DE"/>
        </a:p>
      </dgm:t>
    </dgm:pt>
    <dgm:pt modelId="{184D97AE-D583-4800-B6DE-204066A1816A}" type="sibTrans" cxnId="{4DEFBA8D-4008-451C-85BA-1B673652BFE5}">
      <dgm:prSet/>
      <dgm:spPr/>
      <dgm:t>
        <a:bodyPr/>
        <a:lstStyle/>
        <a:p>
          <a:endParaRPr lang="de-DE"/>
        </a:p>
      </dgm:t>
    </dgm:pt>
    <dgm:pt modelId="{FB62C531-F123-4E54-A4FB-4BAD41CD51C8}">
      <dgm:prSet phldrT="[Text]"/>
      <dgm:spPr/>
      <dgm:t>
        <a:bodyPr/>
        <a:lstStyle/>
        <a:p>
          <a:r>
            <a:rPr lang="de-DE"/>
            <a:t>System B</a:t>
          </a:r>
        </a:p>
      </dgm:t>
    </dgm:pt>
    <dgm:pt modelId="{F05CC535-23B3-4AB7-8359-046B4938EE61}" type="parTrans" cxnId="{0BC36B8E-4759-4D8C-8B55-B770CBCD6C9E}">
      <dgm:prSet/>
      <dgm:spPr/>
      <dgm:t>
        <a:bodyPr/>
        <a:lstStyle/>
        <a:p>
          <a:endParaRPr lang="de-DE"/>
        </a:p>
      </dgm:t>
    </dgm:pt>
    <dgm:pt modelId="{65C5C0A6-0192-4AF8-9005-F398573F663F}" type="sibTrans" cxnId="{0BC36B8E-4759-4D8C-8B55-B770CBCD6C9E}">
      <dgm:prSet/>
      <dgm:spPr/>
      <dgm:t>
        <a:bodyPr/>
        <a:lstStyle/>
        <a:p>
          <a:endParaRPr lang="de-DE"/>
        </a:p>
      </dgm:t>
    </dgm:pt>
    <dgm:pt modelId="{FE19EBAE-2E07-42D1-AD8E-6E5A8826D552}" type="pres">
      <dgm:prSet presAssocID="{A183940C-9483-4B7C-B34E-E6AF84CDF5DF}" presName="mainComposite" presStyleCnt="0">
        <dgm:presLayoutVars>
          <dgm:chPref val="1"/>
          <dgm:dir/>
          <dgm:animOne val="branch"/>
          <dgm:animLvl val="lvl"/>
          <dgm:resizeHandles val="exact"/>
        </dgm:presLayoutVars>
      </dgm:prSet>
      <dgm:spPr/>
    </dgm:pt>
    <dgm:pt modelId="{BED53F5D-B9FB-41AB-A46B-422069FDF6AC}" type="pres">
      <dgm:prSet presAssocID="{A183940C-9483-4B7C-B34E-E6AF84CDF5DF}" presName="hierFlow" presStyleCnt="0"/>
      <dgm:spPr/>
    </dgm:pt>
    <dgm:pt modelId="{077990C7-44D9-4B89-8C30-269DE9380027}" type="pres">
      <dgm:prSet presAssocID="{A183940C-9483-4B7C-B34E-E6AF84CDF5DF}" presName="hierChild1" presStyleCnt="0">
        <dgm:presLayoutVars>
          <dgm:chPref val="1"/>
          <dgm:animOne val="branch"/>
          <dgm:animLvl val="lvl"/>
        </dgm:presLayoutVars>
      </dgm:prSet>
      <dgm:spPr/>
    </dgm:pt>
    <dgm:pt modelId="{34A60807-4599-4B76-B782-98B01D1903C1}" type="pres">
      <dgm:prSet presAssocID="{957BC30E-E8DA-43B0-A70E-6AF96D96D3B5}" presName="Name14" presStyleCnt="0"/>
      <dgm:spPr/>
    </dgm:pt>
    <dgm:pt modelId="{F7546524-F0E1-4FF6-AB8B-876CF62D8E20}" type="pres">
      <dgm:prSet presAssocID="{957BC30E-E8DA-43B0-A70E-6AF96D96D3B5}" presName="level1Shape" presStyleLbl="node0" presStyleIdx="0" presStyleCnt="1">
        <dgm:presLayoutVars>
          <dgm:chPref val="3"/>
        </dgm:presLayoutVars>
      </dgm:prSet>
      <dgm:spPr/>
    </dgm:pt>
    <dgm:pt modelId="{E96B38B1-1F0D-4A70-B39B-7CF181F01690}" type="pres">
      <dgm:prSet presAssocID="{957BC30E-E8DA-43B0-A70E-6AF96D96D3B5}" presName="hierChild2" presStyleCnt="0"/>
      <dgm:spPr/>
    </dgm:pt>
    <dgm:pt modelId="{BD824009-5E27-4FD3-9CF9-25717905CDA3}" type="pres">
      <dgm:prSet presAssocID="{7E74C251-AAEC-49EA-ACD0-0559D82FC8CD}" presName="Name19" presStyleLbl="parChTrans1D2" presStyleIdx="0" presStyleCnt="1"/>
      <dgm:spPr/>
    </dgm:pt>
    <dgm:pt modelId="{E016CF82-3B08-4EB3-8455-55BAA1953479}" type="pres">
      <dgm:prSet presAssocID="{B11B1AB6-FCA9-40F1-B339-ECE9A7878B06}" presName="Name21" presStyleCnt="0"/>
      <dgm:spPr/>
    </dgm:pt>
    <dgm:pt modelId="{BD163E80-AE8B-4DF3-B984-93CF7AEB3C01}" type="pres">
      <dgm:prSet presAssocID="{B11B1AB6-FCA9-40F1-B339-ECE9A7878B06}" presName="level2Shape" presStyleLbl="asst1" presStyleIdx="0" presStyleCnt="1"/>
      <dgm:spPr/>
    </dgm:pt>
    <dgm:pt modelId="{CC3CA015-4D98-42ED-A1F0-1E13720C1A6A}" type="pres">
      <dgm:prSet presAssocID="{B11B1AB6-FCA9-40F1-B339-ECE9A7878B06}" presName="hierChild3" presStyleCnt="0"/>
      <dgm:spPr/>
    </dgm:pt>
    <dgm:pt modelId="{5C40B0A4-B091-4759-B6C2-DCE0740778AD}" type="pres">
      <dgm:prSet presAssocID="{9C25B6D9-1281-4D20-93B9-0F1E72B24309}" presName="Name19" presStyleLbl="parChTrans1D3" presStyleIdx="0" presStyleCnt="1"/>
      <dgm:spPr/>
    </dgm:pt>
    <dgm:pt modelId="{4E1241F5-5A16-4A33-B32E-794AC4054DCC}" type="pres">
      <dgm:prSet presAssocID="{B43DB7C2-28CF-4444-9E43-443467EA8004}" presName="Name21" presStyleCnt="0"/>
      <dgm:spPr/>
    </dgm:pt>
    <dgm:pt modelId="{E13E7CF6-0BFE-46A1-A01F-847E4F3309DF}" type="pres">
      <dgm:prSet presAssocID="{B43DB7C2-28CF-4444-9E43-443467EA8004}" presName="level2Shape" presStyleLbl="node3" presStyleIdx="0" presStyleCnt="1"/>
      <dgm:spPr/>
    </dgm:pt>
    <dgm:pt modelId="{F9014B85-0D59-4A29-98B3-9FE6587EF37E}" type="pres">
      <dgm:prSet presAssocID="{B43DB7C2-28CF-4444-9E43-443467EA8004}" presName="hierChild3" presStyleCnt="0"/>
      <dgm:spPr/>
    </dgm:pt>
    <dgm:pt modelId="{058C1544-CBA7-4910-9FE9-AD5DA936FE29}" type="pres">
      <dgm:prSet presAssocID="{F05CC535-23B3-4AB7-8359-046B4938EE61}" presName="Name19" presStyleLbl="parChTrans1D4" presStyleIdx="0" presStyleCnt="3"/>
      <dgm:spPr/>
    </dgm:pt>
    <dgm:pt modelId="{AFB8F417-E734-4683-A290-64EAC2227FBC}" type="pres">
      <dgm:prSet presAssocID="{FB62C531-F123-4E54-A4FB-4BAD41CD51C8}" presName="Name21" presStyleCnt="0"/>
      <dgm:spPr/>
    </dgm:pt>
    <dgm:pt modelId="{6CC44F07-6E4D-4148-994D-0409D7D48B1D}" type="pres">
      <dgm:prSet presAssocID="{FB62C531-F123-4E54-A4FB-4BAD41CD51C8}" presName="level2Shape" presStyleLbl="node4" presStyleIdx="0" presStyleCnt="3"/>
      <dgm:spPr/>
    </dgm:pt>
    <dgm:pt modelId="{2D5F7964-666B-48C4-9D5A-E309F1F9F94D}" type="pres">
      <dgm:prSet presAssocID="{FB62C531-F123-4E54-A4FB-4BAD41CD51C8}" presName="hierChild3" presStyleCnt="0"/>
      <dgm:spPr/>
    </dgm:pt>
    <dgm:pt modelId="{31621482-531F-4EBF-B67B-DB46FFA8DEFC}" type="pres">
      <dgm:prSet presAssocID="{7864EC2B-443A-49DB-982B-D666A6BDE858}" presName="Name19" presStyleLbl="parChTrans1D4" presStyleIdx="1" presStyleCnt="3"/>
      <dgm:spPr/>
    </dgm:pt>
    <dgm:pt modelId="{889D5380-3DC2-4ACB-985F-99F05DDBAC4B}" type="pres">
      <dgm:prSet presAssocID="{83E744F7-F8C2-423C-B1E0-BD42EDC1FE67}" presName="Name21" presStyleCnt="0"/>
      <dgm:spPr/>
    </dgm:pt>
    <dgm:pt modelId="{28108ACC-C45F-4E7B-922B-5D6CE23F4BCF}" type="pres">
      <dgm:prSet presAssocID="{83E744F7-F8C2-423C-B1E0-BD42EDC1FE67}" presName="level2Shape" presStyleLbl="node4" presStyleIdx="1" presStyleCnt="3"/>
      <dgm:spPr/>
    </dgm:pt>
    <dgm:pt modelId="{AE70CD88-7FE2-4873-832A-3A3D23B09439}" type="pres">
      <dgm:prSet presAssocID="{83E744F7-F8C2-423C-B1E0-BD42EDC1FE67}" presName="hierChild3" presStyleCnt="0"/>
      <dgm:spPr/>
    </dgm:pt>
    <dgm:pt modelId="{A390504E-5379-4365-BB2B-9BFD27B3E11C}" type="pres">
      <dgm:prSet presAssocID="{B0510F7D-E702-43CA-9A2D-E571ACEC1CAD}" presName="Name19" presStyleLbl="parChTrans1D4" presStyleIdx="2" presStyleCnt="3"/>
      <dgm:spPr/>
    </dgm:pt>
    <dgm:pt modelId="{DAAE1CC7-307C-4504-A6B2-341F4FABC797}" type="pres">
      <dgm:prSet presAssocID="{9085C14B-B5FE-4FDB-9C40-EAE64C0CC805}" presName="Name21" presStyleCnt="0"/>
      <dgm:spPr/>
    </dgm:pt>
    <dgm:pt modelId="{3A5BDADE-62DA-4494-B5ED-A7B1E6EA755F}" type="pres">
      <dgm:prSet presAssocID="{9085C14B-B5FE-4FDB-9C40-EAE64C0CC805}" presName="level2Shape" presStyleLbl="node4" presStyleIdx="2" presStyleCnt="3"/>
      <dgm:spPr/>
    </dgm:pt>
    <dgm:pt modelId="{5F3ED4FF-0868-4E72-AE6B-2CBB566B9F49}" type="pres">
      <dgm:prSet presAssocID="{9085C14B-B5FE-4FDB-9C40-EAE64C0CC805}" presName="hierChild3" presStyleCnt="0"/>
      <dgm:spPr/>
    </dgm:pt>
    <dgm:pt modelId="{2302F514-2349-4EF9-BD4A-121489E1B6A8}" type="pres">
      <dgm:prSet presAssocID="{A183940C-9483-4B7C-B34E-E6AF84CDF5DF}" presName="bgShapesFlow" presStyleCnt="0"/>
      <dgm:spPr/>
    </dgm:pt>
  </dgm:ptLst>
  <dgm:cxnLst>
    <dgm:cxn modelId="{FC203B29-B855-4549-ABC8-97380B49FA72}" srcId="{A183940C-9483-4B7C-B34E-E6AF84CDF5DF}" destId="{957BC30E-E8DA-43B0-A70E-6AF96D96D3B5}" srcOrd="0" destOrd="0" parTransId="{1046F13A-2580-45D0-BA1C-410D2D895D24}" sibTransId="{6BC51EFE-F4F4-4A5C-9ACC-9A759CF32F2F}"/>
    <dgm:cxn modelId="{1A38452C-9A55-485F-A427-C44683A64178}" type="presOf" srcId="{FB62C531-F123-4E54-A4FB-4BAD41CD51C8}" destId="{6CC44F07-6E4D-4148-994D-0409D7D48B1D}" srcOrd="0" destOrd="0" presId="urn:microsoft.com/office/officeart/2005/8/layout/hierarchy6"/>
    <dgm:cxn modelId="{35D9812D-C8DF-49E7-8D49-BAE32784D9D6}" type="presOf" srcId="{957BC30E-E8DA-43B0-A70E-6AF96D96D3B5}" destId="{F7546524-F0E1-4FF6-AB8B-876CF62D8E20}" srcOrd="0" destOrd="0" presId="urn:microsoft.com/office/officeart/2005/8/layout/hierarchy6"/>
    <dgm:cxn modelId="{45972239-F21E-478C-9279-3C2BB10F2E70}" srcId="{B43DB7C2-28CF-4444-9E43-443467EA8004}" destId="{83E744F7-F8C2-423C-B1E0-BD42EDC1FE67}" srcOrd="1" destOrd="0" parTransId="{7864EC2B-443A-49DB-982B-D666A6BDE858}" sibTransId="{DB19A685-7294-4C16-924E-B4757E148C6B}"/>
    <dgm:cxn modelId="{3A1A4A5F-3429-45F1-88F1-B3E37AD5327D}" type="presOf" srcId="{B11B1AB6-FCA9-40F1-B339-ECE9A7878B06}" destId="{BD163E80-AE8B-4DF3-B984-93CF7AEB3C01}" srcOrd="0" destOrd="0" presId="urn:microsoft.com/office/officeart/2005/8/layout/hierarchy6"/>
    <dgm:cxn modelId="{50CDC563-85BE-465D-B662-AE9FE16CB52D}" type="presOf" srcId="{B43DB7C2-28CF-4444-9E43-443467EA8004}" destId="{E13E7CF6-0BFE-46A1-A01F-847E4F3309DF}" srcOrd="0" destOrd="0" presId="urn:microsoft.com/office/officeart/2005/8/layout/hierarchy6"/>
    <dgm:cxn modelId="{FD75534D-9A65-40BA-B708-B22AD99F6E8C}" type="presOf" srcId="{B0510F7D-E702-43CA-9A2D-E571ACEC1CAD}" destId="{A390504E-5379-4365-BB2B-9BFD27B3E11C}" srcOrd="0" destOrd="0" presId="urn:microsoft.com/office/officeart/2005/8/layout/hierarchy6"/>
    <dgm:cxn modelId="{35F3AF55-18BC-47D5-965F-D820FE1BC16E}" type="presOf" srcId="{9085C14B-B5FE-4FDB-9C40-EAE64C0CC805}" destId="{3A5BDADE-62DA-4494-B5ED-A7B1E6EA755F}" srcOrd="0" destOrd="0" presId="urn:microsoft.com/office/officeart/2005/8/layout/hierarchy6"/>
    <dgm:cxn modelId="{C7EBB076-35A7-45D0-9974-90EB4BA1CC81}" type="presOf" srcId="{F05CC535-23B3-4AB7-8359-046B4938EE61}" destId="{058C1544-CBA7-4910-9FE9-AD5DA936FE29}" srcOrd="0" destOrd="0" presId="urn:microsoft.com/office/officeart/2005/8/layout/hierarchy6"/>
    <dgm:cxn modelId="{3FDC5C80-49BA-49D7-8D81-0C548C9B94C2}" type="presOf" srcId="{83E744F7-F8C2-423C-B1E0-BD42EDC1FE67}" destId="{28108ACC-C45F-4E7B-922B-5D6CE23F4BCF}" srcOrd="0" destOrd="0" presId="urn:microsoft.com/office/officeart/2005/8/layout/hierarchy6"/>
    <dgm:cxn modelId="{4DEFBA8D-4008-451C-85BA-1B673652BFE5}" srcId="{B43DB7C2-28CF-4444-9E43-443467EA8004}" destId="{9085C14B-B5FE-4FDB-9C40-EAE64C0CC805}" srcOrd="2" destOrd="0" parTransId="{B0510F7D-E702-43CA-9A2D-E571ACEC1CAD}" sibTransId="{184D97AE-D583-4800-B6DE-204066A1816A}"/>
    <dgm:cxn modelId="{0BC36B8E-4759-4D8C-8B55-B770CBCD6C9E}" srcId="{B43DB7C2-28CF-4444-9E43-443467EA8004}" destId="{FB62C531-F123-4E54-A4FB-4BAD41CD51C8}" srcOrd="0" destOrd="0" parTransId="{F05CC535-23B3-4AB7-8359-046B4938EE61}" sibTransId="{65C5C0A6-0192-4AF8-9005-F398573F663F}"/>
    <dgm:cxn modelId="{09CA7397-C4A1-494C-9894-A8ABD1B1D3E6}" type="presOf" srcId="{7E74C251-AAEC-49EA-ACD0-0559D82FC8CD}" destId="{BD824009-5E27-4FD3-9CF9-25717905CDA3}" srcOrd="0" destOrd="0" presId="urn:microsoft.com/office/officeart/2005/8/layout/hierarchy6"/>
    <dgm:cxn modelId="{AB24D8A2-9690-4E02-BF38-799EB25B69C3}" srcId="{957BC30E-E8DA-43B0-A70E-6AF96D96D3B5}" destId="{B11B1AB6-FCA9-40F1-B339-ECE9A7878B06}" srcOrd="0" destOrd="0" parTransId="{7E74C251-AAEC-49EA-ACD0-0559D82FC8CD}" sibTransId="{16EAC14F-3F0E-4FDB-BC99-EF07C0F6E9F5}"/>
    <dgm:cxn modelId="{6FC340A9-21C8-4940-870B-6F8544EA3E6C}" type="presOf" srcId="{9C25B6D9-1281-4D20-93B9-0F1E72B24309}" destId="{5C40B0A4-B091-4759-B6C2-DCE0740778AD}" srcOrd="0" destOrd="0" presId="urn:microsoft.com/office/officeart/2005/8/layout/hierarchy6"/>
    <dgm:cxn modelId="{803D6FAC-A5B4-49A3-B992-32F5BE5CA93D}" type="presOf" srcId="{7864EC2B-443A-49DB-982B-D666A6BDE858}" destId="{31621482-531F-4EBF-B67B-DB46FFA8DEFC}" srcOrd="0" destOrd="0" presId="urn:microsoft.com/office/officeart/2005/8/layout/hierarchy6"/>
    <dgm:cxn modelId="{A5D4F8EB-85F2-4418-BD8E-44B61471CBAE}" type="presOf" srcId="{A183940C-9483-4B7C-B34E-E6AF84CDF5DF}" destId="{FE19EBAE-2E07-42D1-AD8E-6E5A8826D552}" srcOrd="0" destOrd="0" presId="urn:microsoft.com/office/officeart/2005/8/layout/hierarchy6"/>
    <dgm:cxn modelId="{CC19E9EE-A360-4DFF-AD7B-EA54BCCF9C2C}" srcId="{B11B1AB6-FCA9-40F1-B339-ECE9A7878B06}" destId="{B43DB7C2-28CF-4444-9E43-443467EA8004}" srcOrd="0" destOrd="0" parTransId="{9C25B6D9-1281-4D20-93B9-0F1E72B24309}" sibTransId="{5FB26ED4-24FB-453C-BAA4-3E8A3DC1FA50}"/>
    <dgm:cxn modelId="{8F1D7B39-4A36-4025-90EF-AD520BD41824}" type="presParOf" srcId="{FE19EBAE-2E07-42D1-AD8E-6E5A8826D552}" destId="{BED53F5D-B9FB-41AB-A46B-422069FDF6AC}" srcOrd="0" destOrd="0" presId="urn:microsoft.com/office/officeart/2005/8/layout/hierarchy6"/>
    <dgm:cxn modelId="{A0CD86F8-205D-4488-A812-F9DF44F5204C}" type="presParOf" srcId="{BED53F5D-B9FB-41AB-A46B-422069FDF6AC}" destId="{077990C7-44D9-4B89-8C30-269DE9380027}" srcOrd="0" destOrd="0" presId="urn:microsoft.com/office/officeart/2005/8/layout/hierarchy6"/>
    <dgm:cxn modelId="{3B87C4CF-4FE6-421E-A2A7-EDFCCF4BF5BA}" type="presParOf" srcId="{077990C7-44D9-4B89-8C30-269DE9380027}" destId="{34A60807-4599-4B76-B782-98B01D1903C1}" srcOrd="0" destOrd="0" presId="urn:microsoft.com/office/officeart/2005/8/layout/hierarchy6"/>
    <dgm:cxn modelId="{A9AE1F18-46D0-4BBD-B0A9-9BF511B649C5}" type="presParOf" srcId="{34A60807-4599-4B76-B782-98B01D1903C1}" destId="{F7546524-F0E1-4FF6-AB8B-876CF62D8E20}" srcOrd="0" destOrd="0" presId="urn:microsoft.com/office/officeart/2005/8/layout/hierarchy6"/>
    <dgm:cxn modelId="{D27F4A13-C9ED-49F8-B9A3-32C432F7FD21}" type="presParOf" srcId="{34A60807-4599-4B76-B782-98B01D1903C1}" destId="{E96B38B1-1F0D-4A70-B39B-7CF181F01690}" srcOrd="1" destOrd="0" presId="urn:microsoft.com/office/officeart/2005/8/layout/hierarchy6"/>
    <dgm:cxn modelId="{4B357F50-4EAE-477C-8010-22B41498D8AA}" type="presParOf" srcId="{E96B38B1-1F0D-4A70-B39B-7CF181F01690}" destId="{BD824009-5E27-4FD3-9CF9-25717905CDA3}" srcOrd="0" destOrd="0" presId="urn:microsoft.com/office/officeart/2005/8/layout/hierarchy6"/>
    <dgm:cxn modelId="{C30C8A9E-6C4A-481E-99A9-D05DABA1C9BF}" type="presParOf" srcId="{E96B38B1-1F0D-4A70-B39B-7CF181F01690}" destId="{E016CF82-3B08-4EB3-8455-55BAA1953479}" srcOrd="1" destOrd="0" presId="urn:microsoft.com/office/officeart/2005/8/layout/hierarchy6"/>
    <dgm:cxn modelId="{B8B040F4-A4B7-4B52-8DD2-D0F99C4EFF8D}" type="presParOf" srcId="{E016CF82-3B08-4EB3-8455-55BAA1953479}" destId="{BD163E80-AE8B-4DF3-B984-93CF7AEB3C01}" srcOrd="0" destOrd="0" presId="urn:microsoft.com/office/officeart/2005/8/layout/hierarchy6"/>
    <dgm:cxn modelId="{B83B7570-6A2B-46DA-8AA1-1C99667DB655}" type="presParOf" srcId="{E016CF82-3B08-4EB3-8455-55BAA1953479}" destId="{CC3CA015-4D98-42ED-A1F0-1E13720C1A6A}" srcOrd="1" destOrd="0" presId="urn:microsoft.com/office/officeart/2005/8/layout/hierarchy6"/>
    <dgm:cxn modelId="{1E521EE5-B764-4CCD-BDC1-24D8D941A910}" type="presParOf" srcId="{CC3CA015-4D98-42ED-A1F0-1E13720C1A6A}" destId="{5C40B0A4-B091-4759-B6C2-DCE0740778AD}" srcOrd="0" destOrd="0" presId="urn:microsoft.com/office/officeart/2005/8/layout/hierarchy6"/>
    <dgm:cxn modelId="{A7E6768A-E7B1-4AF3-A71E-8723E730BA26}" type="presParOf" srcId="{CC3CA015-4D98-42ED-A1F0-1E13720C1A6A}" destId="{4E1241F5-5A16-4A33-B32E-794AC4054DCC}" srcOrd="1" destOrd="0" presId="urn:microsoft.com/office/officeart/2005/8/layout/hierarchy6"/>
    <dgm:cxn modelId="{B5690DC0-DB88-4427-AAF0-65FF8E3BF5D0}" type="presParOf" srcId="{4E1241F5-5A16-4A33-B32E-794AC4054DCC}" destId="{E13E7CF6-0BFE-46A1-A01F-847E4F3309DF}" srcOrd="0" destOrd="0" presId="urn:microsoft.com/office/officeart/2005/8/layout/hierarchy6"/>
    <dgm:cxn modelId="{D8453C84-673E-4D86-994B-EA7A9AC7E185}" type="presParOf" srcId="{4E1241F5-5A16-4A33-B32E-794AC4054DCC}" destId="{F9014B85-0D59-4A29-98B3-9FE6587EF37E}" srcOrd="1" destOrd="0" presId="urn:microsoft.com/office/officeart/2005/8/layout/hierarchy6"/>
    <dgm:cxn modelId="{8EFC147C-D48B-4459-9692-D16DD47EBAC5}" type="presParOf" srcId="{F9014B85-0D59-4A29-98B3-9FE6587EF37E}" destId="{058C1544-CBA7-4910-9FE9-AD5DA936FE29}" srcOrd="0" destOrd="0" presId="urn:microsoft.com/office/officeart/2005/8/layout/hierarchy6"/>
    <dgm:cxn modelId="{70043BD8-1F60-4CEC-8B5A-959ED629F2EE}" type="presParOf" srcId="{F9014B85-0D59-4A29-98B3-9FE6587EF37E}" destId="{AFB8F417-E734-4683-A290-64EAC2227FBC}" srcOrd="1" destOrd="0" presId="urn:microsoft.com/office/officeart/2005/8/layout/hierarchy6"/>
    <dgm:cxn modelId="{DA77D7AC-F875-4FA0-918B-F3234469E921}" type="presParOf" srcId="{AFB8F417-E734-4683-A290-64EAC2227FBC}" destId="{6CC44F07-6E4D-4148-994D-0409D7D48B1D}" srcOrd="0" destOrd="0" presId="urn:microsoft.com/office/officeart/2005/8/layout/hierarchy6"/>
    <dgm:cxn modelId="{57F0CA17-65C9-4383-8636-EFA4EB259D17}" type="presParOf" srcId="{AFB8F417-E734-4683-A290-64EAC2227FBC}" destId="{2D5F7964-666B-48C4-9D5A-E309F1F9F94D}" srcOrd="1" destOrd="0" presId="urn:microsoft.com/office/officeart/2005/8/layout/hierarchy6"/>
    <dgm:cxn modelId="{1499D151-BC70-472A-BBE0-8597DB1708F6}" type="presParOf" srcId="{F9014B85-0D59-4A29-98B3-9FE6587EF37E}" destId="{31621482-531F-4EBF-B67B-DB46FFA8DEFC}" srcOrd="2" destOrd="0" presId="urn:microsoft.com/office/officeart/2005/8/layout/hierarchy6"/>
    <dgm:cxn modelId="{BD0B5858-2A76-4875-AA3D-8181FE8FD0A9}" type="presParOf" srcId="{F9014B85-0D59-4A29-98B3-9FE6587EF37E}" destId="{889D5380-3DC2-4ACB-985F-99F05DDBAC4B}" srcOrd="3" destOrd="0" presId="urn:microsoft.com/office/officeart/2005/8/layout/hierarchy6"/>
    <dgm:cxn modelId="{1936FE56-31E4-44C7-BC0F-C0358D292326}" type="presParOf" srcId="{889D5380-3DC2-4ACB-985F-99F05DDBAC4B}" destId="{28108ACC-C45F-4E7B-922B-5D6CE23F4BCF}" srcOrd="0" destOrd="0" presId="urn:microsoft.com/office/officeart/2005/8/layout/hierarchy6"/>
    <dgm:cxn modelId="{E62CF3CD-8948-4F0F-94B4-EFE0B250E262}" type="presParOf" srcId="{889D5380-3DC2-4ACB-985F-99F05DDBAC4B}" destId="{AE70CD88-7FE2-4873-832A-3A3D23B09439}" srcOrd="1" destOrd="0" presId="urn:microsoft.com/office/officeart/2005/8/layout/hierarchy6"/>
    <dgm:cxn modelId="{50E96674-6E43-48B6-8C6C-04644F0137AD}" type="presParOf" srcId="{F9014B85-0D59-4A29-98B3-9FE6587EF37E}" destId="{A390504E-5379-4365-BB2B-9BFD27B3E11C}" srcOrd="4" destOrd="0" presId="urn:microsoft.com/office/officeart/2005/8/layout/hierarchy6"/>
    <dgm:cxn modelId="{05DA075B-6468-4700-8D5F-05C44FC6FD87}" type="presParOf" srcId="{F9014B85-0D59-4A29-98B3-9FE6587EF37E}" destId="{DAAE1CC7-307C-4504-A6B2-341F4FABC797}" srcOrd="5" destOrd="0" presId="urn:microsoft.com/office/officeart/2005/8/layout/hierarchy6"/>
    <dgm:cxn modelId="{C32E189B-4B44-4DE8-8EB3-CDACA02BB191}" type="presParOf" srcId="{DAAE1CC7-307C-4504-A6B2-341F4FABC797}" destId="{3A5BDADE-62DA-4494-B5ED-A7B1E6EA755F}" srcOrd="0" destOrd="0" presId="urn:microsoft.com/office/officeart/2005/8/layout/hierarchy6"/>
    <dgm:cxn modelId="{AD23F935-48DD-40E1-95CE-CC684A16263E}" type="presParOf" srcId="{DAAE1CC7-307C-4504-A6B2-341F4FABC797}" destId="{5F3ED4FF-0868-4E72-AE6B-2CBB566B9F49}" srcOrd="1" destOrd="0" presId="urn:microsoft.com/office/officeart/2005/8/layout/hierarchy6"/>
    <dgm:cxn modelId="{1F301622-C70F-46FE-8970-C4361B284905}" type="presParOf" srcId="{FE19EBAE-2E07-42D1-AD8E-6E5A8826D552}" destId="{2302F514-2349-4EF9-BD4A-121489E1B6A8}"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8F888487-D61D-489D-801D-6D9035FF0289}" type="doc">
      <dgm:prSet loTypeId="urn:microsoft.com/office/officeart/2005/8/layout/process2" loCatId="process" qsTypeId="urn:microsoft.com/office/officeart/2005/8/quickstyle/simple1" qsCatId="simple" csTypeId="urn:microsoft.com/office/officeart/2005/8/colors/accent1_2" csCatId="accent1" phldr="1"/>
      <dgm:spPr/>
    </dgm:pt>
    <dgm:pt modelId="{292354FE-BD4D-4ED8-AAEC-B24B5F472049}">
      <dgm:prSet phldrT="[Text]"/>
      <dgm:spPr/>
      <dgm:t>
        <a:bodyPr/>
        <a:lstStyle/>
        <a:p>
          <a:r>
            <a:rPr lang="de-DE"/>
            <a:t>Extract</a:t>
          </a:r>
        </a:p>
      </dgm:t>
    </dgm:pt>
    <dgm:pt modelId="{6AD047C4-4BF1-4BF9-A25F-B6D42BD5ADC4}" type="parTrans" cxnId="{252E240E-2022-498E-AF9F-9862FCEB8743}">
      <dgm:prSet/>
      <dgm:spPr/>
      <dgm:t>
        <a:bodyPr/>
        <a:lstStyle/>
        <a:p>
          <a:endParaRPr lang="de-DE"/>
        </a:p>
      </dgm:t>
    </dgm:pt>
    <dgm:pt modelId="{3C7D6C3D-118F-44B9-BA71-283AB269B3AD}" type="sibTrans" cxnId="{252E240E-2022-498E-AF9F-9862FCEB8743}">
      <dgm:prSet/>
      <dgm:spPr/>
      <dgm:t>
        <a:bodyPr/>
        <a:lstStyle/>
        <a:p>
          <a:endParaRPr lang="de-DE"/>
        </a:p>
      </dgm:t>
    </dgm:pt>
    <dgm:pt modelId="{40012ACD-5C76-448B-98DA-1FBCBA309B02}">
      <dgm:prSet phldrT="[Text]"/>
      <dgm:spPr/>
      <dgm:t>
        <a:bodyPr/>
        <a:lstStyle/>
        <a:p>
          <a:r>
            <a:rPr lang="de-DE"/>
            <a:t>Transform</a:t>
          </a:r>
        </a:p>
      </dgm:t>
    </dgm:pt>
    <dgm:pt modelId="{EEB0EEBD-E78A-4BB9-AF1A-7FC3D8AE1DFF}" type="parTrans" cxnId="{8C1C4399-4687-4B02-A42A-53ED83A0DC41}">
      <dgm:prSet/>
      <dgm:spPr/>
      <dgm:t>
        <a:bodyPr/>
        <a:lstStyle/>
        <a:p>
          <a:endParaRPr lang="de-DE"/>
        </a:p>
      </dgm:t>
    </dgm:pt>
    <dgm:pt modelId="{517BF1D0-ED2F-4226-B255-9C58AE5F64B2}" type="sibTrans" cxnId="{8C1C4399-4687-4B02-A42A-53ED83A0DC41}">
      <dgm:prSet/>
      <dgm:spPr/>
      <dgm:t>
        <a:bodyPr/>
        <a:lstStyle/>
        <a:p>
          <a:endParaRPr lang="de-DE"/>
        </a:p>
      </dgm:t>
    </dgm:pt>
    <dgm:pt modelId="{D20FE352-6796-42EC-B2DA-BAEC2A3911CE}">
      <dgm:prSet phldrT="[Text]"/>
      <dgm:spPr/>
      <dgm:t>
        <a:bodyPr/>
        <a:lstStyle/>
        <a:p>
          <a:r>
            <a:rPr lang="de-DE"/>
            <a:t>Load</a:t>
          </a:r>
        </a:p>
      </dgm:t>
    </dgm:pt>
    <dgm:pt modelId="{B9EF5034-436A-45C4-8526-DAD5AD93B253}" type="parTrans" cxnId="{9F12B697-0E92-4D5D-99EA-F62992E6B469}">
      <dgm:prSet/>
      <dgm:spPr/>
      <dgm:t>
        <a:bodyPr/>
        <a:lstStyle/>
        <a:p>
          <a:endParaRPr lang="de-DE"/>
        </a:p>
      </dgm:t>
    </dgm:pt>
    <dgm:pt modelId="{35ECCC5F-8152-454B-9BF9-84C005FCC790}" type="sibTrans" cxnId="{9F12B697-0E92-4D5D-99EA-F62992E6B469}">
      <dgm:prSet/>
      <dgm:spPr/>
      <dgm:t>
        <a:bodyPr/>
        <a:lstStyle/>
        <a:p>
          <a:endParaRPr lang="de-DE"/>
        </a:p>
      </dgm:t>
    </dgm:pt>
    <dgm:pt modelId="{92231111-06B9-46EF-A6DB-75D74E3252E8}" type="pres">
      <dgm:prSet presAssocID="{8F888487-D61D-489D-801D-6D9035FF0289}" presName="linearFlow" presStyleCnt="0">
        <dgm:presLayoutVars>
          <dgm:resizeHandles val="exact"/>
        </dgm:presLayoutVars>
      </dgm:prSet>
      <dgm:spPr/>
    </dgm:pt>
    <dgm:pt modelId="{AE0F0D98-73C6-44AB-AD22-382534F84364}" type="pres">
      <dgm:prSet presAssocID="{292354FE-BD4D-4ED8-AAEC-B24B5F472049}" presName="node" presStyleLbl="node1" presStyleIdx="0" presStyleCnt="3">
        <dgm:presLayoutVars>
          <dgm:bulletEnabled val="1"/>
        </dgm:presLayoutVars>
      </dgm:prSet>
      <dgm:spPr/>
    </dgm:pt>
    <dgm:pt modelId="{62AE1C06-6A3B-4A3B-968D-5BDF34B6ABFF}" type="pres">
      <dgm:prSet presAssocID="{3C7D6C3D-118F-44B9-BA71-283AB269B3AD}" presName="sibTrans" presStyleLbl="sibTrans2D1" presStyleIdx="0" presStyleCnt="2"/>
      <dgm:spPr/>
    </dgm:pt>
    <dgm:pt modelId="{FB4B2A8F-1AAB-4E0E-837E-09648BD09EB1}" type="pres">
      <dgm:prSet presAssocID="{3C7D6C3D-118F-44B9-BA71-283AB269B3AD}" presName="connectorText" presStyleLbl="sibTrans2D1" presStyleIdx="0" presStyleCnt="2"/>
      <dgm:spPr/>
    </dgm:pt>
    <dgm:pt modelId="{AC4CB85B-8A01-4C80-89D4-16B7BB0E8D0E}" type="pres">
      <dgm:prSet presAssocID="{40012ACD-5C76-448B-98DA-1FBCBA309B02}" presName="node" presStyleLbl="node1" presStyleIdx="1" presStyleCnt="3">
        <dgm:presLayoutVars>
          <dgm:bulletEnabled val="1"/>
        </dgm:presLayoutVars>
      </dgm:prSet>
      <dgm:spPr/>
    </dgm:pt>
    <dgm:pt modelId="{D485CFBF-213C-4D23-92BF-482BEBAEFAB0}" type="pres">
      <dgm:prSet presAssocID="{517BF1D0-ED2F-4226-B255-9C58AE5F64B2}" presName="sibTrans" presStyleLbl="sibTrans2D1" presStyleIdx="1" presStyleCnt="2"/>
      <dgm:spPr/>
    </dgm:pt>
    <dgm:pt modelId="{E2E5E90C-8126-481A-9320-2CE3C82E4EB6}" type="pres">
      <dgm:prSet presAssocID="{517BF1D0-ED2F-4226-B255-9C58AE5F64B2}" presName="connectorText" presStyleLbl="sibTrans2D1" presStyleIdx="1" presStyleCnt="2"/>
      <dgm:spPr/>
    </dgm:pt>
    <dgm:pt modelId="{342E05C9-B3CC-481E-92E7-1EE473B6F5EC}" type="pres">
      <dgm:prSet presAssocID="{D20FE352-6796-42EC-B2DA-BAEC2A3911CE}" presName="node" presStyleLbl="node1" presStyleIdx="2" presStyleCnt="3">
        <dgm:presLayoutVars>
          <dgm:bulletEnabled val="1"/>
        </dgm:presLayoutVars>
      </dgm:prSet>
      <dgm:spPr/>
    </dgm:pt>
  </dgm:ptLst>
  <dgm:cxnLst>
    <dgm:cxn modelId="{252E240E-2022-498E-AF9F-9862FCEB8743}" srcId="{8F888487-D61D-489D-801D-6D9035FF0289}" destId="{292354FE-BD4D-4ED8-AAEC-B24B5F472049}" srcOrd="0" destOrd="0" parTransId="{6AD047C4-4BF1-4BF9-A25F-B6D42BD5ADC4}" sibTransId="{3C7D6C3D-118F-44B9-BA71-283AB269B3AD}"/>
    <dgm:cxn modelId="{2264A817-4A5F-49E1-929D-579B57E60B39}" type="presOf" srcId="{8F888487-D61D-489D-801D-6D9035FF0289}" destId="{92231111-06B9-46EF-A6DB-75D74E3252E8}" srcOrd="0" destOrd="0" presId="urn:microsoft.com/office/officeart/2005/8/layout/process2"/>
    <dgm:cxn modelId="{C7A6875E-68DF-4E3A-830C-7B3259FE6817}" type="presOf" srcId="{40012ACD-5C76-448B-98DA-1FBCBA309B02}" destId="{AC4CB85B-8A01-4C80-89D4-16B7BB0E8D0E}" srcOrd="0" destOrd="0" presId="urn:microsoft.com/office/officeart/2005/8/layout/process2"/>
    <dgm:cxn modelId="{44FF3849-C62C-42B1-A139-5DBF5C4B7A1C}" type="presOf" srcId="{292354FE-BD4D-4ED8-AAEC-B24B5F472049}" destId="{AE0F0D98-73C6-44AB-AD22-382534F84364}" srcOrd="0" destOrd="0" presId="urn:microsoft.com/office/officeart/2005/8/layout/process2"/>
    <dgm:cxn modelId="{0DF6C172-C198-459D-9FAE-C69A830B120F}" type="presOf" srcId="{517BF1D0-ED2F-4226-B255-9C58AE5F64B2}" destId="{D485CFBF-213C-4D23-92BF-482BEBAEFAB0}" srcOrd="0" destOrd="0" presId="urn:microsoft.com/office/officeart/2005/8/layout/process2"/>
    <dgm:cxn modelId="{CF929B86-C15F-4C81-99CB-1CA69F6C0FB9}" type="presOf" srcId="{3C7D6C3D-118F-44B9-BA71-283AB269B3AD}" destId="{FB4B2A8F-1AAB-4E0E-837E-09648BD09EB1}" srcOrd="1" destOrd="0" presId="urn:microsoft.com/office/officeart/2005/8/layout/process2"/>
    <dgm:cxn modelId="{9F12B697-0E92-4D5D-99EA-F62992E6B469}" srcId="{8F888487-D61D-489D-801D-6D9035FF0289}" destId="{D20FE352-6796-42EC-B2DA-BAEC2A3911CE}" srcOrd="2" destOrd="0" parTransId="{B9EF5034-436A-45C4-8526-DAD5AD93B253}" sibTransId="{35ECCC5F-8152-454B-9BF9-84C005FCC790}"/>
    <dgm:cxn modelId="{8C1C4399-4687-4B02-A42A-53ED83A0DC41}" srcId="{8F888487-D61D-489D-801D-6D9035FF0289}" destId="{40012ACD-5C76-448B-98DA-1FBCBA309B02}" srcOrd="1" destOrd="0" parTransId="{EEB0EEBD-E78A-4BB9-AF1A-7FC3D8AE1DFF}" sibTransId="{517BF1D0-ED2F-4226-B255-9C58AE5F64B2}"/>
    <dgm:cxn modelId="{4FD5BCC1-A9A8-48B0-BF3C-EFA4DCCA1817}" type="presOf" srcId="{3C7D6C3D-118F-44B9-BA71-283AB269B3AD}" destId="{62AE1C06-6A3B-4A3B-968D-5BDF34B6ABFF}" srcOrd="0" destOrd="0" presId="urn:microsoft.com/office/officeart/2005/8/layout/process2"/>
    <dgm:cxn modelId="{9901E2D7-682F-4A3A-998E-4E5E0DFA781C}" type="presOf" srcId="{517BF1D0-ED2F-4226-B255-9C58AE5F64B2}" destId="{E2E5E90C-8126-481A-9320-2CE3C82E4EB6}" srcOrd="1" destOrd="0" presId="urn:microsoft.com/office/officeart/2005/8/layout/process2"/>
    <dgm:cxn modelId="{C1BD7DDE-C760-4C72-9DC4-2A3922CE49B1}" type="presOf" srcId="{D20FE352-6796-42EC-B2DA-BAEC2A3911CE}" destId="{342E05C9-B3CC-481E-92E7-1EE473B6F5EC}" srcOrd="0" destOrd="0" presId="urn:microsoft.com/office/officeart/2005/8/layout/process2"/>
    <dgm:cxn modelId="{A590A21B-E267-47AA-8DCE-96D9C05FCC40}" type="presParOf" srcId="{92231111-06B9-46EF-A6DB-75D74E3252E8}" destId="{AE0F0D98-73C6-44AB-AD22-382534F84364}" srcOrd="0" destOrd="0" presId="urn:microsoft.com/office/officeart/2005/8/layout/process2"/>
    <dgm:cxn modelId="{5B317E96-0AFD-4442-B790-C90EBB69D2E1}" type="presParOf" srcId="{92231111-06B9-46EF-A6DB-75D74E3252E8}" destId="{62AE1C06-6A3B-4A3B-968D-5BDF34B6ABFF}" srcOrd="1" destOrd="0" presId="urn:microsoft.com/office/officeart/2005/8/layout/process2"/>
    <dgm:cxn modelId="{A6C4D6E3-CCA6-471B-BB3C-A77882FB3C45}" type="presParOf" srcId="{62AE1C06-6A3B-4A3B-968D-5BDF34B6ABFF}" destId="{FB4B2A8F-1AAB-4E0E-837E-09648BD09EB1}" srcOrd="0" destOrd="0" presId="urn:microsoft.com/office/officeart/2005/8/layout/process2"/>
    <dgm:cxn modelId="{58DF4078-A2F5-4419-A1D0-3766B5E4B4B7}" type="presParOf" srcId="{92231111-06B9-46EF-A6DB-75D74E3252E8}" destId="{AC4CB85B-8A01-4C80-89D4-16B7BB0E8D0E}" srcOrd="2" destOrd="0" presId="urn:microsoft.com/office/officeart/2005/8/layout/process2"/>
    <dgm:cxn modelId="{B104C4E0-2E6E-4C99-9EE9-95B766263466}" type="presParOf" srcId="{92231111-06B9-46EF-A6DB-75D74E3252E8}" destId="{D485CFBF-213C-4D23-92BF-482BEBAEFAB0}" srcOrd="3" destOrd="0" presId="urn:microsoft.com/office/officeart/2005/8/layout/process2"/>
    <dgm:cxn modelId="{5CFF66A7-3F29-4B11-A678-546C4CDA4919}" type="presParOf" srcId="{D485CFBF-213C-4D23-92BF-482BEBAEFAB0}" destId="{E2E5E90C-8126-481A-9320-2CE3C82E4EB6}" srcOrd="0" destOrd="0" presId="urn:microsoft.com/office/officeart/2005/8/layout/process2"/>
    <dgm:cxn modelId="{6BEE5A1D-1364-4673-B5C5-2C0E05ACB847}" type="presParOf" srcId="{92231111-06B9-46EF-A6DB-75D74E3252E8}" destId="{342E05C9-B3CC-481E-92E7-1EE473B6F5EC}"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8F888487-D61D-489D-801D-6D9035FF0289}" type="doc">
      <dgm:prSet loTypeId="urn:microsoft.com/office/officeart/2005/8/layout/process2" loCatId="process" qsTypeId="urn:microsoft.com/office/officeart/2005/8/quickstyle/simple1" qsCatId="simple" csTypeId="urn:microsoft.com/office/officeart/2005/8/colors/accent1_2" csCatId="accent1" phldr="1"/>
      <dgm:spPr/>
    </dgm:pt>
    <dgm:pt modelId="{292354FE-BD4D-4ED8-AAEC-B24B5F472049}">
      <dgm:prSet phldrT="[Text]"/>
      <dgm:spPr/>
      <dgm:t>
        <a:bodyPr/>
        <a:lstStyle/>
        <a:p>
          <a:r>
            <a:rPr lang="de-DE"/>
            <a:t>Extract</a:t>
          </a:r>
        </a:p>
      </dgm:t>
    </dgm:pt>
    <dgm:pt modelId="{6AD047C4-4BF1-4BF9-A25F-B6D42BD5ADC4}" type="parTrans" cxnId="{252E240E-2022-498E-AF9F-9862FCEB8743}">
      <dgm:prSet/>
      <dgm:spPr/>
      <dgm:t>
        <a:bodyPr/>
        <a:lstStyle/>
        <a:p>
          <a:endParaRPr lang="de-DE"/>
        </a:p>
      </dgm:t>
    </dgm:pt>
    <dgm:pt modelId="{3C7D6C3D-118F-44B9-BA71-283AB269B3AD}" type="sibTrans" cxnId="{252E240E-2022-498E-AF9F-9862FCEB8743}">
      <dgm:prSet/>
      <dgm:spPr/>
      <dgm:t>
        <a:bodyPr/>
        <a:lstStyle/>
        <a:p>
          <a:endParaRPr lang="de-DE"/>
        </a:p>
      </dgm:t>
    </dgm:pt>
    <dgm:pt modelId="{40012ACD-5C76-448B-98DA-1FBCBA309B02}">
      <dgm:prSet phldrT="[Text]"/>
      <dgm:spPr/>
      <dgm:t>
        <a:bodyPr/>
        <a:lstStyle/>
        <a:p>
          <a:r>
            <a:rPr lang="de-DE"/>
            <a:t>Load</a:t>
          </a:r>
        </a:p>
      </dgm:t>
    </dgm:pt>
    <dgm:pt modelId="{EEB0EEBD-E78A-4BB9-AF1A-7FC3D8AE1DFF}" type="parTrans" cxnId="{8C1C4399-4687-4B02-A42A-53ED83A0DC41}">
      <dgm:prSet/>
      <dgm:spPr/>
      <dgm:t>
        <a:bodyPr/>
        <a:lstStyle/>
        <a:p>
          <a:endParaRPr lang="de-DE"/>
        </a:p>
      </dgm:t>
    </dgm:pt>
    <dgm:pt modelId="{517BF1D0-ED2F-4226-B255-9C58AE5F64B2}" type="sibTrans" cxnId="{8C1C4399-4687-4B02-A42A-53ED83A0DC41}">
      <dgm:prSet/>
      <dgm:spPr/>
      <dgm:t>
        <a:bodyPr/>
        <a:lstStyle/>
        <a:p>
          <a:endParaRPr lang="de-DE"/>
        </a:p>
      </dgm:t>
    </dgm:pt>
    <dgm:pt modelId="{D20FE352-6796-42EC-B2DA-BAEC2A3911CE}">
      <dgm:prSet phldrT="[Text]"/>
      <dgm:spPr/>
      <dgm:t>
        <a:bodyPr/>
        <a:lstStyle/>
        <a:p>
          <a:r>
            <a:rPr lang="de-DE"/>
            <a:t>Transform</a:t>
          </a:r>
        </a:p>
      </dgm:t>
    </dgm:pt>
    <dgm:pt modelId="{B9EF5034-436A-45C4-8526-DAD5AD93B253}" type="parTrans" cxnId="{9F12B697-0E92-4D5D-99EA-F62992E6B469}">
      <dgm:prSet/>
      <dgm:spPr/>
      <dgm:t>
        <a:bodyPr/>
        <a:lstStyle/>
        <a:p>
          <a:endParaRPr lang="de-DE"/>
        </a:p>
      </dgm:t>
    </dgm:pt>
    <dgm:pt modelId="{35ECCC5F-8152-454B-9BF9-84C005FCC790}" type="sibTrans" cxnId="{9F12B697-0E92-4D5D-99EA-F62992E6B469}">
      <dgm:prSet/>
      <dgm:spPr/>
      <dgm:t>
        <a:bodyPr/>
        <a:lstStyle/>
        <a:p>
          <a:endParaRPr lang="de-DE"/>
        </a:p>
      </dgm:t>
    </dgm:pt>
    <dgm:pt modelId="{92231111-06B9-46EF-A6DB-75D74E3252E8}" type="pres">
      <dgm:prSet presAssocID="{8F888487-D61D-489D-801D-6D9035FF0289}" presName="linearFlow" presStyleCnt="0">
        <dgm:presLayoutVars>
          <dgm:resizeHandles val="exact"/>
        </dgm:presLayoutVars>
      </dgm:prSet>
      <dgm:spPr/>
    </dgm:pt>
    <dgm:pt modelId="{AE0F0D98-73C6-44AB-AD22-382534F84364}" type="pres">
      <dgm:prSet presAssocID="{292354FE-BD4D-4ED8-AAEC-B24B5F472049}" presName="node" presStyleLbl="node1" presStyleIdx="0" presStyleCnt="3">
        <dgm:presLayoutVars>
          <dgm:bulletEnabled val="1"/>
        </dgm:presLayoutVars>
      </dgm:prSet>
      <dgm:spPr/>
    </dgm:pt>
    <dgm:pt modelId="{62AE1C06-6A3B-4A3B-968D-5BDF34B6ABFF}" type="pres">
      <dgm:prSet presAssocID="{3C7D6C3D-118F-44B9-BA71-283AB269B3AD}" presName="sibTrans" presStyleLbl="sibTrans2D1" presStyleIdx="0" presStyleCnt="2"/>
      <dgm:spPr/>
    </dgm:pt>
    <dgm:pt modelId="{FB4B2A8F-1AAB-4E0E-837E-09648BD09EB1}" type="pres">
      <dgm:prSet presAssocID="{3C7D6C3D-118F-44B9-BA71-283AB269B3AD}" presName="connectorText" presStyleLbl="sibTrans2D1" presStyleIdx="0" presStyleCnt="2"/>
      <dgm:spPr/>
    </dgm:pt>
    <dgm:pt modelId="{AC4CB85B-8A01-4C80-89D4-16B7BB0E8D0E}" type="pres">
      <dgm:prSet presAssocID="{40012ACD-5C76-448B-98DA-1FBCBA309B02}" presName="node" presStyleLbl="node1" presStyleIdx="1" presStyleCnt="3">
        <dgm:presLayoutVars>
          <dgm:bulletEnabled val="1"/>
        </dgm:presLayoutVars>
      </dgm:prSet>
      <dgm:spPr/>
    </dgm:pt>
    <dgm:pt modelId="{D485CFBF-213C-4D23-92BF-482BEBAEFAB0}" type="pres">
      <dgm:prSet presAssocID="{517BF1D0-ED2F-4226-B255-9C58AE5F64B2}" presName="sibTrans" presStyleLbl="sibTrans2D1" presStyleIdx="1" presStyleCnt="2"/>
      <dgm:spPr/>
    </dgm:pt>
    <dgm:pt modelId="{E2E5E90C-8126-481A-9320-2CE3C82E4EB6}" type="pres">
      <dgm:prSet presAssocID="{517BF1D0-ED2F-4226-B255-9C58AE5F64B2}" presName="connectorText" presStyleLbl="sibTrans2D1" presStyleIdx="1" presStyleCnt="2"/>
      <dgm:spPr/>
    </dgm:pt>
    <dgm:pt modelId="{342E05C9-B3CC-481E-92E7-1EE473B6F5EC}" type="pres">
      <dgm:prSet presAssocID="{D20FE352-6796-42EC-B2DA-BAEC2A3911CE}" presName="node" presStyleLbl="node1" presStyleIdx="2" presStyleCnt="3">
        <dgm:presLayoutVars>
          <dgm:bulletEnabled val="1"/>
        </dgm:presLayoutVars>
      </dgm:prSet>
      <dgm:spPr/>
    </dgm:pt>
  </dgm:ptLst>
  <dgm:cxnLst>
    <dgm:cxn modelId="{252E240E-2022-498E-AF9F-9862FCEB8743}" srcId="{8F888487-D61D-489D-801D-6D9035FF0289}" destId="{292354FE-BD4D-4ED8-AAEC-B24B5F472049}" srcOrd="0" destOrd="0" parTransId="{6AD047C4-4BF1-4BF9-A25F-B6D42BD5ADC4}" sibTransId="{3C7D6C3D-118F-44B9-BA71-283AB269B3AD}"/>
    <dgm:cxn modelId="{2264A817-4A5F-49E1-929D-579B57E60B39}" type="presOf" srcId="{8F888487-D61D-489D-801D-6D9035FF0289}" destId="{92231111-06B9-46EF-A6DB-75D74E3252E8}" srcOrd="0" destOrd="0" presId="urn:microsoft.com/office/officeart/2005/8/layout/process2"/>
    <dgm:cxn modelId="{C7A6875E-68DF-4E3A-830C-7B3259FE6817}" type="presOf" srcId="{40012ACD-5C76-448B-98DA-1FBCBA309B02}" destId="{AC4CB85B-8A01-4C80-89D4-16B7BB0E8D0E}" srcOrd="0" destOrd="0" presId="urn:microsoft.com/office/officeart/2005/8/layout/process2"/>
    <dgm:cxn modelId="{44FF3849-C62C-42B1-A139-5DBF5C4B7A1C}" type="presOf" srcId="{292354FE-BD4D-4ED8-AAEC-B24B5F472049}" destId="{AE0F0D98-73C6-44AB-AD22-382534F84364}" srcOrd="0" destOrd="0" presId="urn:microsoft.com/office/officeart/2005/8/layout/process2"/>
    <dgm:cxn modelId="{0DF6C172-C198-459D-9FAE-C69A830B120F}" type="presOf" srcId="{517BF1D0-ED2F-4226-B255-9C58AE5F64B2}" destId="{D485CFBF-213C-4D23-92BF-482BEBAEFAB0}" srcOrd="0" destOrd="0" presId="urn:microsoft.com/office/officeart/2005/8/layout/process2"/>
    <dgm:cxn modelId="{CF929B86-C15F-4C81-99CB-1CA69F6C0FB9}" type="presOf" srcId="{3C7D6C3D-118F-44B9-BA71-283AB269B3AD}" destId="{FB4B2A8F-1AAB-4E0E-837E-09648BD09EB1}" srcOrd="1" destOrd="0" presId="urn:microsoft.com/office/officeart/2005/8/layout/process2"/>
    <dgm:cxn modelId="{9F12B697-0E92-4D5D-99EA-F62992E6B469}" srcId="{8F888487-D61D-489D-801D-6D9035FF0289}" destId="{D20FE352-6796-42EC-B2DA-BAEC2A3911CE}" srcOrd="2" destOrd="0" parTransId="{B9EF5034-436A-45C4-8526-DAD5AD93B253}" sibTransId="{35ECCC5F-8152-454B-9BF9-84C005FCC790}"/>
    <dgm:cxn modelId="{8C1C4399-4687-4B02-A42A-53ED83A0DC41}" srcId="{8F888487-D61D-489D-801D-6D9035FF0289}" destId="{40012ACD-5C76-448B-98DA-1FBCBA309B02}" srcOrd="1" destOrd="0" parTransId="{EEB0EEBD-E78A-4BB9-AF1A-7FC3D8AE1DFF}" sibTransId="{517BF1D0-ED2F-4226-B255-9C58AE5F64B2}"/>
    <dgm:cxn modelId="{4FD5BCC1-A9A8-48B0-BF3C-EFA4DCCA1817}" type="presOf" srcId="{3C7D6C3D-118F-44B9-BA71-283AB269B3AD}" destId="{62AE1C06-6A3B-4A3B-968D-5BDF34B6ABFF}" srcOrd="0" destOrd="0" presId="urn:microsoft.com/office/officeart/2005/8/layout/process2"/>
    <dgm:cxn modelId="{9901E2D7-682F-4A3A-998E-4E5E0DFA781C}" type="presOf" srcId="{517BF1D0-ED2F-4226-B255-9C58AE5F64B2}" destId="{E2E5E90C-8126-481A-9320-2CE3C82E4EB6}" srcOrd="1" destOrd="0" presId="urn:microsoft.com/office/officeart/2005/8/layout/process2"/>
    <dgm:cxn modelId="{C1BD7DDE-C760-4C72-9DC4-2A3922CE49B1}" type="presOf" srcId="{D20FE352-6796-42EC-B2DA-BAEC2A3911CE}" destId="{342E05C9-B3CC-481E-92E7-1EE473B6F5EC}" srcOrd="0" destOrd="0" presId="urn:microsoft.com/office/officeart/2005/8/layout/process2"/>
    <dgm:cxn modelId="{A590A21B-E267-47AA-8DCE-96D9C05FCC40}" type="presParOf" srcId="{92231111-06B9-46EF-A6DB-75D74E3252E8}" destId="{AE0F0D98-73C6-44AB-AD22-382534F84364}" srcOrd="0" destOrd="0" presId="urn:microsoft.com/office/officeart/2005/8/layout/process2"/>
    <dgm:cxn modelId="{5B317E96-0AFD-4442-B790-C90EBB69D2E1}" type="presParOf" srcId="{92231111-06B9-46EF-A6DB-75D74E3252E8}" destId="{62AE1C06-6A3B-4A3B-968D-5BDF34B6ABFF}" srcOrd="1" destOrd="0" presId="urn:microsoft.com/office/officeart/2005/8/layout/process2"/>
    <dgm:cxn modelId="{A6C4D6E3-CCA6-471B-BB3C-A77882FB3C45}" type="presParOf" srcId="{62AE1C06-6A3B-4A3B-968D-5BDF34B6ABFF}" destId="{FB4B2A8F-1AAB-4E0E-837E-09648BD09EB1}" srcOrd="0" destOrd="0" presId="urn:microsoft.com/office/officeart/2005/8/layout/process2"/>
    <dgm:cxn modelId="{58DF4078-A2F5-4419-A1D0-3766B5E4B4B7}" type="presParOf" srcId="{92231111-06B9-46EF-A6DB-75D74E3252E8}" destId="{AC4CB85B-8A01-4C80-89D4-16B7BB0E8D0E}" srcOrd="2" destOrd="0" presId="urn:microsoft.com/office/officeart/2005/8/layout/process2"/>
    <dgm:cxn modelId="{B104C4E0-2E6E-4C99-9EE9-95B766263466}" type="presParOf" srcId="{92231111-06B9-46EF-A6DB-75D74E3252E8}" destId="{D485CFBF-213C-4D23-92BF-482BEBAEFAB0}" srcOrd="3" destOrd="0" presId="urn:microsoft.com/office/officeart/2005/8/layout/process2"/>
    <dgm:cxn modelId="{5CFF66A7-3F29-4B11-A678-546C4CDA4919}" type="presParOf" srcId="{D485CFBF-213C-4D23-92BF-482BEBAEFAB0}" destId="{E2E5E90C-8126-481A-9320-2CE3C82E4EB6}" srcOrd="0" destOrd="0" presId="urn:microsoft.com/office/officeart/2005/8/layout/process2"/>
    <dgm:cxn modelId="{6BEE5A1D-1364-4673-B5C5-2C0E05ACB847}" type="presParOf" srcId="{92231111-06B9-46EF-A6DB-75D74E3252E8}" destId="{342E05C9-B3CC-481E-92E7-1EE473B6F5EC}" srcOrd="4"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8F888487-D61D-489D-801D-6D9035FF0289}" type="doc">
      <dgm:prSet loTypeId="urn:microsoft.com/office/officeart/2005/8/layout/process2" loCatId="process" qsTypeId="urn:microsoft.com/office/officeart/2005/8/quickstyle/simple1" qsCatId="simple" csTypeId="urn:microsoft.com/office/officeart/2005/8/colors/accent1_2" csCatId="accent1" phldr="1"/>
      <dgm:spPr/>
    </dgm:pt>
    <dgm:pt modelId="{292354FE-BD4D-4ED8-AAEC-B24B5F472049}">
      <dgm:prSet phldrT="[Text]"/>
      <dgm:spPr/>
      <dgm:t>
        <a:bodyPr/>
        <a:lstStyle/>
        <a:p>
          <a:r>
            <a:rPr lang="de-DE"/>
            <a:t>Änderungen</a:t>
          </a:r>
        </a:p>
      </dgm:t>
    </dgm:pt>
    <dgm:pt modelId="{6AD047C4-4BF1-4BF9-A25F-B6D42BD5ADC4}" type="parTrans" cxnId="{252E240E-2022-498E-AF9F-9862FCEB8743}">
      <dgm:prSet/>
      <dgm:spPr/>
      <dgm:t>
        <a:bodyPr/>
        <a:lstStyle/>
        <a:p>
          <a:endParaRPr lang="de-DE"/>
        </a:p>
      </dgm:t>
    </dgm:pt>
    <dgm:pt modelId="{3C7D6C3D-118F-44B9-BA71-283AB269B3AD}" type="sibTrans" cxnId="{252E240E-2022-498E-AF9F-9862FCEB8743}">
      <dgm:prSet/>
      <dgm:spPr/>
      <dgm:t>
        <a:bodyPr/>
        <a:lstStyle/>
        <a:p>
          <a:endParaRPr lang="de-DE"/>
        </a:p>
      </dgm:t>
    </dgm:pt>
    <dgm:pt modelId="{40012ACD-5C76-448B-98DA-1FBCBA309B02}">
      <dgm:prSet phldrT="[Text]"/>
      <dgm:spPr/>
      <dgm:t>
        <a:bodyPr/>
        <a:lstStyle/>
        <a:p>
          <a:r>
            <a:rPr lang="de-DE"/>
            <a:t>Capture</a:t>
          </a:r>
        </a:p>
      </dgm:t>
    </dgm:pt>
    <dgm:pt modelId="{EEB0EEBD-E78A-4BB9-AF1A-7FC3D8AE1DFF}" type="parTrans" cxnId="{8C1C4399-4687-4B02-A42A-53ED83A0DC41}">
      <dgm:prSet/>
      <dgm:spPr/>
      <dgm:t>
        <a:bodyPr/>
        <a:lstStyle/>
        <a:p>
          <a:endParaRPr lang="de-DE"/>
        </a:p>
      </dgm:t>
    </dgm:pt>
    <dgm:pt modelId="{517BF1D0-ED2F-4226-B255-9C58AE5F64B2}" type="sibTrans" cxnId="{8C1C4399-4687-4B02-A42A-53ED83A0DC41}">
      <dgm:prSet/>
      <dgm:spPr/>
      <dgm:t>
        <a:bodyPr/>
        <a:lstStyle/>
        <a:p>
          <a:endParaRPr lang="de-DE"/>
        </a:p>
      </dgm:t>
    </dgm:pt>
    <dgm:pt modelId="{D20FE352-6796-42EC-B2DA-BAEC2A3911CE}">
      <dgm:prSet phldrT="[Text]"/>
      <dgm:spPr/>
      <dgm:t>
        <a:bodyPr/>
        <a:lstStyle/>
        <a:p>
          <a:r>
            <a:rPr lang="de-DE"/>
            <a:t>Ziel</a:t>
          </a:r>
        </a:p>
      </dgm:t>
    </dgm:pt>
    <dgm:pt modelId="{B9EF5034-436A-45C4-8526-DAD5AD93B253}" type="parTrans" cxnId="{9F12B697-0E92-4D5D-99EA-F62992E6B469}">
      <dgm:prSet/>
      <dgm:spPr/>
      <dgm:t>
        <a:bodyPr/>
        <a:lstStyle/>
        <a:p>
          <a:endParaRPr lang="de-DE"/>
        </a:p>
      </dgm:t>
    </dgm:pt>
    <dgm:pt modelId="{35ECCC5F-8152-454B-9BF9-84C005FCC790}" type="sibTrans" cxnId="{9F12B697-0E92-4D5D-99EA-F62992E6B469}">
      <dgm:prSet/>
      <dgm:spPr/>
      <dgm:t>
        <a:bodyPr/>
        <a:lstStyle/>
        <a:p>
          <a:endParaRPr lang="de-DE"/>
        </a:p>
      </dgm:t>
    </dgm:pt>
    <dgm:pt modelId="{92231111-06B9-46EF-A6DB-75D74E3252E8}" type="pres">
      <dgm:prSet presAssocID="{8F888487-D61D-489D-801D-6D9035FF0289}" presName="linearFlow" presStyleCnt="0">
        <dgm:presLayoutVars>
          <dgm:resizeHandles val="exact"/>
        </dgm:presLayoutVars>
      </dgm:prSet>
      <dgm:spPr/>
    </dgm:pt>
    <dgm:pt modelId="{AE0F0D98-73C6-44AB-AD22-382534F84364}" type="pres">
      <dgm:prSet presAssocID="{292354FE-BD4D-4ED8-AAEC-B24B5F472049}" presName="node" presStyleLbl="node1" presStyleIdx="0" presStyleCnt="3">
        <dgm:presLayoutVars>
          <dgm:bulletEnabled val="1"/>
        </dgm:presLayoutVars>
      </dgm:prSet>
      <dgm:spPr/>
    </dgm:pt>
    <dgm:pt modelId="{62AE1C06-6A3B-4A3B-968D-5BDF34B6ABFF}" type="pres">
      <dgm:prSet presAssocID="{3C7D6C3D-118F-44B9-BA71-283AB269B3AD}" presName="sibTrans" presStyleLbl="sibTrans2D1" presStyleIdx="0" presStyleCnt="2"/>
      <dgm:spPr/>
    </dgm:pt>
    <dgm:pt modelId="{FB4B2A8F-1AAB-4E0E-837E-09648BD09EB1}" type="pres">
      <dgm:prSet presAssocID="{3C7D6C3D-118F-44B9-BA71-283AB269B3AD}" presName="connectorText" presStyleLbl="sibTrans2D1" presStyleIdx="0" presStyleCnt="2"/>
      <dgm:spPr/>
    </dgm:pt>
    <dgm:pt modelId="{AC4CB85B-8A01-4C80-89D4-16B7BB0E8D0E}" type="pres">
      <dgm:prSet presAssocID="{40012ACD-5C76-448B-98DA-1FBCBA309B02}" presName="node" presStyleLbl="node1" presStyleIdx="1" presStyleCnt="3">
        <dgm:presLayoutVars>
          <dgm:bulletEnabled val="1"/>
        </dgm:presLayoutVars>
      </dgm:prSet>
      <dgm:spPr/>
    </dgm:pt>
    <dgm:pt modelId="{D485CFBF-213C-4D23-92BF-482BEBAEFAB0}" type="pres">
      <dgm:prSet presAssocID="{517BF1D0-ED2F-4226-B255-9C58AE5F64B2}" presName="sibTrans" presStyleLbl="sibTrans2D1" presStyleIdx="1" presStyleCnt="2"/>
      <dgm:spPr/>
    </dgm:pt>
    <dgm:pt modelId="{E2E5E90C-8126-481A-9320-2CE3C82E4EB6}" type="pres">
      <dgm:prSet presAssocID="{517BF1D0-ED2F-4226-B255-9C58AE5F64B2}" presName="connectorText" presStyleLbl="sibTrans2D1" presStyleIdx="1" presStyleCnt="2"/>
      <dgm:spPr/>
    </dgm:pt>
    <dgm:pt modelId="{342E05C9-B3CC-481E-92E7-1EE473B6F5EC}" type="pres">
      <dgm:prSet presAssocID="{D20FE352-6796-42EC-B2DA-BAEC2A3911CE}" presName="node" presStyleLbl="node1" presStyleIdx="2" presStyleCnt="3">
        <dgm:presLayoutVars>
          <dgm:bulletEnabled val="1"/>
        </dgm:presLayoutVars>
      </dgm:prSet>
      <dgm:spPr/>
    </dgm:pt>
  </dgm:ptLst>
  <dgm:cxnLst>
    <dgm:cxn modelId="{252E240E-2022-498E-AF9F-9862FCEB8743}" srcId="{8F888487-D61D-489D-801D-6D9035FF0289}" destId="{292354FE-BD4D-4ED8-AAEC-B24B5F472049}" srcOrd="0" destOrd="0" parTransId="{6AD047C4-4BF1-4BF9-A25F-B6D42BD5ADC4}" sibTransId="{3C7D6C3D-118F-44B9-BA71-283AB269B3AD}"/>
    <dgm:cxn modelId="{2264A817-4A5F-49E1-929D-579B57E60B39}" type="presOf" srcId="{8F888487-D61D-489D-801D-6D9035FF0289}" destId="{92231111-06B9-46EF-A6DB-75D74E3252E8}" srcOrd="0" destOrd="0" presId="urn:microsoft.com/office/officeart/2005/8/layout/process2"/>
    <dgm:cxn modelId="{C7A6875E-68DF-4E3A-830C-7B3259FE6817}" type="presOf" srcId="{40012ACD-5C76-448B-98DA-1FBCBA309B02}" destId="{AC4CB85B-8A01-4C80-89D4-16B7BB0E8D0E}" srcOrd="0" destOrd="0" presId="urn:microsoft.com/office/officeart/2005/8/layout/process2"/>
    <dgm:cxn modelId="{44FF3849-C62C-42B1-A139-5DBF5C4B7A1C}" type="presOf" srcId="{292354FE-BD4D-4ED8-AAEC-B24B5F472049}" destId="{AE0F0D98-73C6-44AB-AD22-382534F84364}" srcOrd="0" destOrd="0" presId="urn:microsoft.com/office/officeart/2005/8/layout/process2"/>
    <dgm:cxn modelId="{0DF6C172-C198-459D-9FAE-C69A830B120F}" type="presOf" srcId="{517BF1D0-ED2F-4226-B255-9C58AE5F64B2}" destId="{D485CFBF-213C-4D23-92BF-482BEBAEFAB0}" srcOrd="0" destOrd="0" presId="urn:microsoft.com/office/officeart/2005/8/layout/process2"/>
    <dgm:cxn modelId="{CF929B86-C15F-4C81-99CB-1CA69F6C0FB9}" type="presOf" srcId="{3C7D6C3D-118F-44B9-BA71-283AB269B3AD}" destId="{FB4B2A8F-1AAB-4E0E-837E-09648BD09EB1}" srcOrd="1" destOrd="0" presId="urn:microsoft.com/office/officeart/2005/8/layout/process2"/>
    <dgm:cxn modelId="{9F12B697-0E92-4D5D-99EA-F62992E6B469}" srcId="{8F888487-D61D-489D-801D-6D9035FF0289}" destId="{D20FE352-6796-42EC-B2DA-BAEC2A3911CE}" srcOrd="2" destOrd="0" parTransId="{B9EF5034-436A-45C4-8526-DAD5AD93B253}" sibTransId="{35ECCC5F-8152-454B-9BF9-84C005FCC790}"/>
    <dgm:cxn modelId="{8C1C4399-4687-4B02-A42A-53ED83A0DC41}" srcId="{8F888487-D61D-489D-801D-6D9035FF0289}" destId="{40012ACD-5C76-448B-98DA-1FBCBA309B02}" srcOrd="1" destOrd="0" parTransId="{EEB0EEBD-E78A-4BB9-AF1A-7FC3D8AE1DFF}" sibTransId="{517BF1D0-ED2F-4226-B255-9C58AE5F64B2}"/>
    <dgm:cxn modelId="{4FD5BCC1-A9A8-48B0-BF3C-EFA4DCCA1817}" type="presOf" srcId="{3C7D6C3D-118F-44B9-BA71-283AB269B3AD}" destId="{62AE1C06-6A3B-4A3B-968D-5BDF34B6ABFF}" srcOrd="0" destOrd="0" presId="urn:microsoft.com/office/officeart/2005/8/layout/process2"/>
    <dgm:cxn modelId="{9901E2D7-682F-4A3A-998E-4E5E0DFA781C}" type="presOf" srcId="{517BF1D0-ED2F-4226-B255-9C58AE5F64B2}" destId="{E2E5E90C-8126-481A-9320-2CE3C82E4EB6}" srcOrd="1" destOrd="0" presId="urn:microsoft.com/office/officeart/2005/8/layout/process2"/>
    <dgm:cxn modelId="{C1BD7DDE-C760-4C72-9DC4-2A3922CE49B1}" type="presOf" srcId="{D20FE352-6796-42EC-B2DA-BAEC2A3911CE}" destId="{342E05C9-B3CC-481E-92E7-1EE473B6F5EC}" srcOrd="0" destOrd="0" presId="urn:microsoft.com/office/officeart/2005/8/layout/process2"/>
    <dgm:cxn modelId="{A590A21B-E267-47AA-8DCE-96D9C05FCC40}" type="presParOf" srcId="{92231111-06B9-46EF-A6DB-75D74E3252E8}" destId="{AE0F0D98-73C6-44AB-AD22-382534F84364}" srcOrd="0" destOrd="0" presId="urn:microsoft.com/office/officeart/2005/8/layout/process2"/>
    <dgm:cxn modelId="{5B317E96-0AFD-4442-B790-C90EBB69D2E1}" type="presParOf" srcId="{92231111-06B9-46EF-A6DB-75D74E3252E8}" destId="{62AE1C06-6A3B-4A3B-968D-5BDF34B6ABFF}" srcOrd="1" destOrd="0" presId="urn:microsoft.com/office/officeart/2005/8/layout/process2"/>
    <dgm:cxn modelId="{A6C4D6E3-CCA6-471B-BB3C-A77882FB3C45}" type="presParOf" srcId="{62AE1C06-6A3B-4A3B-968D-5BDF34B6ABFF}" destId="{FB4B2A8F-1AAB-4E0E-837E-09648BD09EB1}" srcOrd="0" destOrd="0" presId="urn:microsoft.com/office/officeart/2005/8/layout/process2"/>
    <dgm:cxn modelId="{58DF4078-A2F5-4419-A1D0-3766B5E4B4B7}" type="presParOf" srcId="{92231111-06B9-46EF-A6DB-75D74E3252E8}" destId="{AC4CB85B-8A01-4C80-89D4-16B7BB0E8D0E}" srcOrd="2" destOrd="0" presId="urn:microsoft.com/office/officeart/2005/8/layout/process2"/>
    <dgm:cxn modelId="{B104C4E0-2E6E-4C99-9EE9-95B766263466}" type="presParOf" srcId="{92231111-06B9-46EF-A6DB-75D74E3252E8}" destId="{D485CFBF-213C-4D23-92BF-482BEBAEFAB0}" srcOrd="3" destOrd="0" presId="urn:microsoft.com/office/officeart/2005/8/layout/process2"/>
    <dgm:cxn modelId="{5CFF66A7-3F29-4B11-A678-546C4CDA4919}" type="presParOf" srcId="{D485CFBF-213C-4D23-92BF-482BEBAEFAB0}" destId="{E2E5E90C-8126-481A-9320-2CE3C82E4EB6}" srcOrd="0" destOrd="0" presId="urn:microsoft.com/office/officeart/2005/8/layout/process2"/>
    <dgm:cxn modelId="{6BEE5A1D-1364-4673-B5C5-2C0E05ACB847}" type="presParOf" srcId="{92231111-06B9-46EF-A6DB-75D74E3252E8}" destId="{342E05C9-B3CC-481E-92E7-1EE473B6F5EC}" srcOrd="4" destOrd="0" presId="urn:microsoft.com/office/officeart/2005/8/layout/process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1DDB19B0-ACC2-4D2A-ABB7-8C146FBCFCD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de-DE"/>
        </a:p>
      </dgm:t>
    </dgm:pt>
    <dgm:pt modelId="{293F22D7-AC50-4872-A432-E60B690B2DDB}">
      <dgm:prSet phldrT="[Text]"/>
      <dgm:spPr>
        <a:solidFill>
          <a:schemeClr val="bg1"/>
        </a:solidFill>
      </dgm:spPr>
      <dgm:t>
        <a:bodyPr/>
        <a:lstStyle/>
        <a:p>
          <a:r>
            <a:rPr lang="de-DE"/>
            <a:t>Reicht das aus?</a:t>
          </a:r>
        </a:p>
      </dgm:t>
    </dgm:pt>
    <dgm:pt modelId="{4FDEDA58-C2D5-4917-B0C2-A9F2614B1F3A}" type="parTrans" cxnId="{10747BE7-03DA-4C92-A959-427EE233F6AD}">
      <dgm:prSet/>
      <dgm:spPr/>
      <dgm:t>
        <a:bodyPr/>
        <a:lstStyle/>
        <a:p>
          <a:endParaRPr lang="de-DE"/>
        </a:p>
      </dgm:t>
    </dgm:pt>
    <dgm:pt modelId="{251CD88C-1E36-48EE-8B85-A780E873B35A}" type="sibTrans" cxnId="{10747BE7-03DA-4C92-A959-427EE233F6AD}">
      <dgm:prSet/>
      <dgm:spPr/>
      <dgm:t>
        <a:bodyPr/>
        <a:lstStyle/>
        <a:p>
          <a:endParaRPr lang="de-DE"/>
        </a:p>
      </dgm:t>
    </dgm:pt>
    <dgm:pt modelId="{545AE963-0604-4176-8F96-A6F36C97CEC6}">
      <dgm:prSet phldrT="[Text]"/>
      <dgm:spPr/>
      <dgm:t>
        <a:bodyPr/>
        <a:lstStyle/>
        <a:p>
          <a:r>
            <a:rPr lang="de-DE"/>
            <a:t>Ja</a:t>
          </a:r>
        </a:p>
      </dgm:t>
    </dgm:pt>
    <dgm:pt modelId="{7A362BE6-6522-4866-97F1-BA9C5FFB8E67}" type="parTrans" cxnId="{9827B59D-6302-4FE1-8100-9CB3D1E2BA5A}">
      <dgm:prSet/>
      <dgm:spPr/>
      <dgm:t>
        <a:bodyPr/>
        <a:lstStyle/>
        <a:p>
          <a:endParaRPr lang="de-DE"/>
        </a:p>
      </dgm:t>
    </dgm:pt>
    <dgm:pt modelId="{D049B6EF-36F0-46DC-A1CF-C42EC280B05E}" type="sibTrans" cxnId="{9827B59D-6302-4FE1-8100-9CB3D1E2BA5A}">
      <dgm:prSet/>
      <dgm:spPr/>
      <dgm:t>
        <a:bodyPr/>
        <a:lstStyle/>
        <a:p>
          <a:endParaRPr lang="de-DE"/>
        </a:p>
      </dgm:t>
    </dgm:pt>
    <dgm:pt modelId="{EB8D1634-2A4B-489D-AF1E-B20EAC9D7CCE}">
      <dgm:prSet phldrT="[Text]"/>
      <dgm:spPr/>
      <dgm:t>
        <a:bodyPr/>
        <a:lstStyle/>
        <a:p>
          <a:r>
            <a:rPr lang="de-DE"/>
            <a:t>Nein</a:t>
          </a:r>
        </a:p>
      </dgm:t>
    </dgm:pt>
    <dgm:pt modelId="{5126171D-588C-4EE2-BC80-01FFDA60E0CE}" type="parTrans" cxnId="{58BA3F60-952C-4F05-8F01-A1D389779062}">
      <dgm:prSet/>
      <dgm:spPr/>
      <dgm:t>
        <a:bodyPr/>
        <a:lstStyle/>
        <a:p>
          <a:endParaRPr lang="de-DE"/>
        </a:p>
      </dgm:t>
    </dgm:pt>
    <dgm:pt modelId="{77DE9937-DE36-4474-B4C3-C5DADB864030}" type="sibTrans" cxnId="{58BA3F60-952C-4F05-8F01-A1D389779062}">
      <dgm:prSet/>
      <dgm:spPr/>
      <dgm:t>
        <a:bodyPr/>
        <a:lstStyle/>
        <a:p>
          <a:endParaRPr lang="de-DE"/>
        </a:p>
      </dgm:t>
    </dgm:pt>
    <dgm:pt modelId="{C83DF50E-294F-4FA6-86DE-822A5B67FC8C}" type="pres">
      <dgm:prSet presAssocID="{1DDB19B0-ACC2-4D2A-ABB7-8C146FBCFCD4}" presName="hierChild1" presStyleCnt="0">
        <dgm:presLayoutVars>
          <dgm:orgChart val="1"/>
          <dgm:chPref val="1"/>
          <dgm:dir/>
          <dgm:animOne val="branch"/>
          <dgm:animLvl val="lvl"/>
          <dgm:resizeHandles/>
        </dgm:presLayoutVars>
      </dgm:prSet>
      <dgm:spPr/>
    </dgm:pt>
    <dgm:pt modelId="{3C45A874-F572-4949-B243-724162E20E37}" type="pres">
      <dgm:prSet presAssocID="{293F22D7-AC50-4872-A432-E60B690B2DDB}" presName="hierRoot1" presStyleCnt="0">
        <dgm:presLayoutVars>
          <dgm:hierBranch val="init"/>
        </dgm:presLayoutVars>
      </dgm:prSet>
      <dgm:spPr/>
    </dgm:pt>
    <dgm:pt modelId="{15A5C25A-51E6-4C06-9772-3BB1FEF463EE}" type="pres">
      <dgm:prSet presAssocID="{293F22D7-AC50-4872-A432-E60B690B2DDB}" presName="rootComposite1" presStyleCnt="0"/>
      <dgm:spPr/>
    </dgm:pt>
    <dgm:pt modelId="{D7FC0683-8D83-448E-8B82-C32B3174E750}" type="pres">
      <dgm:prSet presAssocID="{293F22D7-AC50-4872-A432-E60B690B2DDB}" presName="rootText1" presStyleLbl="node0" presStyleIdx="0" presStyleCnt="1">
        <dgm:presLayoutVars>
          <dgm:chPref val="3"/>
        </dgm:presLayoutVars>
      </dgm:prSet>
      <dgm:spPr/>
    </dgm:pt>
    <dgm:pt modelId="{455936B8-3A35-42AD-AEE7-D818F0C0A2AF}" type="pres">
      <dgm:prSet presAssocID="{293F22D7-AC50-4872-A432-E60B690B2DDB}" presName="rootConnector1" presStyleLbl="node1" presStyleIdx="0" presStyleCnt="0"/>
      <dgm:spPr/>
    </dgm:pt>
    <dgm:pt modelId="{FE502831-E977-49B3-8CD9-CA842E557884}" type="pres">
      <dgm:prSet presAssocID="{293F22D7-AC50-4872-A432-E60B690B2DDB}" presName="hierChild2" presStyleCnt="0"/>
      <dgm:spPr/>
    </dgm:pt>
    <dgm:pt modelId="{44AFE213-A8F8-473A-BD1E-CB04CD521F0D}" type="pres">
      <dgm:prSet presAssocID="{7A362BE6-6522-4866-97F1-BA9C5FFB8E67}" presName="Name37" presStyleLbl="parChTrans1D2" presStyleIdx="0" presStyleCnt="2"/>
      <dgm:spPr/>
    </dgm:pt>
    <dgm:pt modelId="{5D0CE0AA-C7B6-42D6-A7C7-7F060FD3761D}" type="pres">
      <dgm:prSet presAssocID="{545AE963-0604-4176-8F96-A6F36C97CEC6}" presName="hierRoot2" presStyleCnt="0">
        <dgm:presLayoutVars>
          <dgm:hierBranch val="init"/>
        </dgm:presLayoutVars>
      </dgm:prSet>
      <dgm:spPr/>
    </dgm:pt>
    <dgm:pt modelId="{D6993B5C-60FB-48C0-B9C1-4BDDB4AF918A}" type="pres">
      <dgm:prSet presAssocID="{545AE963-0604-4176-8F96-A6F36C97CEC6}" presName="rootComposite" presStyleCnt="0"/>
      <dgm:spPr/>
    </dgm:pt>
    <dgm:pt modelId="{C9FBC69E-A795-415E-98BA-4CB746C6B320}" type="pres">
      <dgm:prSet presAssocID="{545AE963-0604-4176-8F96-A6F36C97CEC6}" presName="rootText" presStyleLbl="node2" presStyleIdx="0" presStyleCnt="2">
        <dgm:presLayoutVars>
          <dgm:chPref val="3"/>
        </dgm:presLayoutVars>
      </dgm:prSet>
      <dgm:spPr/>
    </dgm:pt>
    <dgm:pt modelId="{5523FC73-717A-405A-90A0-B62929CF83CC}" type="pres">
      <dgm:prSet presAssocID="{545AE963-0604-4176-8F96-A6F36C97CEC6}" presName="rootConnector" presStyleLbl="node2" presStyleIdx="0" presStyleCnt="2"/>
      <dgm:spPr/>
    </dgm:pt>
    <dgm:pt modelId="{F49B854B-29B3-43C7-83A4-A8C872F8D7B8}" type="pres">
      <dgm:prSet presAssocID="{545AE963-0604-4176-8F96-A6F36C97CEC6}" presName="hierChild4" presStyleCnt="0"/>
      <dgm:spPr/>
    </dgm:pt>
    <dgm:pt modelId="{6781E8C7-0448-44CB-8A29-61E1C6B46D3B}" type="pres">
      <dgm:prSet presAssocID="{545AE963-0604-4176-8F96-A6F36C97CEC6}" presName="hierChild5" presStyleCnt="0"/>
      <dgm:spPr/>
    </dgm:pt>
    <dgm:pt modelId="{372A7AD3-829B-4950-BF4D-EF1A368304FC}" type="pres">
      <dgm:prSet presAssocID="{5126171D-588C-4EE2-BC80-01FFDA60E0CE}" presName="Name37" presStyleLbl="parChTrans1D2" presStyleIdx="1" presStyleCnt="2"/>
      <dgm:spPr/>
    </dgm:pt>
    <dgm:pt modelId="{C0DC9638-1F7C-4206-AB5E-D741B47BF92A}" type="pres">
      <dgm:prSet presAssocID="{EB8D1634-2A4B-489D-AF1E-B20EAC9D7CCE}" presName="hierRoot2" presStyleCnt="0">
        <dgm:presLayoutVars>
          <dgm:hierBranch val="init"/>
        </dgm:presLayoutVars>
      </dgm:prSet>
      <dgm:spPr/>
    </dgm:pt>
    <dgm:pt modelId="{756E5625-93BE-4445-BB57-C76B22C33591}" type="pres">
      <dgm:prSet presAssocID="{EB8D1634-2A4B-489D-AF1E-B20EAC9D7CCE}" presName="rootComposite" presStyleCnt="0"/>
      <dgm:spPr/>
    </dgm:pt>
    <dgm:pt modelId="{A164BA70-BF7A-4757-A326-8729BEA5A552}" type="pres">
      <dgm:prSet presAssocID="{EB8D1634-2A4B-489D-AF1E-B20EAC9D7CCE}" presName="rootText" presStyleLbl="node2" presStyleIdx="1" presStyleCnt="2">
        <dgm:presLayoutVars>
          <dgm:chPref val="3"/>
        </dgm:presLayoutVars>
      </dgm:prSet>
      <dgm:spPr/>
    </dgm:pt>
    <dgm:pt modelId="{9956472A-F8CF-43D2-B239-ECB8CC01CF42}" type="pres">
      <dgm:prSet presAssocID="{EB8D1634-2A4B-489D-AF1E-B20EAC9D7CCE}" presName="rootConnector" presStyleLbl="node2" presStyleIdx="1" presStyleCnt="2"/>
      <dgm:spPr/>
    </dgm:pt>
    <dgm:pt modelId="{94D91FEC-630E-4234-BBC0-2202473EAEA1}" type="pres">
      <dgm:prSet presAssocID="{EB8D1634-2A4B-489D-AF1E-B20EAC9D7CCE}" presName="hierChild4" presStyleCnt="0"/>
      <dgm:spPr/>
    </dgm:pt>
    <dgm:pt modelId="{31A786A3-4176-4DBC-9F47-DF79F7663C05}" type="pres">
      <dgm:prSet presAssocID="{EB8D1634-2A4B-489D-AF1E-B20EAC9D7CCE}" presName="hierChild5" presStyleCnt="0"/>
      <dgm:spPr/>
    </dgm:pt>
    <dgm:pt modelId="{91CC6F9B-374E-494C-BA29-6B1F57DA613B}" type="pres">
      <dgm:prSet presAssocID="{293F22D7-AC50-4872-A432-E60B690B2DDB}" presName="hierChild3" presStyleCnt="0"/>
      <dgm:spPr/>
    </dgm:pt>
  </dgm:ptLst>
  <dgm:cxnLst>
    <dgm:cxn modelId="{DCAE3C18-C0ED-41D2-8A0E-73E529361CC9}" type="presOf" srcId="{545AE963-0604-4176-8F96-A6F36C97CEC6}" destId="{C9FBC69E-A795-415E-98BA-4CB746C6B320}" srcOrd="0" destOrd="0" presId="urn:microsoft.com/office/officeart/2005/8/layout/orgChart1"/>
    <dgm:cxn modelId="{F11D802C-533B-4C0D-B2D7-173F0C0C9220}" type="presOf" srcId="{293F22D7-AC50-4872-A432-E60B690B2DDB}" destId="{D7FC0683-8D83-448E-8B82-C32B3174E750}" srcOrd="0" destOrd="0" presId="urn:microsoft.com/office/officeart/2005/8/layout/orgChart1"/>
    <dgm:cxn modelId="{58BA3F60-952C-4F05-8F01-A1D389779062}" srcId="{293F22D7-AC50-4872-A432-E60B690B2DDB}" destId="{EB8D1634-2A4B-489D-AF1E-B20EAC9D7CCE}" srcOrd="1" destOrd="0" parTransId="{5126171D-588C-4EE2-BC80-01FFDA60E0CE}" sibTransId="{77DE9937-DE36-4474-B4C3-C5DADB864030}"/>
    <dgm:cxn modelId="{05B4227C-36DF-4E09-A5E5-C002C6F61F66}" type="presOf" srcId="{545AE963-0604-4176-8F96-A6F36C97CEC6}" destId="{5523FC73-717A-405A-90A0-B62929CF83CC}" srcOrd="1" destOrd="0" presId="urn:microsoft.com/office/officeart/2005/8/layout/orgChart1"/>
    <dgm:cxn modelId="{9827B59D-6302-4FE1-8100-9CB3D1E2BA5A}" srcId="{293F22D7-AC50-4872-A432-E60B690B2DDB}" destId="{545AE963-0604-4176-8F96-A6F36C97CEC6}" srcOrd="0" destOrd="0" parTransId="{7A362BE6-6522-4866-97F1-BA9C5FFB8E67}" sibTransId="{D049B6EF-36F0-46DC-A1CF-C42EC280B05E}"/>
    <dgm:cxn modelId="{940DB8B4-D3EE-43C1-8FB9-CA62C3C9195F}" type="presOf" srcId="{293F22D7-AC50-4872-A432-E60B690B2DDB}" destId="{455936B8-3A35-42AD-AEE7-D818F0C0A2AF}" srcOrd="1" destOrd="0" presId="urn:microsoft.com/office/officeart/2005/8/layout/orgChart1"/>
    <dgm:cxn modelId="{A6DD78D1-AE32-48BA-AA97-A15DB7A2A45C}" type="presOf" srcId="{7A362BE6-6522-4866-97F1-BA9C5FFB8E67}" destId="{44AFE213-A8F8-473A-BD1E-CB04CD521F0D}" srcOrd="0" destOrd="0" presId="urn:microsoft.com/office/officeart/2005/8/layout/orgChart1"/>
    <dgm:cxn modelId="{6DD2FED1-BBF8-4FC9-98C3-AD8809655BB0}" type="presOf" srcId="{5126171D-588C-4EE2-BC80-01FFDA60E0CE}" destId="{372A7AD3-829B-4950-BF4D-EF1A368304FC}" srcOrd="0" destOrd="0" presId="urn:microsoft.com/office/officeart/2005/8/layout/orgChart1"/>
    <dgm:cxn modelId="{DC7036DE-5263-41A0-8BC9-F541951C95BD}" type="presOf" srcId="{1DDB19B0-ACC2-4D2A-ABB7-8C146FBCFCD4}" destId="{C83DF50E-294F-4FA6-86DE-822A5B67FC8C}" srcOrd="0" destOrd="0" presId="urn:microsoft.com/office/officeart/2005/8/layout/orgChart1"/>
    <dgm:cxn modelId="{1238B7DE-82BD-4514-815F-0D775F24943A}" type="presOf" srcId="{EB8D1634-2A4B-489D-AF1E-B20EAC9D7CCE}" destId="{A164BA70-BF7A-4757-A326-8729BEA5A552}" srcOrd="0" destOrd="0" presId="urn:microsoft.com/office/officeart/2005/8/layout/orgChart1"/>
    <dgm:cxn modelId="{10747BE7-03DA-4C92-A959-427EE233F6AD}" srcId="{1DDB19B0-ACC2-4D2A-ABB7-8C146FBCFCD4}" destId="{293F22D7-AC50-4872-A432-E60B690B2DDB}" srcOrd="0" destOrd="0" parTransId="{4FDEDA58-C2D5-4917-B0C2-A9F2614B1F3A}" sibTransId="{251CD88C-1E36-48EE-8B85-A780E873B35A}"/>
    <dgm:cxn modelId="{E0A670FA-11D1-4AF4-92A6-5A453B8ECB34}" type="presOf" srcId="{EB8D1634-2A4B-489D-AF1E-B20EAC9D7CCE}" destId="{9956472A-F8CF-43D2-B239-ECB8CC01CF42}" srcOrd="1" destOrd="0" presId="urn:microsoft.com/office/officeart/2005/8/layout/orgChart1"/>
    <dgm:cxn modelId="{2FA7A88F-EC92-41D9-9050-E2CABBA65E26}" type="presParOf" srcId="{C83DF50E-294F-4FA6-86DE-822A5B67FC8C}" destId="{3C45A874-F572-4949-B243-724162E20E37}" srcOrd="0" destOrd="0" presId="urn:microsoft.com/office/officeart/2005/8/layout/orgChart1"/>
    <dgm:cxn modelId="{1CF0920E-B3D6-4BC1-83D5-E1BDA22C9984}" type="presParOf" srcId="{3C45A874-F572-4949-B243-724162E20E37}" destId="{15A5C25A-51E6-4C06-9772-3BB1FEF463EE}" srcOrd="0" destOrd="0" presId="urn:microsoft.com/office/officeart/2005/8/layout/orgChart1"/>
    <dgm:cxn modelId="{FE70176C-0304-4E20-AAFE-FE00F072D5AD}" type="presParOf" srcId="{15A5C25A-51E6-4C06-9772-3BB1FEF463EE}" destId="{D7FC0683-8D83-448E-8B82-C32B3174E750}" srcOrd="0" destOrd="0" presId="urn:microsoft.com/office/officeart/2005/8/layout/orgChart1"/>
    <dgm:cxn modelId="{D22E14E3-B727-461A-A3D1-FF3430C174EC}" type="presParOf" srcId="{15A5C25A-51E6-4C06-9772-3BB1FEF463EE}" destId="{455936B8-3A35-42AD-AEE7-D818F0C0A2AF}" srcOrd="1" destOrd="0" presId="urn:microsoft.com/office/officeart/2005/8/layout/orgChart1"/>
    <dgm:cxn modelId="{EBEEA9D8-520D-4CE7-A2F7-FD91BA1C1968}" type="presParOf" srcId="{3C45A874-F572-4949-B243-724162E20E37}" destId="{FE502831-E977-49B3-8CD9-CA842E557884}" srcOrd="1" destOrd="0" presId="urn:microsoft.com/office/officeart/2005/8/layout/orgChart1"/>
    <dgm:cxn modelId="{BB51F77D-40A6-463C-85EB-E9893F551669}" type="presParOf" srcId="{FE502831-E977-49B3-8CD9-CA842E557884}" destId="{44AFE213-A8F8-473A-BD1E-CB04CD521F0D}" srcOrd="0" destOrd="0" presId="urn:microsoft.com/office/officeart/2005/8/layout/orgChart1"/>
    <dgm:cxn modelId="{A385173F-1B00-4D22-ABCE-A3B7AF299B68}" type="presParOf" srcId="{FE502831-E977-49B3-8CD9-CA842E557884}" destId="{5D0CE0AA-C7B6-42D6-A7C7-7F060FD3761D}" srcOrd="1" destOrd="0" presId="urn:microsoft.com/office/officeart/2005/8/layout/orgChart1"/>
    <dgm:cxn modelId="{2E8209C0-8177-49E2-9212-9B71128B8BDA}" type="presParOf" srcId="{5D0CE0AA-C7B6-42D6-A7C7-7F060FD3761D}" destId="{D6993B5C-60FB-48C0-B9C1-4BDDB4AF918A}" srcOrd="0" destOrd="0" presId="urn:microsoft.com/office/officeart/2005/8/layout/orgChart1"/>
    <dgm:cxn modelId="{C6E56CCC-A787-4DC7-9A16-B1737E97337B}" type="presParOf" srcId="{D6993B5C-60FB-48C0-B9C1-4BDDB4AF918A}" destId="{C9FBC69E-A795-415E-98BA-4CB746C6B320}" srcOrd="0" destOrd="0" presId="urn:microsoft.com/office/officeart/2005/8/layout/orgChart1"/>
    <dgm:cxn modelId="{68244D0D-63EB-4458-9399-4D0A05526111}" type="presParOf" srcId="{D6993B5C-60FB-48C0-B9C1-4BDDB4AF918A}" destId="{5523FC73-717A-405A-90A0-B62929CF83CC}" srcOrd="1" destOrd="0" presId="urn:microsoft.com/office/officeart/2005/8/layout/orgChart1"/>
    <dgm:cxn modelId="{C82749A5-0E57-4CA1-B012-EEAEE0A02050}" type="presParOf" srcId="{5D0CE0AA-C7B6-42D6-A7C7-7F060FD3761D}" destId="{F49B854B-29B3-43C7-83A4-A8C872F8D7B8}" srcOrd="1" destOrd="0" presId="urn:microsoft.com/office/officeart/2005/8/layout/orgChart1"/>
    <dgm:cxn modelId="{E97A8C8C-1275-4B91-A5D0-5A1BDE80A04D}" type="presParOf" srcId="{5D0CE0AA-C7B6-42D6-A7C7-7F060FD3761D}" destId="{6781E8C7-0448-44CB-8A29-61E1C6B46D3B}" srcOrd="2" destOrd="0" presId="urn:microsoft.com/office/officeart/2005/8/layout/orgChart1"/>
    <dgm:cxn modelId="{E381307E-6E1D-4A5E-9ACB-3A839495884B}" type="presParOf" srcId="{FE502831-E977-49B3-8CD9-CA842E557884}" destId="{372A7AD3-829B-4950-BF4D-EF1A368304FC}" srcOrd="2" destOrd="0" presId="urn:microsoft.com/office/officeart/2005/8/layout/orgChart1"/>
    <dgm:cxn modelId="{01F75860-4070-4240-BB91-FBBB46764C1E}" type="presParOf" srcId="{FE502831-E977-49B3-8CD9-CA842E557884}" destId="{C0DC9638-1F7C-4206-AB5E-D741B47BF92A}" srcOrd="3" destOrd="0" presId="urn:microsoft.com/office/officeart/2005/8/layout/orgChart1"/>
    <dgm:cxn modelId="{55F6DC4A-DB87-4135-9D06-EF7D7D7CC128}" type="presParOf" srcId="{C0DC9638-1F7C-4206-AB5E-D741B47BF92A}" destId="{756E5625-93BE-4445-BB57-C76B22C33591}" srcOrd="0" destOrd="0" presId="urn:microsoft.com/office/officeart/2005/8/layout/orgChart1"/>
    <dgm:cxn modelId="{DD2D0473-8E29-4CBD-96F8-53EA5894FDB9}" type="presParOf" srcId="{756E5625-93BE-4445-BB57-C76B22C33591}" destId="{A164BA70-BF7A-4757-A326-8729BEA5A552}" srcOrd="0" destOrd="0" presId="urn:microsoft.com/office/officeart/2005/8/layout/orgChart1"/>
    <dgm:cxn modelId="{3340A61A-AFF7-4DF0-8D5F-1DA74BECB4FB}" type="presParOf" srcId="{756E5625-93BE-4445-BB57-C76B22C33591}" destId="{9956472A-F8CF-43D2-B239-ECB8CC01CF42}" srcOrd="1" destOrd="0" presId="urn:microsoft.com/office/officeart/2005/8/layout/orgChart1"/>
    <dgm:cxn modelId="{4537AB3B-B23B-4C3D-A420-715411915055}" type="presParOf" srcId="{C0DC9638-1F7C-4206-AB5E-D741B47BF92A}" destId="{94D91FEC-630E-4234-BBC0-2202473EAEA1}" srcOrd="1" destOrd="0" presId="urn:microsoft.com/office/officeart/2005/8/layout/orgChart1"/>
    <dgm:cxn modelId="{A05784F1-A21E-4757-B0A9-E2C4160B2BB4}" type="presParOf" srcId="{C0DC9638-1F7C-4206-AB5E-D741B47BF92A}" destId="{31A786A3-4176-4DBC-9F47-DF79F7663C05}" srcOrd="2" destOrd="0" presId="urn:microsoft.com/office/officeart/2005/8/layout/orgChart1"/>
    <dgm:cxn modelId="{6146325D-6AA5-4EE9-B415-6FA80E1A68BC}" type="presParOf" srcId="{3C45A874-F572-4949-B243-724162E20E37}" destId="{91CC6F9B-374E-494C-BA29-6B1F57DA613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809448DF-4375-4B2F-90AF-2E5D4C9E6A7C}"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de-DE"/>
        </a:p>
      </dgm:t>
    </dgm:pt>
    <dgm:pt modelId="{BCA88903-7F48-4035-829B-AEAF847D654A}">
      <dgm:prSet phldrT="[Text]"/>
      <dgm:spPr/>
      <dgm:t>
        <a:bodyPr/>
        <a:lstStyle/>
        <a:p>
          <a:r>
            <a:rPr lang="de-DE"/>
            <a:t>Frage</a:t>
          </a:r>
        </a:p>
      </dgm:t>
    </dgm:pt>
    <dgm:pt modelId="{8EBCE802-6923-441C-8F72-EEC0926CF193}" type="parTrans" cxnId="{AF530DF3-E8BE-416D-BD55-9226DC31EFF9}">
      <dgm:prSet/>
      <dgm:spPr/>
      <dgm:t>
        <a:bodyPr/>
        <a:lstStyle/>
        <a:p>
          <a:endParaRPr lang="de-DE"/>
        </a:p>
      </dgm:t>
    </dgm:pt>
    <dgm:pt modelId="{BBB2081F-40FF-4796-A625-2631885D301E}" type="sibTrans" cxnId="{AF530DF3-E8BE-416D-BD55-9226DC31EFF9}">
      <dgm:prSet/>
      <dgm:spPr/>
      <dgm:t>
        <a:bodyPr/>
        <a:lstStyle/>
        <a:p>
          <a:endParaRPr lang="de-DE"/>
        </a:p>
      </dgm:t>
    </dgm:pt>
    <dgm:pt modelId="{84D26D4F-D199-4677-89E0-4A2A2306AE2D}">
      <dgm:prSet phldrT="[Text]"/>
      <dgm:spPr/>
      <dgm:t>
        <a:bodyPr/>
        <a:lstStyle/>
        <a:p>
          <a:r>
            <a:rPr lang="de-DE"/>
            <a:t>Planen</a:t>
          </a:r>
        </a:p>
      </dgm:t>
    </dgm:pt>
    <dgm:pt modelId="{A6799702-A54C-4DD5-A44D-3F844BC34EC0}" type="parTrans" cxnId="{A07FD3B0-99F4-4578-8E84-E458D7F8F63C}">
      <dgm:prSet/>
      <dgm:spPr/>
      <dgm:t>
        <a:bodyPr/>
        <a:lstStyle/>
        <a:p>
          <a:endParaRPr lang="de-DE"/>
        </a:p>
      </dgm:t>
    </dgm:pt>
    <dgm:pt modelId="{A5324E63-58A7-49B2-8ECA-43E09C60C3F8}" type="sibTrans" cxnId="{A07FD3B0-99F4-4578-8E84-E458D7F8F63C}">
      <dgm:prSet/>
      <dgm:spPr/>
      <dgm:t>
        <a:bodyPr/>
        <a:lstStyle/>
        <a:p>
          <a:endParaRPr lang="de-DE"/>
        </a:p>
      </dgm:t>
    </dgm:pt>
    <dgm:pt modelId="{33A555D7-78A2-4437-AC1E-B854F74D214C}">
      <dgm:prSet phldrT="[Text]"/>
      <dgm:spPr/>
      <dgm:t>
        <a:bodyPr/>
        <a:lstStyle/>
        <a:p>
          <a:r>
            <a:rPr lang="de-DE"/>
            <a:t>Suchen</a:t>
          </a:r>
        </a:p>
      </dgm:t>
    </dgm:pt>
    <dgm:pt modelId="{F9969D27-E833-4891-9527-8C95668720A7}" type="parTrans" cxnId="{A85F22C7-38E2-4449-B973-FDA90C8BB413}">
      <dgm:prSet/>
      <dgm:spPr/>
      <dgm:t>
        <a:bodyPr/>
        <a:lstStyle/>
        <a:p>
          <a:endParaRPr lang="de-DE"/>
        </a:p>
      </dgm:t>
    </dgm:pt>
    <dgm:pt modelId="{04844931-AC9C-441A-ACE9-398F63C89BC9}" type="sibTrans" cxnId="{A85F22C7-38E2-4449-B973-FDA90C8BB413}">
      <dgm:prSet/>
      <dgm:spPr/>
      <dgm:t>
        <a:bodyPr/>
        <a:lstStyle/>
        <a:p>
          <a:endParaRPr lang="de-DE"/>
        </a:p>
      </dgm:t>
    </dgm:pt>
    <dgm:pt modelId="{B6388C75-6C0A-414B-995F-A354D6E97ED5}">
      <dgm:prSet phldrT="[Text]"/>
      <dgm:spPr/>
      <dgm:t>
        <a:bodyPr/>
        <a:lstStyle/>
        <a:p>
          <a:r>
            <a:rPr lang="de-DE"/>
            <a:t>Bewerten</a:t>
          </a:r>
        </a:p>
      </dgm:t>
    </dgm:pt>
    <dgm:pt modelId="{97D23BD7-A6CF-42B0-B9E2-D4EC3F3A8C1E}" type="parTrans" cxnId="{1E5900AF-5A97-434C-8690-B6C0E61DFB25}">
      <dgm:prSet/>
      <dgm:spPr/>
      <dgm:t>
        <a:bodyPr/>
        <a:lstStyle/>
        <a:p>
          <a:endParaRPr lang="de-DE"/>
        </a:p>
      </dgm:t>
    </dgm:pt>
    <dgm:pt modelId="{6BC20905-DCCA-4776-8FAB-C2B36D466599}" type="sibTrans" cxnId="{1E5900AF-5A97-434C-8690-B6C0E61DFB25}">
      <dgm:prSet/>
      <dgm:spPr/>
      <dgm:t>
        <a:bodyPr/>
        <a:lstStyle/>
        <a:p>
          <a:endParaRPr lang="de-DE"/>
        </a:p>
      </dgm:t>
    </dgm:pt>
    <dgm:pt modelId="{A8941875-936B-4B11-984F-BBB9B09D800A}">
      <dgm:prSet phldrT="[Text]"/>
      <dgm:spPr/>
      <dgm:t>
        <a:bodyPr/>
        <a:lstStyle/>
        <a:p>
          <a:r>
            <a:rPr lang="de-DE"/>
            <a:t>Reicht das aus?</a:t>
          </a:r>
        </a:p>
      </dgm:t>
    </dgm:pt>
    <dgm:pt modelId="{948F8834-ACAC-403B-921E-7627396B1456}" type="parTrans" cxnId="{AB3330D6-EEA2-49BB-86BD-EE87C99ACEFB}">
      <dgm:prSet/>
      <dgm:spPr/>
      <dgm:t>
        <a:bodyPr/>
        <a:lstStyle/>
        <a:p>
          <a:endParaRPr lang="de-DE"/>
        </a:p>
      </dgm:t>
    </dgm:pt>
    <dgm:pt modelId="{1D84DF40-C216-450B-AEBD-F89B1B8A4EFC}" type="sibTrans" cxnId="{AB3330D6-EEA2-49BB-86BD-EE87C99ACEFB}">
      <dgm:prSet/>
      <dgm:spPr/>
      <dgm:t>
        <a:bodyPr/>
        <a:lstStyle/>
        <a:p>
          <a:endParaRPr lang="de-DE"/>
        </a:p>
      </dgm:t>
    </dgm:pt>
    <dgm:pt modelId="{EE9690A3-0B9D-44C8-9E0B-644C5188328B}" type="pres">
      <dgm:prSet presAssocID="{809448DF-4375-4B2F-90AF-2E5D4C9E6A7C}" presName="linearFlow" presStyleCnt="0">
        <dgm:presLayoutVars>
          <dgm:resizeHandles val="exact"/>
        </dgm:presLayoutVars>
      </dgm:prSet>
      <dgm:spPr/>
    </dgm:pt>
    <dgm:pt modelId="{8C6FD5D9-C49A-4C06-B555-E4DC6A28120E}" type="pres">
      <dgm:prSet presAssocID="{BCA88903-7F48-4035-829B-AEAF847D654A}" presName="node" presStyleLbl="node1" presStyleIdx="0" presStyleCnt="5">
        <dgm:presLayoutVars>
          <dgm:bulletEnabled val="1"/>
        </dgm:presLayoutVars>
      </dgm:prSet>
      <dgm:spPr/>
    </dgm:pt>
    <dgm:pt modelId="{4F35868D-55D5-4320-8BAF-ACCE88552AB7}" type="pres">
      <dgm:prSet presAssocID="{BBB2081F-40FF-4796-A625-2631885D301E}" presName="sibTrans" presStyleLbl="sibTrans2D1" presStyleIdx="0" presStyleCnt="4"/>
      <dgm:spPr/>
    </dgm:pt>
    <dgm:pt modelId="{6D5B8439-A94D-4990-8116-FD6313FCFC0C}" type="pres">
      <dgm:prSet presAssocID="{BBB2081F-40FF-4796-A625-2631885D301E}" presName="connectorText" presStyleLbl="sibTrans2D1" presStyleIdx="0" presStyleCnt="4"/>
      <dgm:spPr/>
    </dgm:pt>
    <dgm:pt modelId="{FBDD3AD6-C12D-4D89-A452-ADB1414E00B9}" type="pres">
      <dgm:prSet presAssocID="{84D26D4F-D199-4677-89E0-4A2A2306AE2D}" presName="node" presStyleLbl="node1" presStyleIdx="1" presStyleCnt="5">
        <dgm:presLayoutVars>
          <dgm:bulletEnabled val="1"/>
        </dgm:presLayoutVars>
      </dgm:prSet>
      <dgm:spPr/>
    </dgm:pt>
    <dgm:pt modelId="{F62BB997-D5D1-4F5C-8F34-D2A10A75BFA6}" type="pres">
      <dgm:prSet presAssocID="{A5324E63-58A7-49B2-8ECA-43E09C60C3F8}" presName="sibTrans" presStyleLbl="sibTrans2D1" presStyleIdx="1" presStyleCnt="4"/>
      <dgm:spPr/>
    </dgm:pt>
    <dgm:pt modelId="{40F54A45-30CB-4658-ABE0-A74396EBD3C1}" type="pres">
      <dgm:prSet presAssocID="{A5324E63-58A7-49B2-8ECA-43E09C60C3F8}" presName="connectorText" presStyleLbl="sibTrans2D1" presStyleIdx="1" presStyleCnt="4"/>
      <dgm:spPr/>
    </dgm:pt>
    <dgm:pt modelId="{EC9761C8-60BE-40BC-A0C7-D152CEC00F94}" type="pres">
      <dgm:prSet presAssocID="{33A555D7-78A2-4437-AC1E-B854F74D214C}" presName="node" presStyleLbl="node1" presStyleIdx="2" presStyleCnt="5">
        <dgm:presLayoutVars>
          <dgm:bulletEnabled val="1"/>
        </dgm:presLayoutVars>
      </dgm:prSet>
      <dgm:spPr/>
    </dgm:pt>
    <dgm:pt modelId="{FFB3A958-021F-4B96-842C-397609F033EE}" type="pres">
      <dgm:prSet presAssocID="{04844931-AC9C-441A-ACE9-398F63C89BC9}" presName="sibTrans" presStyleLbl="sibTrans2D1" presStyleIdx="2" presStyleCnt="4"/>
      <dgm:spPr/>
    </dgm:pt>
    <dgm:pt modelId="{AAA79C8A-F27C-4878-B0B6-A23082F65493}" type="pres">
      <dgm:prSet presAssocID="{04844931-AC9C-441A-ACE9-398F63C89BC9}" presName="connectorText" presStyleLbl="sibTrans2D1" presStyleIdx="2" presStyleCnt="4"/>
      <dgm:spPr/>
    </dgm:pt>
    <dgm:pt modelId="{002AB815-2F55-4E35-ADC3-53E8320E0C86}" type="pres">
      <dgm:prSet presAssocID="{B6388C75-6C0A-414B-995F-A354D6E97ED5}" presName="node" presStyleLbl="node1" presStyleIdx="3" presStyleCnt="5">
        <dgm:presLayoutVars>
          <dgm:bulletEnabled val="1"/>
        </dgm:presLayoutVars>
      </dgm:prSet>
      <dgm:spPr/>
    </dgm:pt>
    <dgm:pt modelId="{4E85695A-9C60-41B5-A303-C509B3086FD8}" type="pres">
      <dgm:prSet presAssocID="{6BC20905-DCCA-4776-8FAB-C2B36D466599}" presName="sibTrans" presStyleLbl="sibTrans2D1" presStyleIdx="3" presStyleCnt="4"/>
      <dgm:spPr/>
    </dgm:pt>
    <dgm:pt modelId="{18ABE881-C7C2-44C0-825F-22CAE78D1182}" type="pres">
      <dgm:prSet presAssocID="{6BC20905-DCCA-4776-8FAB-C2B36D466599}" presName="connectorText" presStyleLbl="sibTrans2D1" presStyleIdx="3" presStyleCnt="4"/>
      <dgm:spPr/>
    </dgm:pt>
    <dgm:pt modelId="{5C980A04-680E-4D92-934C-4DCA2A6BF14E}" type="pres">
      <dgm:prSet presAssocID="{A8941875-936B-4B11-984F-BBB9B09D800A}" presName="node" presStyleLbl="node1" presStyleIdx="4" presStyleCnt="5">
        <dgm:presLayoutVars>
          <dgm:bulletEnabled val="1"/>
        </dgm:presLayoutVars>
      </dgm:prSet>
      <dgm:spPr/>
    </dgm:pt>
  </dgm:ptLst>
  <dgm:cxnLst>
    <dgm:cxn modelId="{D27B540D-CD37-4B1E-9EB9-054C7BB095D2}" type="presOf" srcId="{A8941875-936B-4B11-984F-BBB9B09D800A}" destId="{5C980A04-680E-4D92-934C-4DCA2A6BF14E}" srcOrd="0" destOrd="0" presId="urn:microsoft.com/office/officeart/2005/8/layout/process2"/>
    <dgm:cxn modelId="{D591C429-B15F-4C65-B6EB-E6052205FEA1}" type="presOf" srcId="{BBB2081F-40FF-4796-A625-2631885D301E}" destId="{6D5B8439-A94D-4990-8116-FD6313FCFC0C}" srcOrd="1" destOrd="0" presId="urn:microsoft.com/office/officeart/2005/8/layout/process2"/>
    <dgm:cxn modelId="{94A8072B-CEE5-49CE-B826-B67C96F78F2C}" type="presOf" srcId="{33A555D7-78A2-4437-AC1E-B854F74D214C}" destId="{EC9761C8-60BE-40BC-A0C7-D152CEC00F94}" srcOrd="0" destOrd="0" presId="urn:microsoft.com/office/officeart/2005/8/layout/process2"/>
    <dgm:cxn modelId="{5142B95D-4E81-42A8-BF1A-01BA488EEFA7}" type="presOf" srcId="{A5324E63-58A7-49B2-8ECA-43E09C60C3F8}" destId="{F62BB997-D5D1-4F5C-8F34-D2A10A75BFA6}" srcOrd="0" destOrd="0" presId="urn:microsoft.com/office/officeart/2005/8/layout/process2"/>
    <dgm:cxn modelId="{AB723645-37FA-4EF0-8562-0E55EFA70AD6}" type="presOf" srcId="{809448DF-4375-4B2F-90AF-2E5D4C9E6A7C}" destId="{EE9690A3-0B9D-44C8-9E0B-644C5188328B}" srcOrd="0" destOrd="0" presId="urn:microsoft.com/office/officeart/2005/8/layout/process2"/>
    <dgm:cxn modelId="{A2D0367C-3518-4D26-B8BA-E69258DFB115}" type="presOf" srcId="{6BC20905-DCCA-4776-8FAB-C2B36D466599}" destId="{4E85695A-9C60-41B5-A303-C509B3086FD8}" srcOrd="0" destOrd="0" presId="urn:microsoft.com/office/officeart/2005/8/layout/process2"/>
    <dgm:cxn modelId="{E27BF693-9AB1-4579-A1FA-92AE506DDF1B}" type="presOf" srcId="{B6388C75-6C0A-414B-995F-A354D6E97ED5}" destId="{002AB815-2F55-4E35-ADC3-53E8320E0C86}" srcOrd="0" destOrd="0" presId="urn:microsoft.com/office/officeart/2005/8/layout/process2"/>
    <dgm:cxn modelId="{36F509AB-C24A-41E3-9AB7-C463D863DECA}" type="presOf" srcId="{BCA88903-7F48-4035-829B-AEAF847D654A}" destId="{8C6FD5D9-C49A-4C06-B555-E4DC6A28120E}" srcOrd="0" destOrd="0" presId="urn:microsoft.com/office/officeart/2005/8/layout/process2"/>
    <dgm:cxn modelId="{1E5900AF-5A97-434C-8690-B6C0E61DFB25}" srcId="{809448DF-4375-4B2F-90AF-2E5D4C9E6A7C}" destId="{B6388C75-6C0A-414B-995F-A354D6E97ED5}" srcOrd="3" destOrd="0" parTransId="{97D23BD7-A6CF-42B0-B9E2-D4EC3F3A8C1E}" sibTransId="{6BC20905-DCCA-4776-8FAB-C2B36D466599}"/>
    <dgm:cxn modelId="{A07FD3B0-99F4-4578-8E84-E458D7F8F63C}" srcId="{809448DF-4375-4B2F-90AF-2E5D4C9E6A7C}" destId="{84D26D4F-D199-4677-89E0-4A2A2306AE2D}" srcOrd="1" destOrd="0" parTransId="{A6799702-A54C-4DD5-A44D-3F844BC34EC0}" sibTransId="{A5324E63-58A7-49B2-8ECA-43E09C60C3F8}"/>
    <dgm:cxn modelId="{A85F22C7-38E2-4449-B973-FDA90C8BB413}" srcId="{809448DF-4375-4B2F-90AF-2E5D4C9E6A7C}" destId="{33A555D7-78A2-4437-AC1E-B854F74D214C}" srcOrd="2" destOrd="0" parTransId="{F9969D27-E833-4891-9527-8C95668720A7}" sibTransId="{04844931-AC9C-441A-ACE9-398F63C89BC9}"/>
    <dgm:cxn modelId="{9BEFD6CC-1AC6-44B1-95A4-2CB36133C69E}" type="presOf" srcId="{6BC20905-DCCA-4776-8FAB-C2B36D466599}" destId="{18ABE881-C7C2-44C0-825F-22CAE78D1182}" srcOrd="1" destOrd="0" presId="urn:microsoft.com/office/officeart/2005/8/layout/process2"/>
    <dgm:cxn modelId="{B20A0FCD-7A9E-4697-9847-7EFA37FDF198}" type="presOf" srcId="{A5324E63-58A7-49B2-8ECA-43E09C60C3F8}" destId="{40F54A45-30CB-4658-ABE0-A74396EBD3C1}" srcOrd="1" destOrd="0" presId="urn:microsoft.com/office/officeart/2005/8/layout/process2"/>
    <dgm:cxn modelId="{F4902AD0-3322-43FA-ABA7-30EC959FCBC2}" type="presOf" srcId="{04844931-AC9C-441A-ACE9-398F63C89BC9}" destId="{AAA79C8A-F27C-4878-B0B6-A23082F65493}" srcOrd="1" destOrd="0" presId="urn:microsoft.com/office/officeart/2005/8/layout/process2"/>
    <dgm:cxn modelId="{AB3330D6-EEA2-49BB-86BD-EE87C99ACEFB}" srcId="{809448DF-4375-4B2F-90AF-2E5D4C9E6A7C}" destId="{A8941875-936B-4B11-984F-BBB9B09D800A}" srcOrd="4" destOrd="0" parTransId="{948F8834-ACAC-403B-921E-7627396B1456}" sibTransId="{1D84DF40-C216-450B-AEBD-F89B1B8A4EFC}"/>
    <dgm:cxn modelId="{3BB03DEA-5067-4382-A624-3A32542EA3AE}" type="presOf" srcId="{04844931-AC9C-441A-ACE9-398F63C89BC9}" destId="{FFB3A958-021F-4B96-842C-397609F033EE}" srcOrd="0" destOrd="0" presId="urn:microsoft.com/office/officeart/2005/8/layout/process2"/>
    <dgm:cxn modelId="{AF530DF3-E8BE-416D-BD55-9226DC31EFF9}" srcId="{809448DF-4375-4B2F-90AF-2E5D4C9E6A7C}" destId="{BCA88903-7F48-4035-829B-AEAF847D654A}" srcOrd="0" destOrd="0" parTransId="{8EBCE802-6923-441C-8F72-EEC0926CF193}" sibTransId="{BBB2081F-40FF-4796-A625-2631885D301E}"/>
    <dgm:cxn modelId="{88F0EFFC-98C0-44F0-920F-B5A7A43159D2}" type="presOf" srcId="{84D26D4F-D199-4677-89E0-4A2A2306AE2D}" destId="{FBDD3AD6-C12D-4D89-A452-ADB1414E00B9}" srcOrd="0" destOrd="0" presId="urn:microsoft.com/office/officeart/2005/8/layout/process2"/>
    <dgm:cxn modelId="{280DEAFD-3925-4ED1-9ABB-61CCA98F9699}" type="presOf" srcId="{BBB2081F-40FF-4796-A625-2631885D301E}" destId="{4F35868D-55D5-4320-8BAF-ACCE88552AB7}" srcOrd="0" destOrd="0" presId="urn:microsoft.com/office/officeart/2005/8/layout/process2"/>
    <dgm:cxn modelId="{E571D433-2437-4191-A281-B510216271CF}" type="presParOf" srcId="{EE9690A3-0B9D-44C8-9E0B-644C5188328B}" destId="{8C6FD5D9-C49A-4C06-B555-E4DC6A28120E}" srcOrd="0" destOrd="0" presId="urn:microsoft.com/office/officeart/2005/8/layout/process2"/>
    <dgm:cxn modelId="{6D6BF189-C29C-4DA3-A665-36D5CCF3A823}" type="presParOf" srcId="{EE9690A3-0B9D-44C8-9E0B-644C5188328B}" destId="{4F35868D-55D5-4320-8BAF-ACCE88552AB7}" srcOrd="1" destOrd="0" presId="urn:microsoft.com/office/officeart/2005/8/layout/process2"/>
    <dgm:cxn modelId="{F2BD7FCB-D405-40BF-BE00-AF50E5A18B9D}" type="presParOf" srcId="{4F35868D-55D5-4320-8BAF-ACCE88552AB7}" destId="{6D5B8439-A94D-4990-8116-FD6313FCFC0C}" srcOrd="0" destOrd="0" presId="urn:microsoft.com/office/officeart/2005/8/layout/process2"/>
    <dgm:cxn modelId="{185EB044-DC01-4992-9694-8E774E4A08AF}" type="presParOf" srcId="{EE9690A3-0B9D-44C8-9E0B-644C5188328B}" destId="{FBDD3AD6-C12D-4D89-A452-ADB1414E00B9}" srcOrd="2" destOrd="0" presId="urn:microsoft.com/office/officeart/2005/8/layout/process2"/>
    <dgm:cxn modelId="{4E12E3C8-3036-4813-9802-23E493C5AE44}" type="presParOf" srcId="{EE9690A3-0B9D-44C8-9E0B-644C5188328B}" destId="{F62BB997-D5D1-4F5C-8F34-D2A10A75BFA6}" srcOrd="3" destOrd="0" presId="urn:microsoft.com/office/officeart/2005/8/layout/process2"/>
    <dgm:cxn modelId="{C0BA206B-B2F0-44D8-98B0-9A286414C352}" type="presParOf" srcId="{F62BB997-D5D1-4F5C-8F34-D2A10A75BFA6}" destId="{40F54A45-30CB-4658-ABE0-A74396EBD3C1}" srcOrd="0" destOrd="0" presId="urn:microsoft.com/office/officeart/2005/8/layout/process2"/>
    <dgm:cxn modelId="{E57A032F-3E22-4807-8EA6-1EB864F76B15}" type="presParOf" srcId="{EE9690A3-0B9D-44C8-9E0B-644C5188328B}" destId="{EC9761C8-60BE-40BC-A0C7-D152CEC00F94}" srcOrd="4" destOrd="0" presId="urn:microsoft.com/office/officeart/2005/8/layout/process2"/>
    <dgm:cxn modelId="{9D7960CC-BBFF-45D0-A200-AC4C04F63434}" type="presParOf" srcId="{EE9690A3-0B9D-44C8-9E0B-644C5188328B}" destId="{FFB3A958-021F-4B96-842C-397609F033EE}" srcOrd="5" destOrd="0" presId="urn:microsoft.com/office/officeart/2005/8/layout/process2"/>
    <dgm:cxn modelId="{A86766DA-F684-44A0-B482-76F968BFDF37}" type="presParOf" srcId="{FFB3A958-021F-4B96-842C-397609F033EE}" destId="{AAA79C8A-F27C-4878-B0B6-A23082F65493}" srcOrd="0" destOrd="0" presId="urn:microsoft.com/office/officeart/2005/8/layout/process2"/>
    <dgm:cxn modelId="{BDA6C888-4351-4B24-8C25-2B120DDABDC0}" type="presParOf" srcId="{EE9690A3-0B9D-44C8-9E0B-644C5188328B}" destId="{002AB815-2F55-4E35-ADC3-53E8320E0C86}" srcOrd="6" destOrd="0" presId="urn:microsoft.com/office/officeart/2005/8/layout/process2"/>
    <dgm:cxn modelId="{B99A235C-9AE1-4BAE-AF5A-403EF5411724}" type="presParOf" srcId="{EE9690A3-0B9D-44C8-9E0B-644C5188328B}" destId="{4E85695A-9C60-41B5-A303-C509B3086FD8}" srcOrd="7" destOrd="0" presId="urn:microsoft.com/office/officeart/2005/8/layout/process2"/>
    <dgm:cxn modelId="{FFBBAECD-BECC-48A1-8D48-75CC0F0F9C1D}" type="presParOf" srcId="{4E85695A-9C60-41B5-A303-C509B3086FD8}" destId="{18ABE881-C7C2-44C0-825F-22CAE78D1182}" srcOrd="0" destOrd="0" presId="urn:microsoft.com/office/officeart/2005/8/layout/process2"/>
    <dgm:cxn modelId="{EA8C79A1-EDE4-4960-98D7-2F13982B07BC}" type="presParOf" srcId="{EE9690A3-0B9D-44C8-9E0B-644C5188328B}" destId="{5C980A04-680E-4D92-934C-4DCA2A6BF14E}" srcOrd="8"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7EDB76DA-66E4-4A7C-8C76-B8AE35C40160}" type="doc">
      <dgm:prSet loTypeId="urn:microsoft.com/office/officeart/2005/8/layout/process1" loCatId="process" qsTypeId="urn:microsoft.com/office/officeart/2005/8/quickstyle/simple1" qsCatId="simple" csTypeId="urn:microsoft.com/office/officeart/2005/8/colors/accent1_2" csCatId="accent1" phldr="1"/>
      <dgm:spPr/>
    </dgm:pt>
    <dgm:pt modelId="{ED87D926-FBDB-41AF-9679-A8897556C9D6}">
      <dgm:prSet phldrT="[Text]"/>
      <dgm:spPr/>
      <dgm:t>
        <a:bodyPr/>
        <a:lstStyle/>
        <a:p>
          <a:r>
            <a:rPr lang="de-DE"/>
            <a:t>Antwort</a:t>
          </a:r>
        </a:p>
      </dgm:t>
    </dgm:pt>
    <dgm:pt modelId="{42E2C8B8-A540-4FDA-9CD5-A0A0D0CDF1B0}" type="parTrans" cxnId="{11465DBB-F27E-4667-BC3E-34D0E46FAACA}">
      <dgm:prSet/>
      <dgm:spPr/>
      <dgm:t>
        <a:bodyPr/>
        <a:lstStyle/>
        <a:p>
          <a:endParaRPr lang="de-DE"/>
        </a:p>
      </dgm:t>
    </dgm:pt>
    <dgm:pt modelId="{0E25F99C-E5F4-4ADE-A559-0F97823D816A}" type="sibTrans" cxnId="{11465DBB-F27E-4667-BC3E-34D0E46FAACA}">
      <dgm:prSet/>
      <dgm:spPr/>
      <dgm:t>
        <a:bodyPr/>
        <a:lstStyle/>
        <a:p>
          <a:endParaRPr lang="de-DE"/>
        </a:p>
      </dgm:t>
    </dgm:pt>
    <dgm:pt modelId="{4AAE1E47-B43F-44AF-BD91-A56B74699B0B}" type="pres">
      <dgm:prSet presAssocID="{7EDB76DA-66E4-4A7C-8C76-B8AE35C40160}" presName="Name0" presStyleCnt="0">
        <dgm:presLayoutVars>
          <dgm:dir/>
          <dgm:resizeHandles val="exact"/>
        </dgm:presLayoutVars>
      </dgm:prSet>
      <dgm:spPr/>
    </dgm:pt>
    <dgm:pt modelId="{09637F6E-5CA3-40B3-9AD0-E3A72F4CC154}" type="pres">
      <dgm:prSet presAssocID="{ED87D926-FBDB-41AF-9679-A8897556C9D6}" presName="node" presStyleLbl="node1" presStyleIdx="0" presStyleCnt="1" custLinFactY="-100000" custLinFactNeighborX="-1733" custLinFactNeighborY="-181378">
        <dgm:presLayoutVars>
          <dgm:bulletEnabled val="1"/>
        </dgm:presLayoutVars>
      </dgm:prSet>
      <dgm:spPr/>
    </dgm:pt>
  </dgm:ptLst>
  <dgm:cxnLst>
    <dgm:cxn modelId="{ABCCCC60-43B3-4590-98AB-AD692EE4531C}" type="presOf" srcId="{ED87D926-FBDB-41AF-9679-A8897556C9D6}" destId="{09637F6E-5CA3-40B3-9AD0-E3A72F4CC154}" srcOrd="0" destOrd="0" presId="urn:microsoft.com/office/officeart/2005/8/layout/process1"/>
    <dgm:cxn modelId="{E504128C-EAD9-4887-97B9-CBB8AD39D8B9}" type="presOf" srcId="{7EDB76DA-66E4-4A7C-8C76-B8AE35C40160}" destId="{4AAE1E47-B43F-44AF-BD91-A56B74699B0B}" srcOrd="0" destOrd="0" presId="urn:microsoft.com/office/officeart/2005/8/layout/process1"/>
    <dgm:cxn modelId="{11465DBB-F27E-4667-BC3E-34D0E46FAACA}" srcId="{7EDB76DA-66E4-4A7C-8C76-B8AE35C40160}" destId="{ED87D926-FBDB-41AF-9679-A8897556C9D6}" srcOrd="0" destOrd="0" parTransId="{42E2C8B8-A540-4FDA-9CD5-A0A0D0CDF1B0}" sibTransId="{0E25F99C-E5F4-4ADE-A559-0F97823D816A}"/>
    <dgm:cxn modelId="{05B5EECB-ED93-4373-8F86-97521419DD70}" type="presParOf" srcId="{4AAE1E47-B43F-44AF-BD91-A56B74699B0B}" destId="{09637F6E-5CA3-40B3-9AD0-E3A72F4CC154}" srcOrd="0"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F36DB-304A-42BD-B70C-D4A1A6531B28}">
      <dsp:nvSpPr>
        <dsp:cNvPr id="0" name=""/>
        <dsp:cNvSpPr/>
      </dsp:nvSpPr>
      <dsp:spPr>
        <a:xfrm>
          <a:off x="355984" y="2558"/>
          <a:ext cx="2815003" cy="1140755"/>
        </a:xfrm>
        <a:prstGeom prst="roundRect">
          <a:avLst>
            <a:gd name="adj" fmla="val 10000"/>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DE" sz="2400" kern="1200" dirty="0"/>
            <a:t>Problem</a:t>
          </a:r>
        </a:p>
      </dsp:txBody>
      <dsp:txXfrm>
        <a:off x="389396" y="35970"/>
        <a:ext cx="2748179" cy="1073931"/>
      </dsp:txXfrm>
    </dsp:sp>
    <dsp:sp modelId="{87EA44CE-11F2-48B7-93FD-7CE35DB4F520}">
      <dsp:nvSpPr>
        <dsp:cNvPr id="0" name=""/>
        <dsp:cNvSpPr/>
      </dsp:nvSpPr>
      <dsp:spPr>
        <a:xfrm rot="5400000">
          <a:off x="1561952" y="1276401"/>
          <a:ext cx="403066" cy="471512"/>
        </a:xfrm>
        <a:prstGeom prst="rightArrow">
          <a:avLst>
            <a:gd name="adj1" fmla="val 60000"/>
            <a:gd name="adj2" fmla="val 50000"/>
          </a:avLst>
        </a:prstGeom>
        <a:solidFill>
          <a:schemeClr val="accent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de-DE" sz="2000" kern="1200"/>
        </a:p>
      </dsp:txBody>
      <dsp:txXfrm rot="-5400000">
        <a:off x="1622031" y="1310624"/>
        <a:ext cx="282908" cy="282146"/>
      </dsp:txXfrm>
    </dsp:sp>
    <dsp:sp modelId="{28B7B06A-B710-4A0D-9D05-1D03887FA66D}">
      <dsp:nvSpPr>
        <dsp:cNvPr id="0" name=""/>
        <dsp:cNvSpPr/>
      </dsp:nvSpPr>
      <dsp:spPr>
        <a:xfrm>
          <a:off x="355984" y="1903816"/>
          <a:ext cx="2815003" cy="1140755"/>
        </a:xfrm>
        <a:prstGeom prst="roundRect">
          <a:avLst>
            <a:gd name="adj" fmla="val 10000"/>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DE" sz="2400" kern="1200" dirty="0"/>
            <a:t>„Welche ist die beste Datenbank?“</a:t>
          </a:r>
        </a:p>
      </dsp:txBody>
      <dsp:txXfrm>
        <a:off x="389396" y="1937228"/>
        <a:ext cx="2748179" cy="1073931"/>
      </dsp:txXfrm>
    </dsp:sp>
    <dsp:sp modelId="{862626F8-49DD-414B-A91E-69D32168F0A9}">
      <dsp:nvSpPr>
        <dsp:cNvPr id="0" name=""/>
        <dsp:cNvSpPr/>
      </dsp:nvSpPr>
      <dsp:spPr>
        <a:xfrm rot="5384977">
          <a:off x="1566055" y="3177660"/>
          <a:ext cx="403070" cy="471512"/>
        </a:xfrm>
        <a:prstGeom prst="rightArrow">
          <a:avLst>
            <a:gd name="adj1" fmla="val 60000"/>
            <a:gd name="adj2" fmla="val 50000"/>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de-DE" sz="2000" kern="1200"/>
        </a:p>
      </dsp:txBody>
      <dsp:txXfrm rot="-5400000">
        <a:off x="1625872" y="3211881"/>
        <a:ext cx="282908" cy="282149"/>
      </dsp:txXfrm>
    </dsp:sp>
    <dsp:sp modelId="{DC3425B5-2D59-4205-B125-D735BCD31538}">
      <dsp:nvSpPr>
        <dsp:cNvPr id="0" name=""/>
        <dsp:cNvSpPr/>
      </dsp:nvSpPr>
      <dsp:spPr>
        <a:xfrm>
          <a:off x="364292" y="3805075"/>
          <a:ext cx="2815003" cy="1140755"/>
        </a:xfrm>
        <a:prstGeom prst="roundRect">
          <a:avLst>
            <a:gd name="adj" fmla="val 10000"/>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DE" sz="2400" kern="1200" dirty="0"/>
            <a:t>Es kommt darauf an!</a:t>
          </a:r>
        </a:p>
      </dsp:txBody>
      <dsp:txXfrm>
        <a:off x="397704" y="3838487"/>
        <a:ext cx="2748179" cy="10739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8E2D-0EAD-4AF8-9C82-9F501A5787D1}">
      <dsp:nvSpPr>
        <dsp:cNvPr id="0" name=""/>
        <dsp:cNvSpPr/>
      </dsp:nvSpPr>
      <dsp:spPr>
        <a:xfrm>
          <a:off x="3884"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A</a:t>
          </a:r>
        </a:p>
      </dsp:txBody>
      <dsp:txXfrm>
        <a:off x="24287" y="693392"/>
        <a:ext cx="1120202" cy="655798"/>
      </dsp:txXfrm>
    </dsp:sp>
    <dsp:sp modelId="{003533E3-C11D-4584-8610-92F472477693}">
      <dsp:nvSpPr>
        <dsp:cNvPr id="0" name=""/>
        <dsp:cNvSpPr/>
      </dsp:nvSpPr>
      <dsp:spPr>
        <a:xfrm>
          <a:off x="1280993"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1280993" y="934912"/>
        <a:ext cx="172293" cy="172758"/>
      </dsp:txXfrm>
    </dsp:sp>
    <dsp:sp modelId="{9D630968-26E6-4FDF-A982-461513597835}">
      <dsp:nvSpPr>
        <dsp:cNvPr id="0" name=""/>
        <dsp:cNvSpPr/>
      </dsp:nvSpPr>
      <dsp:spPr>
        <a:xfrm>
          <a:off x="1629295"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Anfrage</a:t>
          </a:r>
        </a:p>
      </dsp:txBody>
      <dsp:txXfrm>
        <a:off x="1649698" y="693392"/>
        <a:ext cx="1120202" cy="655798"/>
      </dsp:txXfrm>
    </dsp:sp>
    <dsp:sp modelId="{5F0D8775-E5E2-44BD-8640-59EC434242A4}">
      <dsp:nvSpPr>
        <dsp:cNvPr id="0" name=""/>
        <dsp:cNvSpPr/>
      </dsp:nvSpPr>
      <dsp:spPr>
        <a:xfrm>
          <a:off x="2906404"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2906404" y="934912"/>
        <a:ext cx="172293" cy="172758"/>
      </dsp:txXfrm>
    </dsp:sp>
    <dsp:sp modelId="{84AFC852-A072-4D40-9E61-4BD7B532547F}">
      <dsp:nvSpPr>
        <dsp:cNvPr id="0" name=""/>
        <dsp:cNvSpPr/>
      </dsp:nvSpPr>
      <dsp:spPr>
        <a:xfrm>
          <a:off x="3254707"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B</a:t>
          </a:r>
        </a:p>
      </dsp:txBody>
      <dsp:txXfrm>
        <a:off x="3275110" y="693392"/>
        <a:ext cx="1120202" cy="6557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8E2D-0EAD-4AF8-9C82-9F501A5787D1}">
      <dsp:nvSpPr>
        <dsp:cNvPr id="0" name=""/>
        <dsp:cNvSpPr/>
      </dsp:nvSpPr>
      <dsp:spPr>
        <a:xfrm>
          <a:off x="3254707"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B</a:t>
          </a:r>
        </a:p>
      </dsp:txBody>
      <dsp:txXfrm>
        <a:off x="3275110" y="693392"/>
        <a:ext cx="1120202" cy="655798"/>
      </dsp:txXfrm>
    </dsp:sp>
    <dsp:sp modelId="{003533E3-C11D-4584-8610-92F472477693}">
      <dsp:nvSpPr>
        <dsp:cNvPr id="0" name=""/>
        <dsp:cNvSpPr/>
      </dsp:nvSpPr>
      <dsp:spPr>
        <a:xfrm rot="10800000">
          <a:off x="2892472"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10800000">
        <a:off x="2966312" y="934912"/>
        <a:ext cx="172293" cy="172758"/>
      </dsp:txXfrm>
    </dsp:sp>
    <dsp:sp modelId="{9D630968-26E6-4FDF-A982-461513597835}">
      <dsp:nvSpPr>
        <dsp:cNvPr id="0" name=""/>
        <dsp:cNvSpPr/>
      </dsp:nvSpPr>
      <dsp:spPr>
        <a:xfrm>
          <a:off x="1629295"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Anfrage</a:t>
          </a:r>
        </a:p>
      </dsp:txBody>
      <dsp:txXfrm>
        <a:off x="1649698" y="693392"/>
        <a:ext cx="1120202" cy="655798"/>
      </dsp:txXfrm>
    </dsp:sp>
    <dsp:sp modelId="{5F0D8775-E5E2-44BD-8640-59EC434242A4}">
      <dsp:nvSpPr>
        <dsp:cNvPr id="0" name=""/>
        <dsp:cNvSpPr/>
      </dsp:nvSpPr>
      <dsp:spPr>
        <a:xfrm rot="10800000">
          <a:off x="1267061"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10800000">
        <a:off x="1340901" y="934912"/>
        <a:ext cx="172293" cy="172758"/>
      </dsp:txXfrm>
    </dsp:sp>
    <dsp:sp modelId="{84AFC852-A072-4D40-9E61-4BD7B532547F}">
      <dsp:nvSpPr>
        <dsp:cNvPr id="0" name=""/>
        <dsp:cNvSpPr/>
      </dsp:nvSpPr>
      <dsp:spPr>
        <a:xfrm>
          <a:off x="3884"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A</a:t>
          </a:r>
        </a:p>
      </dsp:txBody>
      <dsp:txXfrm>
        <a:off x="24287" y="693392"/>
        <a:ext cx="1120202" cy="6557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1DABD-4CC3-4C1A-A53F-24422AC7FC3F}">
      <dsp:nvSpPr>
        <dsp:cNvPr id="0" name=""/>
        <dsp:cNvSpPr/>
      </dsp:nvSpPr>
      <dsp:spPr>
        <a:xfrm>
          <a:off x="844747" y="49313"/>
          <a:ext cx="663213"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dirty="0"/>
            <a:t>System A</a:t>
          </a:r>
        </a:p>
      </dsp:txBody>
      <dsp:txXfrm>
        <a:off x="859631" y="64197"/>
        <a:ext cx="633445" cy="478394"/>
      </dsp:txXfrm>
    </dsp:sp>
    <dsp:sp modelId="{EBC68EF2-C7A6-4361-B762-03EAB19A3EBD}">
      <dsp:nvSpPr>
        <dsp:cNvPr id="0" name=""/>
        <dsp:cNvSpPr/>
      </dsp:nvSpPr>
      <dsp:spPr>
        <a:xfrm rot="5382079">
          <a:off x="1087427" y="690151"/>
          <a:ext cx="182349"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1100711" y="694603"/>
        <a:ext cx="155642" cy="53413"/>
      </dsp:txXfrm>
    </dsp:sp>
    <dsp:sp modelId="{9358AFAC-60DA-4310-900E-1AB74CEE8223}">
      <dsp:nvSpPr>
        <dsp:cNvPr id="0" name=""/>
        <dsp:cNvSpPr/>
      </dsp:nvSpPr>
      <dsp:spPr>
        <a:xfrm>
          <a:off x="823222" y="901528"/>
          <a:ext cx="715148"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dirty="0"/>
            <a:t>„Trigger“</a:t>
          </a:r>
        </a:p>
      </dsp:txBody>
      <dsp:txXfrm>
        <a:off x="838106" y="916412"/>
        <a:ext cx="685380" cy="478394"/>
      </dsp:txXfrm>
    </dsp:sp>
    <dsp:sp modelId="{CFA4C43B-D8B7-42AD-A8D2-E03DBC879D85}">
      <dsp:nvSpPr>
        <dsp:cNvPr id="0" name=""/>
        <dsp:cNvSpPr/>
      </dsp:nvSpPr>
      <dsp:spPr>
        <a:xfrm rot="5415086">
          <a:off x="1098582" y="1521453"/>
          <a:ext cx="160827"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rot="10800000">
        <a:off x="1111994" y="1525905"/>
        <a:ext cx="134120" cy="53413"/>
      </dsp:txXfrm>
    </dsp:sp>
    <dsp:sp modelId="{89F52926-E9B1-4E98-A064-2F6A48471878}">
      <dsp:nvSpPr>
        <dsp:cNvPr id="0" name=""/>
        <dsp:cNvSpPr/>
      </dsp:nvSpPr>
      <dsp:spPr>
        <a:xfrm>
          <a:off x="652177" y="1713136"/>
          <a:ext cx="1050115"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dirty="0"/>
            <a:t>System B / C / D</a:t>
          </a:r>
        </a:p>
      </dsp:txBody>
      <dsp:txXfrm>
        <a:off x="667061" y="1728020"/>
        <a:ext cx="1020347" cy="4783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1DABD-4CC3-4C1A-A53F-24422AC7FC3F}">
      <dsp:nvSpPr>
        <dsp:cNvPr id="0" name=""/>
        <dsp:cNvSpPr/>
      </dsp:nvSpPr>
      <dsp:spPr>
        <a:xfrm>
          <a:off x="844747" y="45112"/>
          <a:ext cx="663213"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A</a:t>
          </a:r>
        </a:p>
      </dsp:txBody>
      <dsp:txXfrm>
        <a:off x="859658" y="60023"/>
        <a:ext cx="633391" cy="479287"/>
      </dsp:txXfrm>
    </dsp:sp>
    <dsp:sp modelId="{EBC68EF2-C7A6-4361-B762-03EAB19A3EBD}">
      <dsp:nvSpPr>
        <dsp:cNvPr id="0" name=""/>
        <dsp:cNvSpPr/>
      </dsp:nvSpPr>
      <dsp:spPr>
        <a:xfrm rot="5382113">
          <a:off x="1087257" y="687226"/>
          <a:ext cx="182689"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1100541" y="691678"/>
        <a:ext cx="155982" cy="53413"/>
      </dsp:txXfrm>
    </dsp:sp>
    <dsp:sp modelId="{9358AFAC-60DA-4310-900E-1AB74CEE8223}">
      <dsp:nvSpPr>
        <dsp:cNvPr id="0" name=""/>
        <dsp:cNvSpPr/>
      </dsp:nvSpPr>
      <dsp:spPr>
        <a:xfrm>
          <a:off x="823222" y="898914"/>
          <a:ext cx="715148"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Daten bewegen</a:t>
          </a:r>
        </a:p>
      </dsp:txBody>
      <dsp:txXfrm>
        <a:off x="838133" y="913825"/>
        <a:ext cx="685326" cy="479287"/>
      </dsp:txXfrm>
    </dsp:sp>
    <dsp:sp modelId="{CFA4C43B-D8B7-42AD-A8D2-E03DBC879D85}">
      <dsp:nvSpPr>
        <dsp:cNvPr id="0" name=""/>
        <dsp:cNvSpPr/>
      </dsp:nvSpPr>
      <dsp:spPr>
        <a:xfrm rot="5415058">
          <a:off x="1098432" y="1520077"/>
          <a:ext cx="161126"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rot="10800000">
        <a:off x="1111844" y="1524529"/>
        <a:ext cx="134419" cy="53413"/>
      </dsp:txXfrm>
    </dsp:sp>
    <dsp:sp modelId="{89F52926-E9B1-4E98-A064-2F6A48471878}">
      <dsp:nvSpPr>
        <dsp:cNvPr id="0" name=""/>
        <dsp:cNvSpPr/>
      </dsp:nvSpPr>
      <dsp:spPr>
        <a:xfrm>
          <a:off x="652177" y="1712033"/>
          <a:ext cx="1050115"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B</a:t>
          </a:r>
        </a:p>
      </dsp:txBody>
      <dsp:txXfrm>
        <a:off x="667088" y="1726944"/>
        <a:ext cx="1020293" cy="4792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88EC0-6713-4A10-8A7D-EE2679623E3C}">
      <dsp:nvSpPr>
        <dsp:cNvPr id="0" name=""/>
        <dsp:cNvSpPr/>
      </dsp:nvSpPr>
      <dsp:spPr>
        <a:xfrm>
          <a:off x="1550128" y="1903228"/>
          <a:ext cx="309692" cy="665839"/>
        </a:xfrm>
        <a:custGeom>
          <a:avLst/>
          <a:gdLst/>
          <a:ahLst/>
          <a:cxnLst/>
          <a:rect l="0" t="0" r="0" b="0"/>
          <a:pathLst>
            <a:path>
              <a:moveTo>
                <a:pt x="309692" y="0"/>
              </a:moveTo>
              <a:lnTo>
                <a:pt x="154846" y="0"/>
              </a:lnTo>
              <a:lnTo>
                <a:pt x="154846" y="665839"/>
              </a:lnTo>
              <a:lnTo>
                <a:pt x="0" y="6658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EEE1C7-1DB7-42D5-BA69-AC353DF5E948}">
      <dsp:nvSpPr>
        <dsp:cNvPr id="0" name=""/>
        <dsp:cNvSpPr/>
      </dsp:nvSpPr>
      <dsp:spPr>
        <a:xfrm>
          <a:off x="1550128" y="1857508"/>
          <a:ext cx="309692" cy="91440"/>
        </a:xfrm>
        <a:custGeom>
          <a:avLst/>
          <a:gdLst/>
          <a:ahLst/>
          <a:cxnLst/>
          <a:rect l="0" t="0" r="0" b="0"/>
          <a:pathLst>
            <a:path>
              <a:moveTo>
                <a:pt x="309692" y="45720"/>
              </a:moveTo>
              <a:lnTo>
                <a:pt x="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0B961E-74F4-4425-B5C2-0D4684661704}">
      <dsp:nvSpPr>
        <dsp:cNvPr id="0" name=""/>
        <dsp:cNvSpPr/>
      </dsp:nvSpPr>
      <dsp:spPr>
        <a:xfrm>
          <a:off x="1550128" y="1237389"/>
          <a:ext cx="309692" cy="665839"/>
        </a:xfrm>
        <a:custGeom>
          <a:avLst/>
          <a:gdLst/>
          <a:ahLst/>
          <a:cxnLst/>
          <a:rect l="0" t="0" r="0" b="0"/>
          <a:pathLst>
            <a:path>
              <a:moveTo>
                <a:pt x="309692" y="665839"/>
              </a:moveTo>
              <a:lnTo>
                <a:pt x="154846" y="665839"/>
              </a:lnTo>
              <a:lnTo>
                <a:pt x="154846" y="0"/>
              </a:ln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273B85-D33A-40EC-A828-7FAD82CFC9C3}">
      <dsp:nvSpPr>
        <dsp:cNvPr id="0" name=""/>
        <dsp:cNvSpPr/>
      </dsp:nvSpPr>
      <dsp:spPr>
        <a:xfrm>
          <a:off x="1859821" y="166708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Integration Layer</a:t>
          </a:r>
        </a:p>
      </dsp:txBody>
      <dsp:txXfrm>
        <a:off x="1859821" y="1667087"/>
        <a:ext cx="1548463" cy="472281"/>
      </dsp:txXfrm>
    </dsp:sp>
    <dsp:sp modelId="{F4283819-7617-45DA-9DDF-5CB1BC673C42}">
      <dsp:nvSpPr>
        <dsp:cNvPr id="0" name=""/>
        <dsp:cNvSpPr/>
      </dsp:nvSpPr>
      <dsp:spPr>
        <a:xfrm>
          <a:off x="1665" y="1001248"/>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System A</a:t>
          </a:r>
        </a:p>
      </dsp:txBody>
      <dsp:txXfrm>
        <a:off x="1665" y="1001248"/>
        <a:ext cx="1548463" cy="472281"/>
      </dsp:txXfrm>
    </dsp:sp>
    <dsp:sp modelId="{FC4643AA-1366-4709-B996-A0E0B46B7DE6}">
      <dsp:nvSpPr>
        <dsp:cNvPr id="0" name=""/>
        <dsp:cNvSpPr/>
      </dsp:nvSpPr>
      <dsp:spPr>
        <a:xfrm>
          <a:off x="1665" y="166708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System B</a:t>
          </a:r>
        </a:p>
      </dsp:txBody>
      <dsp:txXfrm>
        <a:off x="1665" y="1667087"/>
        <a:ext cx="1548463" cy="472281"/>
      </dsp:txXfrm>
    </dsp:sp>
    <dsp:sp modelId="{FC44E726-D993-40FA-9544-BF6A56860638}">
      <dsp:nvSpPr>
        <dsp:cNvPr id="0" name=""/>
        <dsp:cNvSpPr/>
      </dsp:nvSpPr>
      <dsp:spPr>
        <a:xfrm>
          <a:off x="1665" y="233292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System C</a:t>
          </a:r>
        </a:p>
      </dsp:txBody>
      <dsp:txXfrm>
        <a:off x="1665" y="2332927"/>
        <a:ext cx="1548463" cy="4722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A1DAE-2BE7-4B70-BECD-ECB07CD1A6EA}">
      <dsp:nvSpPr>
        <dsp:cNvPr id="0" name=""/>
        <dsp:cNvSpPr/>
      </dsp:nvSpPr>
      <dsp:spPr>
        <a:xfrm>
          <a:off x="4649"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dirty="0"/>
            <a:t>LLM/Agent</a:t>
          </a:r>
        </a:p>
      </dsp:txBody>
      <dsp:txXfrm>
        <a:off x="29068" y="321932"/>
        <a:ext cx="1340701" cy="784885"/>
      </dsp:txXfrm>
    </dsp:sp>
    <dsp:sp modelId="{4A6EFE8C-EE21-44B6-87DE-90B2AAE08790}">
      <dsp:nvSpPr>
        <dsp:cNvPr id="0" name=""/>
        <dsp:cNvSpPr/>
      </dsp:nvSpPr>
      <dsp:spPr>
        <a:xfrm>
          <a:off x="1533143" y="542072"/>
          <a:ext cx="294582" cy="3446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a:off x="1533143" y="610993"/>
        <a:ext cx="206207" cy="206763"/>
      </dsp:txXfrm>
    </dsp:sp>
    <dsp:sp modelId="{00EF97AD-390D-4EBA-90F5-471E3E46A55C}">
      <dsp:nvSpPr>
        <dsp:cNvPr id="0" name=""/>
        <dsp:cNvSpPr/>
      </dsp:nvSpPr>
      <dsp:spPr>
        <a:xfrm>
          <a:off x="1950005"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dirty="0"/>
            <a:t>MCP</a:t>
          </a:r>
        </a:p>
      </dsp:txBody>
      <dsp:txXfrm>
        <a:off x="1974424" y="321932"/>
        <a:ext cx="1340701" cy="784885"/>
      </dsp:txXfrm>
    </dsp:sp>
    <dsp:sp modelId="{DFAA6673-9EC7-49AD-803F-7F432AC42186}">
      <dsp:nvSpPr>
        <dsp:cNvPr id="0" name=""/>
        <dsp:cNvSpPr/>
      </dsp:nvSpPr>
      <dsp:spPr>
        <a:xfrm>
          <a:off x="3478498" y="542072"/>
          <a:ext cx="294582" cy="3446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a:off x="3478498" y="610993"/>
        <a:ext cx="206207" cy="206763"/>
      </dsp:txXfrm>
    </dsp:sp>
    <dsp:sp modelId="{4F7AC645-FB6C-492F-AF0D-CD40B0AEA79E}">
      <dsp:nvSpPr>
        <dsp:cNvPr id="0" name=""/>
        <dsp:cNvSpPr/>
      </dsp:nvSpPr>
      <dsp:spPr>
        <a:xfrm>
          <a:off x="3895360"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dirty="0"/>
            <a:t>Systeme / Tools</a:t>
          </a:r>
        </a:p>
      </dsp:txBody>
      <dsp:txXfrm>
        <a:off x="3919779" y="321932"/>
        <a:ext cx="1340701" cy="7848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30F0C-F8F2-4A63-B20C-1C881784AE79}">
      <dsp:nvSpPr>
        <dsp:cNvPr id="0" name=""/>
        <dsp:cNvSpPr/>
      </dsp:nvSpPr>
      <dsp:spPr>
        <a:xfrm>
          <a:off x="2739010" y="666502"/>
          <a:ext cx="139415" cy="610771"/>
        </a:xfrm>
        <a:custGeom>
          <a:avLst/>
          <a:gdLst/>
          <a:ahLst/>
          <a:cxnLst/>
          <a:rect l="0" t="0" r="0" b="0"/>
          <a:pathLst>
            <a:path>
              <a:moveTo>
                <a:pt x="139415" y="0"/>
              </a:moveTo>
              <a:lnTo>
                <a:pt x="139415" y="610771"/>
              </a:lnTo>
              <a:lnTo>
                <a:pt x="0" y="6107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0EE087-36CA-473B-B7C1-08F46EDFFC9F}">
      <dsp:nvSpPr>
        <dsp:cNvPr id="0" name=""/>
        <dsp:cNvSpPr/>
      </dsp:nvSpPr>
      <dsp:spPr>
        <a:xfrm>
          <a:off x="2739010" y="3494639"/>
          <a:ext cx="139415" cy="610771"/>
        </a:xfrm>
        <a:custGeom>
          <a:avLst/>
          <a:gdLst/>
          <a:ahLst/>
          <a:cxnLst/>
          <a:rect l="0" t="0" r="0" b="0"/>
          <a:pathLst>
            <a:path>
              <a:moveTo>
                <a:pt x="139415" y="0"/>
              </a:moveTo>
              <a:lnTo>
                <a:pt x="139415" y="610771"/>
              </a:lnTo>
              <a:lnTo>
                <a:pt x="0" y="61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7B407A-C3B0-457F-96BB-FECBB700998B}">
      <dsp:nvSpPr>
        <dsp:cNvPr id="0" name=""/>
        <dsp:cNvSpPr/>
      </dsp:nvSpPr>
      <dsp:spPr>
        <a:xfrm>
          <a:off x="2878425" y="3494639"/>
          <a:ext cx="199164" cy="1553483"/>
        </a:xfrm>
        <a:custGeom>
          <a:avLst/>
          <a:gdLst/>
          <a:ahLst/>
          <a:cxnLst/>
          <a:rect l="0" t="0" r="0" b="0"/>
          <a:pathLst>
            <a:path>
              <a:moveTo>
                <a:pt x="0" y="0"/>
              </a:moveTo>
              <a:lnTo>
                <a:pt x="0" y="1553483"/>
              </a:lnTo>
              <a:lnTo>
                <a:pt x="199164" y="155348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62D549-FDE5-4DF7-B141-C6543EA3D049}">
      <dsp:nvSpPr>
        <dsp:cNvPr id="0" name=""/>
        <dsp:cNvSpPr/>
      </dsp:nvSpPr>
      <dsp:spPr>
        <a:xfrm>
          <a:off x="2832705" y="2551926"/>
          <a:ext cx="91440" cy="278830"/>
        </a:xfrm>
        <a:custGeom>
          <a:avLst/>
          <a:gdLst/>
          <a:ahLst/>
          <a:cxnLst/>
          <a:rect l="0" t="0" r="0" b="0"/>
          <a:pathLst>
            <a:path>
              <a:moveTo>
                <a:pt x="45720" y="0"/>
              </a:moveTo>
              <a:lnTo>
                <a:pt x="45720" y="27883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A01190-B114-4E7C-A7AC-B8639D23CF99}">
      <dsp:nvSpPr>
        <dsp:cNvPr id="0" name=""/>
        <dsp:cNvSpPr/>
      </dsp:nvSpPr>
      <dsp:spPr>
        <a:xfrm>
          <a:off x="2832705" y="666502"/>
          <a:ext cx="91440" cy="1221542"/>
        </a:xfrm>
        <a:custGeom>
          <a:avLst/>
          <a:gdLst/>
          <a:ahLst/>
          <a:cxnLst/>
          <a:rect l="0" t="0" r="0" b="0"/>
          <a:pathLst>
            <a:path>
              <a:moveTo>
                <a:pt x="45720" y="0"/>
              </a:moveTo>
              <a:lnTo>
                <a:pt x="45720" y="122154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DF9967-C334-4301-8C1B-A5262092BE0D}">
      <dsp:nvSpPr>
        <dsp:cNvPr id="0" name=""/>
        <dsp:cNvSpPr/>
      </dsp:nvSpPr>
      <dsp:spPr>
        <a:xfrm>
          <a:off x="2214543" y="2620"/>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dirty="0"/>
            <a:t>Anwendung</a:t>
          </a:r>
        </a:p>
      </dsp:txBody>
      <dsp:txXfrm>
        <a:off x="2214543" y="2620"/>
        <a:ext cx="1327763" cy="663881"/>
      </dsp:txXfrm>
    </dsp:sp>
    <dsp:sp modelId="{709275A3-9D8E-4602-B1EA-BB5F9A10DC21}">
      <dsp:nvSpPr>
        <dsp:cNvPr id="0" name=""/>
        <dsp:cNvSpPr/>
      </dsp:nvSpPr>
      <dsp:spPr>
        <a:xfrm>
          <a:off x="2214543" y="1888044"/>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dirty="0"/>
            <a:t>API</a:t>
          </a:r>
        </a:p>
      </dsp:txBody>
      <dsp:txXfrm>
        <a:off x="2214543" y="1888044"/>
        <a:ext cx="1327763" cy="663881"/>
      </dsp:txXfrm>
    </dsp:sp>
    <dsp:sp modelId="{9714BA0E-0848-479D-84A1-A12509788AF9}">
      <dsp:nvSpPr>
        <dsp:cNvPr id="0" name=""/>
        <dsp:cNvSpPr/>
      </dsp:nvSpPr>
      <dsp:spPr>
        <a:xfrm>
          <a:off x="2214543" y="2830757"/>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dirty="0" err="1"/>
            <a:t>InnoHub</a:t>
          </a:r>
          <a:endParaRPr lang="de-DE" sz="1500" kern="1200" dirty="0"/>
        </a:p>
      </dsp:txBody>
      <dsp:txXfrm>
        <a:off x="2214543" y="2830757"/>
        <a:ext cx="1327763" cy="663881"/>
      </dsp:txXfrm>
    </dsp:sp>
    <dsp:sp modelId="{EC2CC2DC-4EF9-41B5-9FB9-F7CF2984A59E}">
      <dsp:nvSpPr>
        <dsp:cNvPr id="0" name=""/>
        <dsp:cNvSpPr/>
      </dsp:nvSpPr>
      <dsp:spPr>
        <a:xfrm>
          <a:off x="3077589" y="4716181"/>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dirty="0"/>
            <a:t>Anwendung</a:t>
          </a:r>
        </a:p>
      </dsp:txBody>
      <dsp:txXfrm>
        <a:off x="3077589" y="4716181"/>
        <a:ext cx="1327763" cy="663881"/>
      </dsp:txXfrm>
    </dsp:sp>
    <dsp:sp modelId="{98CB0963-2DC6-4FE8-ABE6-6D27DF5C9EF4}">
      <dsp:nvSpPr>
        <dsp:cNvPr id="0" name=""/>
        <dsp:cNvSpPr/>
      </dsp:nvSpPr>
      <dsp:spPr>
        <a:xfrm>
          <a:off x="1411246" y="3773469"/>
          <a:ext cx="1327763" cy="663881"/>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dirty="0"/>
            <a:t>Daten</a:t>
          </a:r>
        </a:p>
      </dsp:txBody>
      <dsp:txXfrm>
        <a:off x="1411246" y="3773469"/>
        <a:ext cx="1327763" cy="663881"/>
      </dsp:txXfrm>
    </dsp:sp>
    <dsp:sp modelId="{94748E49-1BE4-4E2D-929E-0017E8C2B75D}">
      <dsp:nvSpPr>
        <dsp:cNvPr id="0" name=""/>
        <dsp:cNvSpPr/>
      </dsp:nvSpPr>
      <dsp:spPr>
        <a:xfrm>
          <a:off x="1411246" y="945332"/>
          <a:ext cx="1327763" cy="663881"/>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dirty="0"/>
            <a:t>GET /</a:t>
          </a:r>
          <a:r>
            <a:rPr lang="de-DE" sz="1500" kern="1200" dirty="0" err="1"/>
            <a:t>technologiesX</a:t>
          </a:r>
          <a:endParaRPr lang="de-DE" sz="1500" kern="1200" dirty="0"/>
        </a:p>
      </dsp:txBody>
      <dsp:txXfrm>
        <a:off x="1411246" y="945332"/>
        <a:ext cx="1327763" cy="6638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98C837-D90B-4D85-A9FC-D1D052E2BFE7}">
      <dsp:nvSpPr>
        <dsp:cNvPr id="0" name=""/>
        <dsp:cNvSpPr/>
      </dsp:nvSpPr>
      <dsp:spPr>
        <a:xfrm>
          <a:off x="1174373" y="648600"/>
          <a:ext cx="123201" cy="539739"/>
        </a:xfrm>
        <a:custGeom>
          <a:avLst/>
          <a:gdLst/>
          <a:ahLst/>
          <a:cxnLst/>
          <a:rect l="0" t="0" r="0" b="0"/>
          <a:pathLst>
            <a:path>
              <a:moveTo>
                <a:pt x="123201" y="0"/>
              </a:moveTo>
              <a:lnTo>
                <a:pt x="123201" y="539739"/>
              </a:lnTo>
              <a:lnTo>
                <a:pt x="0" y="5397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9F8F09-CCAB-4317-8925-9343E84139EC}">
      <dsp:nvSpPr>
        <dsp:cNvPr id="0" name=""/>
        <dsp:cNvSpPr/>
      </dsp:nvSpPr>
      <dsp:spPr>
        <a:xfrm>
          <a:off x="1174373" y="2314753"/>
          <a:ext cx="123201" cy="539739"/>
        </a:xfrm>
        <a:custGeom>
          <a:avLst/>
          <a:gdLst/>
          <a:ahLst/>
          <a:cxnLst/>
          <a:rect l="0" t="0" r="0" b="0"/>
          <a:pathLst>
            <a:path>
              <a:moveTo>
                <a:pt x="123201" y="0"/>
              </a:moveTo>
              <a:lnTo>
                <a:pt x="123201" y="539739"/>
              </a:lnTo>
              <a:lnTo>
                <a:pt x="0" y="53973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C64E4B-FA27-486E-8B60-0F4F0984FDC7}">
      <dsp:nvSpPr>
        <dsp:cNvPr id="0" name=""/>
        <dsp:cNvSpPr/>
      </dsp:nvSpPr>
      <dsp:spPr>
        <a:xfrm>
          <a:off x="1297574" y="2314753"/>
          <a:ext cx="176002" cy="1372815"/>
        </a:xfrm>
        <a:custGeom>
          <a:avLst/>
          <a:gdLst/>
          <a:ahLst/>
          <a:cxnLst/>
          <a:rect l="0" t="0" r="0" b="0"/>
          <a:pathLst>
            <a:path>
              <a:moveTo>
                <a:pt x="0" y="0"/>
              </a:moveTo>
              <a:lnTo>
                <a:pt x="0" y="1372815"/>
              </a:lnTo>
              <a:lnTo>
                <a:pt x="176002" y="1372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F8E064-E627-4F76-ACAD-3C63A42C6CED}">
      <dsp:nvSpPr>
        <dsp:cNvPr id="0" name=""/>
        <dsp:cNvSpPr/>
      </dsp:nvSpPr>
      <dsp:spPr>
        <a:xfrm>
          <a:off x="1251854" y="648600"/>
          <a:ext cx="91440" cy="1079479"/>
        </a:xfrm>
        <a:custGeom>
          <a:avLst/>
          <a:gdLst/>
          <a:ahLst/>
          <a:cxnLst/>
          <a:rect l="0" t="0" r="0" b="0"/>
          <a:pathLst>
            <a:path>
              <a:moveTo>
                <a:pt x="45720" y="0"/>
              </a:moveTo>
              <a:lnTo>
                <a:pt x="45720" y="10794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DB99D3-17DD-4164-A9FE-C806AA88FC5A}">
      <dsp:nvSpPr>
        <dsp:cNvPr id="0" name=""/>
        <dsp:cNvSpPr/>
      </dsp:nvSpPr>
      <dsp:spPr>
        <a:xfrm>
          <a:off x="710901" y="61927"/>
          <a:ext cx="1173346" cy="5866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System A</a:t>
          </a:r>
        </a:p>
      </dsp:txBody>
      <dsp:txXfrm>
        <a:off x="710901" y="61927"/>
        <a:ext cx="1173346" cy="586673"/>
      </dsp:txXfrm>
    </dsp:sp>
    <dsp:sp modelId="{CF3A5A7D-FEA9-47E8-A1BD-C2541FB5D51F}">
      <dsp:nvSpPr>
        <dsp:cNvPr id="0" name=""/>
        <dsp:cNvSpPr/>
      </dsp:nvSpPr>
      <dsp:spPr>
        <a:xfrm>
          <a:off x="710901" y="1728079"/>
          <a:ext cx="1173346" cy="5866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System B</a:t>
          </a:r>
        </a:p>
      </dsp:txBody>
      <dsp:txXfrm>
        <a:off x="710901" y="1728079"/>
        <a:ext cx="1173346" cy="586673"/>
      </dsp:txXfrm>
    </dsp:sp>
    <dsp:sp modelId="{761E73C1-483D-45A3-8B99-DF94B0755A9B}">
      <dsp:nvSpPr>
        <dsp:cNvPr id="0" name=""/>
        <dsp:cNvSpPr/>
      </dsp:nvSpPr>
      <dsp:spPr>
        <a:xfrm>
          <a:off x="1473576" y="3394232"/>
          <a:ext cx="1173346" cy="5866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System A</a:t>
          </a:r>
        </a:p>
      </dsp:txBody>
      <dsp:txXfrm>
        <a:off x="1473576" y="3394232"/>
        <a:ext cx="1173346" cy="586673"/>
      </dsp:txXfrm>
    </dsp:sp>
    <dsp:sp modelId="{E153AF3D-9434-45F6-BF62-FBEBDDB680FC}">
      <dsp:nvSpPr>
        <dsp:cNvPr id="0" name=""/>
        <dsp:cNvSpPr/>
      </dsp:nvSpPr>
      <dsp:spPr>
        <a:xfrm>
          <a:off x="1026" y="2561156"/>
          <a:ext cx="1173346" cy="586673"/>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„Hier sind Informationen zu X“</a:t>
          </a:r>
        </a:p>
      </dsp:txBody>
      <dsp:txXfrm>
        <a:off x="1026" y="2561156"/>
        <a:ext cx="1173346" cy="586673"/>
      </dsp:txXfrm>
    </dsp:sp>
    <dsp:sp modelId="{3E537D1F-DEA6-4810-8D01-E2AA27025F3C}">
      <dsp:nvSpPr>
        <dsp:cNvPr id="0" name=""/>
        <dsp:cNvSpPr/>
      </dsp:nvSpPr>
      <dsp:spPr>
        <a:xfrm>
          <a:off x="1026" y="895003"/>
          <a:ext cx="1173346" cy="586673"/>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„Gib mir aktuelle Information zu Technologie X“</a:t>
          </a:r>
        </a:p>
      </dsp:txBody>
      <dsp:txXfrm>
        <a:off x="1026" y="895003"/>
        <a:ext cx="1173346" cy="58667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A425F-55A5-44AF-A569-8D4367243907}">
      <dsp:nvSpPr>
        <dsp:cNvPr id="0" name=""/>
        <dsp:cNvSpPr/>
      </dsp:nvSpPr>
      <dsp:spPr>
        <a:xfrm>
          <a:off x="1368465" y="704986"/>
          <a:ext cx="231315" cy="586981"/>
        </a:xfrm>
        <a:custGeom>
          <a:avLst/>
          <a:gdLst/>
          <a:ahLst/>
          <a:cxnLst/>
          <a:rect l="0" t="0" r="0" b="0"/>
          <a:pathLst>
            <a:path>
              <a:moveTo>
                <a:pt x="0" y="0"/>
              </a:moveTo>
              <a:lnTo>
                <a:pt x="0" y="586981"/>
              </a:lnTo>
              <a:lnTo>
                <a:pt x="231315" y="58698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6D30EC-D7D1-455C-A2B7-8446CB2C0081}">
      <dsp:nvSpPr>
        <dsp:cNvPr id="0" name=""/>
        <dsp:cNvSpPr/>
      </dsp:nvSpPr>
      <dsp:spPr>
        <a:xfrm>
          <a:off x="1240387" y="2584004"/>
          <a:ext cx="128077" cy="1510201"/>
        </a:xfrm>
        <a:custGeom>
          <a:avLst/>
          <a:gdLst/>
          <a:ahLst/>
          <a:cxnLst/>
          <a:rect l="0" t="0" r="0" b="0"/>
          <a:pathLst>
            <a:path>
              <a:moveTo>
                <a:pt x="128077" y="0"/>
              </a:moveTo>
              <a:lnTo>
                <a:pt x="128077" y="1510201"/>
              </a:lnTo>
              <a:lnTo>
                <a:pt x="0" y="151020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520D30-3509-4D48-83F7-331A1D06C98F}">
      <dsp:nvSpPr>
        <dsp:cNvPr id="0" name=""/>
        <dsp:cNvSpPr/>
      </dsp:nvSpPr>
      <dsp:spPr>
        <a:xfrm>
          <a:off x="1228392" y="2584004"/>
          <a:ext cx="140072" cy="998202"/>
        </a:xfrm>
        <a:custGeom>
          <a:avLst/>
          <a:gdLst/>
          <a:ahLst/>
          <a:cxnLst/>
          <a:rect l="0" t="0" r="0" b="0"/>
          <a:pathLst>
            <a:path>
              <a:moveTo>
                <a:pt x="140072" y="0"/>
              </a:moveTo>
              <a:lnTo>
                <a:pt x="140072" y="998202"/>
              </a:lnTo>
              <a:lnTo>
                <a:pt x="0" y="99820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CA2076-9331-4643-ADBC-2CA417E963A1}">
      <dsp:nvSpPr>
        <dsp:cNvPr id="0" name=""/>
        <dsp:cNvSpPr/>
      </dsp:nvSpPr>
      <dsp:spPr>
        <a:xfrm>
          <a:off x="1222391" y="2584004"/>
          <a:ext cx="146073" cy="470032"/>
        </a:xfrm>
        <a:custGeom>
          <a:avLst/>
          <a:gdLst/>
          <a:ahLst/>
          <a:cxnLst/>
          <a:rect l="0" t="0" r="0" b="0"/>
          <a:pathLst>
            <a:path>
              <a:moveTo>
                <a:pt x="146073" y="0"/>
              </a:moveTo>
              <a:lnTo>
                <a:pt x="146073" y="470032"/>
              </a:lnTo>
              <a:lnTo>
                <a:pt x="0" y="4700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B0B1D7-029E-471D-81D1-11A2C5F6F0FF}">
      <dsp:nvSpPr>
        <dsp:cNvPr id="0" name=""/>
        <dsp:cNvSpPr/>
      </dsp:nvSpPr>
      <dsp:spPr>
        <a:xfrm>
          <a:off x="1322745" y="704986"/>
          <a:ext cx="91440" cy="1217392"/>
        </a:xfrm>
        <a:custGeom>
          <a:avLst/>
          <a:gdLst/>
          <a:ahLst/>
          <a:cxnLst/>
          <a:rect l="0" t="0" r="0" b="0"/>
          <a:pathLst>
            <a:path>
              <a:moveTo>
                <a:pt x="45720" y="0"/>
              </a:moveTo>
              <a:lnTo>
                <a:pt x="45720" y="12173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6D0416-5F87-47A1-A94D-110887BF5E6C}">
      <dsp:nvSpPr>
        <dsp:cNvPr id="0" name=""/>
        <dsp:cNvSpPr/>
      </dsp:nvSpPr>
      <dsp:spPr>
        <a:xfrm>
          <a:off x="706839" y="43359"/>
          <a:ext cx="1323252" cy="66162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de-DE" sz="2100" kern="1200" dirty="0"/>
            <a:t>System A</a:t>
          </a:r>
        </a:p>
      </dsp:txBody>
      <dsp:txXfrm>
        <a:off x="706839" y="43359"/>
        <a:ext cx="1323252" cy="661626"/>
      </dsp:txXfrm>
    </dsp:sp>
    <dsp:sp modelId="{C0A5ABBE-2BD6-4286-B4E9-254D7F910262}">
      <dsp:nvSpPr>
        <dsp:cNvPr id="0" name=""/>
        <dsp:cNvSpPr/>
      </dsp:nvSpPr>
      <dsp:spPr>
        <a:xfrm>
          <a:off x="706839" y="1922378"/>
          <a:ext cx="1323252" cy="661626"/>
        </a:xfrm>
        <a:prstGeom prst="rect">
          <a:avLst/>
        </a:prstGeom>
        <a:solidFill>
          <a:srgbClr val="00ACA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de-DE" sz="2100" kern="1200" dirty="0"/>
            <a:t>Message Broker</a:t>
          </a:r>
        </a:p>
      </dsp:txBody>
      <dsp:txXfrm>
        <a:off x="706839" y="1922378"/>
        <a:ext cx="1323252" cy="661626"/>
      </dsp:txXfrm>
    </dsp:sp>
    <dsp:sp modelId="{F538F2F8-3C8E-463B-AD6A-00B17B50C609}">
      <dsp:nvSpPr>
        <dsp:cNvPr id="0" name=""/>
        <dsp:cNvSpPr/>
      </dsp:nvSpPr>
      <dsp:spPr>
        <a:xfrm>
          <a:off x="103277" y="2815252"/>
          <a:ext cx="1119114" cy="47756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de-DE" sz="2100" kern="1200" dirty="0"/>
            <a:t>System B</a:t>
          </a:r>
        </a:p>
      </dsp:txBody>
      <dsp:txXfrm>
        <a:off x="103277" y="2815252"/>
        <a:ext cx="1119114" cy="477568"/>
      </dsp:txXfrm>
    </dsp:sp>
    <dsp:sp modelId="{883EABA5-DFAA-486D-A40D-C920170DE22B}">
      <dsp:nvSpPr>
        <dsp:cNvPr id="0" name=""/>
        <dsp:cNvSpPr/>
      </dsp:nvSpPr>
      <dsp:spPr>
        <a:xfrm>
          <a:off x="107875" y="3347865"/>
          <a:ext cx="1120517" cy="46868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de-DE" sz="2100" kern="1200" dirty="0"/>
            <a:t>System C</a:t>
          </a:r>
        </a:p>
      </dsp:txBody>
      <dsp:txXfrm>
        <a:off x="107875" y="3347865"/>
        <a:ext cx="1120517" cy="468682"/>
      </dsp:txXfrm>
    </dsp:sp>
    <dsp:sp modelId="{BD1A4145-9FA1-4B92-951B-02768925733F}">
      <dsp:nvSpPr>
        <dsp:cNvPr id="0" name=""/>
        <dsp:cNvSpPr/>
      </dsp:nvSpPr>
      <dsp:spPr>
        <a:xfrm>
          <a:off x="107008" y="3853976"/>
          <a:ext cx="1133379" cy="48045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de-DE" sz="2100" kern="1200" dirty="0" err="1"/>
            <a:t>SystemD</a:t>
          </a:r>
          <a:endParaRPr lang="de-DE" sz="2100" kern="1200" dirty="0"/>
        </a:p>
      </dsp:txBody>
      <dsp:txXfrm>
        <a:off x="107008" y="3853976"/>
        <a:ext cx="1133379" cy="480459"/>
      </dsp:txXfrm>
    </dsp:sp>
    <dsp:sp modelId="{17D684DF-AF74-45BF-847A-71D232197074}">
      <dsp:nvSpPr>
        <dsp:cNvPr id="0" name=""/>
        <dsp:cNvSpPr/>
      </dsp:nvSpPr>
      <dsp:spPr>
        <a:xfrm>
          <a:off x="1599780" y="1044764"/>
          <a:ext cx="1130719" cy="494406"/>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de-DE" sz="2100" kern="1200" dirty="0"/>
            <a:t>Event</a:t>
          </a:r>
        </a:p>
      </dsp:txBody>
      <dsp:txXfrm>
        <a:off x="1599780" y="1044764"/>
        <a:ext cx="1130719" cy="49440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46524-F0E1-4FF6-AB8B-876CF62D8E20}">
      <dsp:nvSpPr>
        <dsp:cNvPr id="0" name=""/>
        <dsp:cNvSpPr/>
      </dsp:nvSpPr>
      <dsp:spPr>
        <a:xfrm>
          <a:off x="1911263" y="191953"/>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A</a:t>
          </a:r>
        </a:p>
      </dsp:txBody>
      <dsp:txXfrm>
        <a:off x="1939908" y="220598"/>
        <a:ext cx="1409733" cy="920725"/>
      </dsp:txXfrm>
    </dsp:sp>
    <dsp:sp modelId="{BD824009-5E27-4FD3-9CF9-25717905CDA3}">
      <dsp:nvSpPr>
        <dsp:cNvPr id="0" name=""/>
        <dsp:cNvSpPr/>
      </dsp:nvSpPr>
      <dsp:spPr>
        <a:xfrm>
          <a:off x="2599054" y="1169968"/>
          <a:ext cx="91440" cy="391206"/>
        </a:xfrm>
        <a:custGeom>
          <a:avLst/>
          <a:gdLst/>
          <a:ahLst/>
          <a:cxnLst/>
          <a:rect l="0" t="0" r="0" b="0"/>
          <a:pathLst>
            <a:path>
              <a:moveTo>
                <a:pt x="45720" y="0"/>
              </a:moveTo>
              <a:lnTo>
                <a:pt x="45720" y="3912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163E80-AE8B-4DF3-B984-93CF7AEB3C01}">
      <dsp:nvSpPr>
        <dsp:cNvPr id="0" name=""/>
        <dsp:cNvSpPr/>
      </dsp:nvSpPr>
      <dsp:spPr>
        <a:xfrm>
          <a:off x="1911263" y="1561175"/>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a:t>
          </a:r>
          <a:r>
            <a:rPr lang="de-DE" sz="1000" kern="1200" dirty="0" err="1"/>
            <a:t>TechnologyUpdated</a:t>
          </a:r>
          <a:r>
            <a:rPr lang="de-DE" sz="1000" kern="1200" dirty="0"/>
            <a:t>“</a:t>
          </a:r>
        </a:p>
      </dsp:txBody>
      <dsp:txXfrm>
        <a:off x="1939908" y="1589820"/>
        <a:ext cx="1409733" cy="920725"/>
      </dsp:txXfrm>
    </dsp:sp>
    <dsp:sp modelId="{5C40B0A4-B091-4759-B6C2-DCE0740778AD}">
      <dsp:nvSpPr>
        <dsp:cNvPr id="0" name=""/>
        <dsp:cNvSpPr/>
      </dsp:nvSpPr>
      <dsp:spPr>
        <a:xfrm>
          <a:off x="2599054" y="2539190"/>
          <a:ext cx="91440" cy="391206"/>
        </a:xfrm>
        <a:custGeom>
          <a:avLst/>
          <a:gdLst/>
          <a:ahLst/>
          <a:cxnLst/>
          <a:rect l="0" t="0" r="0" b="0"/>
          <a:pathLst>
            <a:path>
              <a:moveTo>
                <a:pt x="45720" y="0"/>
              </a:moveTo>
              <a:lnTo>
                <a:pt x="4572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3E7CF6-0BFE-46A1-A01F-847E4F3309DF}">
      <dsp:nvSpPr>
        <dsp:cNvPr id="0" name=""/>
        <dsp:cNvSpPr/>
      </dsp:nvSpPr>
      <dsp:spPr>
        <a:xfrm>
          <a:off x="1911263" y="2930397"/>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Event </a:t>
          </a:r>
          <a:r>
            <a:rPr lang="de-DE" sz="1000" kern="1200" dirty="0" err="1"/>
            <a:t>platform</a:t>
          </a:r>
          <a:endParaRPr lang="de-DE" sz="1000" kern="1200" dirty="0"/>
        </a:p>
      </dsp:txBody>
      <dsp:txXfrm>
        <a:off x="1939908" y="2959042"/>
        <a:ext cx="1409733" cy="920725"/>
      </dsp:txXfrm>
    </dsp:sp>
    <dsp:sp modelId="{058C1544-CBA7-4910-9FE9-AD5DA936FE29}">
      <dsp:nvSpPr>
        <dsp:cNvPr id="0" name=""/>
        <dsp:cNvSpPr/>
      </dsp:nvSpPr>
      <dsp:spPr>
        <a:xfrm>
          <a:off x="737644" y="3908412"/>
          <a:ext cx="1907130" cy="391206"/>
        </a:xfrm>
        <a:custGeom>
          <a:avLst/>
          <a:gdLst/>
          <a:ahLst/>
          <a:cxnLst/>
          <a:rect l="0" t="0" r="0" b="0"/>
          <a:pathLst>
            <a:path>
              <a:moveTo>
                <a:pt x="1907130" y="0"/>
              </a:moveTo>
              <a:lnTo>
                <a:pt x="1907130" y="195603"/>
              </a:lnTo>
              <a:lnTo>
                <a:pt x="0" y="195603"/>
              </a:lnTo>
              <a:lnTo>
                <a:pt x="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C44F07-6E4D-4148-994D-0409D7D48B1D}">
      <dsp:nvSpPr>
        <dsp:cNvPr id="0" name=""/>
        <dsp:cNvSpPr/>
      </dsp:nvSpPr>
      <dsp:spPr>
        <a:xfrm>
          <a:off x="4132" y="4299619"/>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B</a:t>
          </a:r>
        </a:p>
      </dsp:txBody>
      <dsp:txXfrm>
        <a:off x="32777" y="4328264"/>
        <a:ext cx="1409733" cy="920725"/>
      </dsp:txXfrm>
    </dsp:sp>
    <dsp:sp modelId="{31621482-531F-4EBF-B67B-DB46FFA8DEFC}">
      <dsp:nvSpPr>
        <dsp:cNvPr id="0" name=""/>
        <dsp:cNvSpPr/>
      </dsp:nvSpPr>
      <dsp:spPr>
        <a:xfrm>
          <a:off x="2599055" y="3908412"/>
          <a:ext cx="91440" cy="391206"/>
        </a:xfrm>
        <a:custGeom>
          <a:avLst/>
          <a:gdLst/>
          <a:ahLst/>
          <a:cxnLst/>
          <a:rect l="0" t="0" r="0" b="0"/>
          <a:pathLst>
            <a:path>
              <a:moveTo>
                <a:pt x="45720" y="0"/>
              </a:moveTo>
              <a:lnTo>
                <a:pt x="4572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108ACC-C45F-4E7B-922B-5D6CE23F4BCF}">
      <dsp:nvSpPr>
        <dsp:cNvPr id="0" name=""/>
        <dsp:cNvSpPr/>
      </dsp:nvSpPr>
      <dsp:spPr>
        <a:xfrm>
          <a:off x="1911263" y="4299619"/>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C</a:t>
          </a:r>
        </a:p>
      </dsp:txBody>
      <dsp:txXfrm>
        <a:off x="1939908" y="4328264"/>
        <a:ext cx="1409733" cy="920725"/>
      </dsp:txXfrm>
    </dsp:sp>
    <dsp:sp modelId="{A390504E-5379-4365-BB2B-9BFD27B3E11C}">
      <dsp:nvSpPr>
        <dsp:cNvPr id="0" name=""/>
        <dsp:cNvSpPr/>
      </dsp:nvSpPr>
      <dsp:spPr>
        <a:xfrm>
          <a:off x="2644775" y="3908412"/>
          <a:ext cx="1907130" cy="391206"/>
        </a:xfrm>
        <a:custGeom>
          <a:avLst/>
          <a:gdLst/>
          <a:ahLst/>
          <a:cxnLst/>
          <a:rect l="0" t="0" r="0" b="0"/>
          <a:pathLst>
            <a:path>
              <a:moveTo>
                <a:pt x="0" y="0"/>
              </a:moveTo>
              <a:lnTo>
                <a:pt x="0" y="195603"/>
              </a:lnTo>
              <a:lnTo>
                <a:pt x="1907130" y="195603"/>
              </a:lnTo>
              <a:lnTo>
                <a:pt x="190713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5BDADE-62DA-4494-B5ED-A7B1E6EA755F}">
      <dsp:nvSpPr>
        <dsp:cNvPr id="0" name=""/>
        <dsp:cNvSpPr/>
      </dsp:nvSpPr>
      <dsp:spPr>
        <a:xfrm>
          <a:off x="3818393" y="4299619"/>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D</a:t>
          </a:r>
        </a:p>
      </dsp:txBody>
      <dsp:txXfrm>
        <a:off x="3847038" y="4328264"/>
        <a:ext cx="1409733" cy="92072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F0D98-73C6-44AB-AD22-382534F84364}">
      <dsp:nvSpPr>
        <dsp:cNvPr id="0" name=""/>
        <dsp:cNvSpPr/>
      </dsp:nvSpPr>
      <dsp:spPr>
        <a:xfrm>
          <a:off x="65655" y="0"/>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dirty="0"/>
            <a:t>Extract</a:t>
          </a:r>
        </a:p>
      </dsp:txBody>
      <dsp:txXfrm>
        <a:off x="93449" y="27794"/>
        <a:ext cx="1652532" cy="893367"/>
      </dsp:txXfrm>
    </dsp:sp>
    <dsp:sp modelId="{62AE1C06-6A3B-4A3B-968D-5BDF34B6ABFF}">
      <dsp:nvSpPr>
        <dsp:cNvPr id="0" name=""/>
        <dsp:cNvSpPr/>
      </dsp:nvSpPr>
      <dsp:spPr>
        <a:xfrm rot="5400000">
          <a:off x="741786" y="972679"/>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1008265"/>
        <a:ext cx="256218" cy="249101"/>
      </dsp:txXfrm>
    </dsp:sp>
    <dsp:sp modelId="{AC4CB85B-8A01-4C80-89D4-16B7BB0E8D0E}">
      <dsp:nvSpPr>
        <dsp:cNvPr id="0" name=""/>
        <dsp:cNvSpPr/>
      </dsp:nvSpPr>
      <dsp:spPr>
        <a:xfrm>
          <a:off x="65655" y="1423434"/>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dirty="0"/>
            <a:t>Transform</a:t>
          </a:r>
        </a:p>
      </dsp:txBody>
      <dsp:txXfrm>
        <a:off x="93449" y="1451228"/>
        <a:ext cx="1652532" cy="893367"/>
      </dsp:txXfrm>
    </dsp:sp>
    <dsp:sp modelId="{D485CFBF-213C-4D23-92BF-482BEBAEFAB0}">
      <dsp:nvSpPr>
        <dsp:cNvPr id="0" name=""/>
        <dsp:cNvSpPr/>
      </dsp:nvSpPr>
      <dsp:spPr>
        <a:xfrm rot="5400000">
          <a:off x="741786" y="2396113"/>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2431699"/>
        <a:ext cx="256218" cy="249101"/>
      </dsp:txXfrm>
    </dsp:sp>
    <dsp:sp modelId="{342E05C9-B3CC-481E-92E7-1EE473B6F5EC}">
      <dsp:nvSpPr>
        <dsp:cNvPr id="0" name=""/>
        <dsp:cNvSpPr/>
      </dsp:nvSpPr>
      <dsp:spPr>
        <a:xfrm>
          <a:off x="65655" y="2846868"/>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dirty="0"/>
            <a:t>Load</a:t>
          </a:r>
        </a:p>
      </dsp:txBody>
      <dsp:txXfrm>
        <a:off x="93449" y="2874662"/>
        <a:ext cx="1652532" cy="89336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F0D98-73C6-44AB-AD22-382534F84364}">
      <dsp:nvSpPr>
        <dsp:cNvPr id="0" name=""/>
        <dsp:cNvSpPr/>
      </dsp:nvSpPr>
      <dsp:spPr>
        <a:xfrm>
          <a:off x="65655" y="0"/>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dirty="0"/>
            <a:t>Extract</a:t>
          </a:r>
        </a:p>
      </dsp:txBody>
      <dsp:txXfrm>
        <a:off x="93449" y="27794"/>
        <a:ext cx="1652532" cy="893367"/>
      </dsp:txXfrm>
    </dsp:sp>
    <dsp:sp modelId="{62AE1C06-6A3B-4A3B-968D-5BDF34B6ABFF}">
      <dsp:nvSpPr>
        <dsp:cNvPr id="0" name=""/>
        <dsp:cNvSpPr/>
      </dsp:nvSpPr>
      <dsp:spPr>
        <a:xfrm rot="5400000">
          <a:off x="741786" y="972679"/>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1008265"/>
        <a:ext cx="256218" cy="249101"/>
      </dsp:txXfrm>
    </dsp:sp>
    <dsp:sp modelId="{AC4CB85B-8A01-4C80-89D4-16B7BB0E8D0E}">
      <dsp:nvSpPr>
        <dsp:cNvPr id="0" name=""/>
        <dsp:cNvSpPr/>
      </dsp:nvSpPr>
      <dsp:spPr>
        <a:xfrm>
          <a:off x="65655" y="1423434"/>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dirty="0"/>
            <a:t>Load</a:t>
          </a:r>
        </a:p>
      </dsp:txBody>
      <dsp:txXfrm>
        <a:off x="93449" y="1451228"/>
        <a:ext cx="1652532" cy="893367"/>
      </dsp:txXfrm>
    </dsp:sp>
    <dsp:sp modelId="{D485CFBF-213C-4D23-92BF-482BEBAEFAB0}">
      <dsp:nvSpPr>
        <dsp:cNvPr id="0" name=""/>
        <dsp:cNvSpPr/>
      </dsp:nvSpPr>
      <dsp:spPr>
        <a:xfrm rot="5400000">
          <a:off x="741786" y="2396113"/>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2431699"/>
        <a:ext cx="256218" cy="249101"/>
      </dsp:txXfrm>
    </dsp:sp>
    <dsp:sp modelId="{342E05C9-B3CC-481E-92E7-1EE473B6F5EC}">
      <dsp:nvSpPr>
        <dsp:cNvPr id="0" name=""/>
        <dsp:cNvSpPr/>
      </dsp:nvSpPr>
      <dsp:spPr>
        <a:xfrm>
          <a:off x="65655" y="2846868"/>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dirty="0"/>
            <a:t>Transform</a:t>
          </a:r>
        </a:p>
      </dsp:txBody>
      <dsp:txXfrm>
        <a:off x="93449" y="2874662"/>
        <a:ext cx="1652532" cy="89336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F0D98-73C6-44AB-AD22-382534F84364}">
      <dsp:nvSpPr>
        <dsp:cNvPr id="0" name=""/>
        <dsp:cNvSpPr/>
      </dsp:nvSpPr>
      <dsp:spPr>
        <a:xfrm>
          <a:off x="65655" y="0"/>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a:t>Änderungen</a:t>
          </a:r>
        </a:p>
      </dsp:txBody>
      <dsp:txXfrm>
        <a:off x="93449" y="27794"/>
        <a:ext cx="1652532" cy="893367"/>
      </dsp:txXfrm>
    </dsp:sp>
    <dsp:sp modelId="{62AE1C06-6A3B-4A3B-968D-5BDF34B6ABFF}">
      <dsp:nvSpPr>
        <dsp:cNvPr id="0" name=""/>
        <dsp:cNvSpPr/>
      </dsp:nvSpPr>
      <dsp:spPr>
        <a:xfrm rot="5400000">
          <a:off x="741786" y="972679"/>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de-DE" sz="1700" kern="1200"/>
        </a:p>
      </dsp:txBody>
      <dsp:txXfrm rot="-5400000">
        <a:off x="791607" y="1008265"/>
        <a:ext cx="256218" cy="249101"/>
      </dsp:txXfrm>
    </dsp:sp>
    <dsp:sp modelId="{AC4CB85B-8A01-4C80-89D4-16B7BB0E8D0E}">
      <dsp:nvSpPr>
        <dsp:cNvPr id="0" name=""/>
        <dsp:cNvSpPr/>
      </dsp:nvSpPr>
      <dsp:spPr>
        <a:xfrm>
          <a:off x="65655" y="1423434"/>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a:t>Capture</a:t>
          </a:r>
        </a:p>
      </dsp:txBody>
      <dsp:txXfrm>
        <a:off x="93449" y="1451228"/>
        <a:ext cx="1652532" cy="893367"/>
      </dsp:txXfrm>
    </dsp:sp>
    <dsp:sp modelId="{D485CFBF-213C-4D23-92BF-482BEBAEFAB0}">
      <dsp:nvSpPr>
        <dsp:cNvPr id="0" name=""/>
        <dsp:cNvSpPr/>
      </dsp:nvSpPr>
      <dsp:spPr>
        <a:xfrm rot="5400000">
          <a:off x="741786" y="2396113"/>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de-DE" sz="1700" kern="1200"/>
        </a:p>
      </dsp:txBody>
      <dsp:txXfrm rot="-5400000">
        <a:off x="791607" y="2431699"/>
        <a:ext cx="256218" cy="249101"/>
      </dsp:txXfrm>
    </dsp:sp>
    <dsp:sp modelId="{342E05C9-B3CC-481E-92E7-1EE473B6F5EC}">
      <dsp:nvSpPr>
        <dsp:cNvPr id="0" name=""/>
        <dsp:cNvSpPr/>
      </dsp:nvSpPr>
      <dsp:spPr>
        <a:xfrm>
          <a:off x="65655" y="2846868"/>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dirty="0"/>
            <a:t>Ziel</a:t>
          </a:r>
        </a:p>
      </dsp:txBody>
      <dsp:txXfrm>
        <a:off x="93449" y="2874662"/>
        <a:ext cx="1652532" cy="89336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8E2D-0EAD-4AF8-9C82-9F501A5787D1}">
      <dsp:nvSpPr>
        <dsp:cNvPr id="0" name=""/>
        <dsp:cNvSpPr/>
      </dsp:nvSpPr>
      <dsp:spPr>
        <a:xfrm>
          <a:off x="3884"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A</a:t>
          </a:r>
        </a:p>
      </dsp:txBody>
      <dsp:txXfrm>
        <a:off x="24287" y="693392"/>
        <a:ext cx="1120202" cy="655798"/>
      </dsp:txXfrm>
    </dsp:sp>
    <dsp:sp modelId="{003533E3-C11D-4584-8610-92F472477693}">
      <dsp:nvSpPr>
        <dsp:cNvPr id="0" name=""/>
        <dsp:cNvSpPr/>
      </dsp:nvSpPr>
      <dsp:spPr>
        <a:xfrm>
          <a:off x="1280993"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1280993" y="934912"/>
        <a:ext cx="172293" cy="172758"/>
      </dsp:txXfrm>
    </dsp:sp>
    <dsp:sp modelId="{9D630968-26E6-4FDF-A982-461513597835}">
      <dsp:nvSpPr>
        <dsp:cNvPr id="0" name=""/>
        <dsp:cNvSpPr/>
      </dsp:nvSpPr>
      <dsp:spPr>
        <a:xfrm>
          <a:off x="1629295"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Anfrage</a:t>
          </a:r>
        </a:p>
      </dsp:txBody>
      <dsp:txXfrm>
        <a:off x="1649698" y="693392"/>
        <a:ext cx="1120202" cy="655798"/>
      </dsp:txXfrm>
    </dsp:sp>
    <dsp:sp modelId="{5F0D8775-E5E2-44BD-8640-59EC434242A4}">
      <dsp:nvSpPr>
        <dsp:cNvPr id="0" name=""/>
        <dsp:cNvSpPr/>
      </dsp:nvSpPr>
      <dsp:spPr>
        <a:xfrm>
          <a:off x="2906404"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2906404" y="934912"/>
        <a:ext cx="172293" cy="172758"/>
      </dsp:txXfrm>
    </dsp:sp>
    <dsp:sp modelId="{84AFC852-A072-4D40-9E61-4BD7B532547F}">
      <dsp:nvSpPr>
        <dsp:cNvPr id="0" name=""/>
        <dsp:cNvSpPr/>
      </dsp:nvSpPr>
      <dsp:spPr>
        <a:xfrm>
          <a:off x="3254707"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B</a:t>
          </a:r>
        </a:p>
      </dsp:txBody>
      <dsp:txXfrm>
        <a:off x="3275110" y="693392"/>
        <a:ext cx="1120202" cy="65579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8E2D-0EAD-4AF8-9C82-9F501A5787D1}">
      <dsp:nvSpPr>
        <dsp:cNvPr id="0" name=""/>
        <dsp:cNvSpPr/>
      </dsp:nvSpPr>
      <dsp:spPr>
        <a:xfrm>
          <a:off x="3254707"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B</a:t>
          </a:r>
        </a:p>
      </dsp:txBody>
      <dsp:txXfrm>
        <a:off x="3275110" y="693392"/>
        <a:ext cx="1120202" cy="655798"/>
      </dsp:txXfrm>
    </dsp:sp>
    <dsp:sp modelId="{003533E3-C11D-4584-8610-92F472477693}">
      <dsp:nvSpPr>
        <dsp:cNvPr id="0" name=""/>
        <dsp:cNvSpPr/>
      </dsp:nvSpPr>
      <dsp:spPr>
        <a:xfrm rot="10800000">
          <a:off x="2892472"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10800000">
        <a:off x="2966312" y="934912"/>
        <a:ext cx="172293" cy="172758"/>
      </dsp:txXfrm>
    </dsp:sp>
    <dsp:sp modelId="{9D630968-26E6-4FDF-A982-461513597835}">
      <dsp:nvSpPr>
        <dsp:cNvPr id="0" name=""/>
        <dsp:cNvSpPr/>
      </dsp:nvSpPr>
      <dsp:spPr>
        <a:xfrm>
          <a:off x="1629295"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Anfrage</a:t>
          </a:r>
        </a:p>
      </dsp:txBody>
      <dsp:txXfrm>
        <a:off x="1649698" y="693392"/>
        <a:ext cx="1120202" cy="655798"/>
      </dsp:txXfrm>
    </dsp:sp>
    <dsp:sp modelId="{5F0D8775-E5E2-44BD-8640-59EC434242A4}">
      <dsp:nvSpPr>
        <dsp:cNvPr id="0" name=""/>
        <dsp:cNvSpPr/>
      </dsp:nvSpPr>
      <dsp:spPr>
        <a:xfrm rot="10800000">
          <a:off x="1267061"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10800000">
        <a:off x="1340901" y="934912"/>
        <a:ext cx="172293" cy="172758"/>
      </dsp:txXfrm>
    </dsp:sp>
    <dsp:sp modelId="{84AFC852-A072-4D40-9E61-4BD7B532547F}">
      <dsp:nvSpPr>
        <dsp:cNvPr id="0" name=""/>
        <dsp:cNvSpPr/>
      </dsp:nvSpPr>
      <dsp:spPr>
        <a:xfrm>
          <a:off x="3884"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System A</a:t>
          </a:r>
        </a:p>
      </dsp:txBody>
      <dsp:txXfrm>
        <a:off x="24287" y="693392"/>
        <a:ext cx="1120202" cy="65579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1DABD-4CC3-4C1A-A53F-24422AC7FC3F}">
      <dsp:nvSpPr>
        <dsp:cNvPr id="0" name=""/>
        <dsp:cNvSpPr/>
      </dsp:nvSpPr>
      <dsp:spPr>
        <a:xfrm>
          <a:off x="844747" y="49313"/>
          <a:ext cx="663213"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dirty="0"/>
            <a:t>System A</a:t>
          </a:r>
        </a:p>
      </dsp:txBody>
      <dsp:txXfrm>
        <a:off x="859631" y="64197"/>
        <a:ext cx="633445" cy="478394"/>
      </dsp:txXfrm>
    </dsp:sp>
    <dsp:sp modelId="{EBC68EF2-C7A6-4361-B762-03EAB19A3EBD}">
      <dsp:nvSpPr>
        <dsp:cNvPr id="0" name=""/>
        <dsp:cNvSpPr/>
      </dsp:nvSpPr>
      <dsp:spPr>
        <a:xfrm rot="5382079">
          <a:off x="1087427" y="690151"/>
          <a:ext cx="182349"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1100711" y="694603"/>
        <a:ext cx="155642" cy="53413"/>
      </dsp:txXfrm>
    </dsp:sp>
    <dsp:sp modelId="{9358AFAC-60DA-4310-900E-1AB74CEE8223}">
      <dsp:nvSpPr>
        <dsp:cNvPr id="0" name=""/>
        <dsp:cNvSpPr/>
      </dsp:nvSpPr>
      <dsp:spPr>
        <a:xfrm>
          <a:off x="823222" y="901528"/>
          <a:ext cx="715148"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dirty="0"/>
            <a:t>„Trigger“</a:t>
          </a:r>
        </a:p>
      </dsp:txBody>
      <dsp:txXfrm>
        <a:off x="838106" y="916412"/>
        <a:ext cx="685380" cy="478394"/>
      </dsp:txXfrm>
    </dsp:sp>
    <dsp:sp modelId="{CFA4C43B-D8B7-42AD-A8D2-E03DBC879D85}">
      <dsp:nvSpPr>
        <dsp:cNvPr id="0" name=""/>
        <dsp:cNvSpPr/>
      </dsp:nvSpPr>
      <dsp:spPr>
        <a:xfrm rot="5415086">
          <a:off x="1098582" y="1521453"/>
          <a:ext cx="160827"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rot="10800000">
        <a:off x="1111994" y="1525905"/>
        <a:ext cx="134120" cy="53413"/>
      </dsp:txXfrm>
    </dsp:sp>
    <dsp:sp modelId="{89F52926-E9B1-4E98-A064-2F6A48471878}">
      <dsp:nvSpPr>
        <dsp:cNvPr id="0" name=""/>
        <dsp:cNvSpPr/>
      </dsp:nvSpPr>
      <dsp:spPr>
        <a:xfrm>
          <a:off x="652177" y="1713136"/>
          <a:ext cx="1050115"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dirty="0"/>
            <a:t>System B / C / D</a:t>
          </a:r>
        </a:p>
      </dsp:txBody>
      <dsp:txXfrm>
        <a:off x="667061" y="1728020"/>
        <a:ext cx="1020347" cy="47839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1DABD-4CC3-4C1A-A53F-24422AC7FC3F}">
      <dsp:nvSpPr>
        <dsp:cNvPr id="0" name=""/>
        <dsp:cNvSpPr/>
      </dsp:nvSpPr>
      <dsp:spPr>
        <a:xfrm>
          <a:off x="844747" y="45112"/>
          <a:ext cx="663213"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A</a:t>
          </a:r>
        </a:p>
      </dsp:txBody>
      <dsp:txXfrm>
        <a:off x="859658" y="60023"/>
        <a:ext cx="633391" cy="479287"/>
      </dsp:txXfrm>
    </dsp:sp>
    <dsp:sp modelId="{EBC68EF2-C7A6-4361-B762-03EAB19A3EBD}">
      <dsp:nvSpPr>
        <dsp:cNvPr id="0" name=""/>
        <dsp:cNvSpPr/>
      </dsp:nvSpPr>
      <dsp:spPr>
        <a:xfrm rot="5382113">
          <a:off x="1087257" y="687226"/>
          <a:ext cx="182689"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1100541" y="691678"/>
        <a:ext cx="155982" cy="53413"/>
      </dsp:txXfrm>
    </dsp:sp>
    <dsp:sp modelId="{9358AFAC-60DA-4310-900E-1AB74CEE8223}">
      <dsp:nvSpPr>
        <dsp:cNvPr id="0" name=""/>
        <dsp:cNvSpPr/>
      </dsp:nvSpPr>
      <dsp:spPr>
        <a:xfrm>
          <a:off x="823222" y="898914"/>
          <a:ext cx="715148"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Daten bewegen</a:t>
          </a:r>
        </a:p>
      </dsp:txBody>
      <dsp:txXfrm>
        <a:off x="838133" y="913825"/>
        <a:ext cx="685326" cy="479287"/>
      </dsp:txXfrm>
    </dsp:sp>
    <dsp:sp modelId="{CFA4C43B-D8B7-42AD-A8D2-E03DBC879D85}">
      <dsp:nvSpPr>
        <dsp:cNvPr id="0" name=""/>
        <dsp:cNvSpPr/>
      </dsp:nvSpPr>
      <dsp:spPr>
        <a:xfrm rot="5415058">
          <a:off x="1098432" y="1520077"/>
          <a:ext cx="161126"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rot="10800000">
        <a:off x="1111844" y="1524529"/>
        <a:ext cx="134419" cy="53413"/>
      </dsp:txXfrm>
    </dsp:sp>
    <dsp:sp modelId="{89F52926-E9B1-4E98-A064-2F6A48471878}">
      <dsp:nvSpPr>
        <dsp:cNvPr id="0" name=""/>
        <dsp:cNvSpPr/>
      </dsp:nvSpPr>
      <dsp:spPr>
        <a:xfrm>
          <a:off x="652177" y="1712033"/>
          <a:ext cx="1050115"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dirty="0"/>
            <a:t>System B</a:t>
          </a:r>
        </a:p>
      </dsp:txBody>
      <dsp:txXfrm>
        <a:off x="667088" y="1726944"/>
        <a:ext cx="1020293" cy="47928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88EC0-6713-4A10-8A7D-EE2679623E3C}">
      <dsp:nvSpPr>
        <dsp:cNvPr id="0" name=""/>
        <dsp:cNvSpPr/>
      </dsp:nvSpPr>
      <dsp:spPr>
        <a:xfrm>
          <a:off x="1550128" y="1903228"/>
          <a:ext cx="309692" cy="665839"/>
        </a:xfrm>
        <a:custGeom>
          <a:avLst/>
          <a:gdLst/>
          <a:ahLst/>
          <a:cxnLst/>
          <a:rect l="0" t="0" r="0" b="0"/>
          <a:pathLst>
            <a:path>
              <a:moveTo>
                <a:pt x="309692" y="0"/>
              </a:moveTo>
              <a:lnTo>
                <a:pt x="154846" y="0"/>
              </a:lnTo>
              <a:lnTo>
                <a:pt x="154846" y="665839"/>
              </a:lnTo>
              <a:lnTo>
                <a:pt x="0" y="6658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EEE1C7-1DB7-42D5-BA69-AC353DF5E948}">
      <dsp:nvSpPr>
        <dsp:cNvPr id="0" name=""/>
        <dsp:cNvSpPr/>
      </dsp:nvSpPr>
      <dsp:spPr>
        <a:xfrm>
          <a:off x="1550128" y="1857508"/>
          <a:ext cx="309692" cy="91440"/>
        </a:xfrm>
        <a:custGeom>
          <a:avLst/>
          <a:gdLst/>
          <a:ahLst/>
          <a:cxnLst/>
          <a:rect l="0" t="0" r="0" b="0"/>
          <a:pathLst>
            <a:path>
              <a:moveTo>
                <a:pt x="309692" y="45720"/>
              </a:moveTo>
              <a:lnTo>
                <a:pt x="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0B961E-74F4-4425-B5C2-0D4684661704}">
      <dsp:nvSpPr>
        <dsp:cNvPr id="0" name=""/>
        <dsp:cNvSpPr/>
      </dsp:nvSpPr>
      <dsp:spPr>
        <a:xfrm>
          <a:off x="1550128" y="1237389"/>
          <a:ext cx="309692" cy="665839"/>
        </a:xfrm>
        <a:custGeom>
          <a:avLst/>
          <a:gdLst/>
          <a:ahLst/>
          <a:cxnLst/>
          <a:rect l="0" t="0" r="0" b="0"/>
          <a:pathLst>
            <a:path>
              <a:moveTo>
                <a:pt x="309692" y="665839"/>
              </a:moveTo>
              <a:lnTo>
                <a:pt x="154846" y="665839"/>
              </a:lnTo>
              <a:lnTo>
                <a:pt x="154846" y="0"/>
              </a:ln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273B85-D33A-40EC-A828-7FAD82CFC9C3}">
      <dsp:nvSpPr>
        <dsp:cNvPr id="0" name=""/>
        <dsp:cNvSpPr/>
      </dsp:nvSpPr>
      <dsp:spPr>
        <a:xfrm>
          <a:off x="1859821" y="166708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Integration Layer</a:t>
          </a:r>
        </a:p>
      </dsp:txBody>
      <dsp:txXfrm>
        <a:off x="1859821" y="1667087"/>
        <a:ext cx="1548463" cy="472281"/>
      </dsp:txXfrm>
    </dsp:sp>
    <dsp:sp modelId="{F4283819-7617-45DA-9DDF-5CB1BC673C42}">
      <dsp:nvSpPr>
        <dsp:cNvPr id="0" name=""/>
        <dsp:cNvSpPr/>
      </dsp:nvSpPr>
      <dsp:spPr>
        <a:xfrm>
          <a:off x="1665" y="1001248"/>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System A</a:t>
          </a:r>
        </a:p>
      </dsp:txBody>
      <dsp:txXfrm>
        <a:off x="1665" y="1001248"/>
        <a:ext cx="1548463" cy="472281"/>
      </dsp:txXfrm>
    </dsp:sp>
    <dsp:sp modelId="{FC4643AA-1366-4709-B996-A0E0B46B7DE6}">
      <dsp:nvSpPr>
        <dsp:cNvPr id="0" name=""/>
        <dsp:cNvSpPr/>
      </dsp:nvSpPr>
      <dsp:spPr>
        <a:xfrm>
          <a:off x="1665" y="166708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System B</a:t>
          </a:r>
        </a:p>
      </dsp:txBody>
      <dsp:txXfrm>
        <a:off x="1665" y="1667087"/>
        <a:ext cx="1548463" cy="472281"/>
      </dsp:txXfrm>
    </dsp:sp>
    <dsp:sp modelId="{FC44E726-D993-40FA-9544-BF6A56860638}">
      <dsp:nvSpPr>
        <dsp:cNvPr id="0" name=""/>
        <dsp:cNvSpPr/>
      </dsp:nvSpPr>
      <dsp:spPr>
        <a:xfrm>
          <a:off x="1665" y="233292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dirty="0"/>
            <a:t>System C</a:t>
          </a:r>
        </a:p>
      </dsp:txBody>
      <dsp:txXfrm>
        <a:off x="1665" y="2332927"/>
        <a:ext cx="1548463" cy="47228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A1DAE-2BE7-4B70-BECD-ECB07CD1A6EA}">
      <dsp:nvSpPr>
        <dsp:cNvPr id="0" name=""/>
        <dsp:cNvSpPr/>
      </dsp:nvSpPr>
      <dsp:spPr>
        <a:xfrm>
          <a:off x="4649"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dirty="0"/>
            <a:t>LLM/Agent</a:t>
          </a:r>
        </a:p>
      </dsp:txBody>
      <dsp:txXfrm>
        <a:off x="29068" y="321932"/>
        <a:ext cx="1340701" cy="784885"/>
      </dsp:txXfrm>
    </dsp:sp>
    <dsp:sp modelId="{4A6EFE8C-EE21-44B6-87DE-90B2AAE08790}">
      <dsp:nvSpPr>
        <dsp:cNvPr id="0" name=""/>
        <dsp:cNvSpPr/>
      </dsp:nvSpPr>
      <dsp:spPr>
        <a:xfrm>
          <a:off x="1533143" y="542072"/>
          <a:ext cx="294582" cy="3446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a:off x="1533143" y="610993"/>
        <a:ext cx="206207" cy="206763"/>
      </dsp:txXfrm>
    </dsp:sp>
    <dsp:sp modelId="{00EF97AD-390D-4EBA-90F5-471E3E46A55C}">
      <dsp:nvSpPr>
        <dsp:cNvPr id="0" name=""/>
        <dsp:cNvSpPr/>
      </dsp:nvSpPr>
      <dsp:spPr>
        <a:xfrm>
          <a:off x="1950005"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dirty="0"/>
            <a:t>MCP</a:t>
          </a:r>
        </a:p>
      </dsp:txBody>
      <dsp:txXfrm>
        <a:off x="1974424" y="321932"/>
        <a:ext cx="1340701" cy="784885"/>
      </dsp:txXfrm>
    </dsp:sp>
    <dsp:sp modelId="{DFAA6673-9EC7-49AD-803F-7F432AC42186}">
      <dsp:nvSpPr>
        <dsp:cNvPr id="0" name=""/>
        <dsp:cNvSpPr/>
      </dsp:nvSpPr>
      <dsp:spPr>
        <a:xfrm>
          <a:off x="3478498" y="542072"/>
          <a:ext cx="294582" cy="3446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a:off x="3478498" y="610993"/>
        <a:ext cx="206207" cy="206763"/>
      </dsp:txXfrm>
    </dsp:sp>
    <dsp:sp modelId="{4F7AC645-FB6C-492F-AF0D-CD40B0AEA79E}">
      <dsp:nvSpPr>
        <dsp:cNvPr id="0" name=""/>
        <dsp:cNvSpPr/>
      </dsp:nvSpPr>
      <dsp:spPr>
        <a:xfrm>
          <a:off x="3895360"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dirty="0"/>
            <a:t>Systeme / Tools</a:t>
          </a:r>
        </a:p>
      </dsp:txBody>
      <dsp:txXfrm>
        <a:off x="3919779" y="321932"/>
        <a:ext cx="1340701" cy="78488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E687FC-31D4-4FB4-9DBE-1753193413ED}">
      <dsp:nvSpPr>
        <dsp:cNvPr id="0" name=""/>
        <dsp:cNvSpPr/>
      </dsp:nvSpPr>
      <dsp:spPr>
        <a:xfrm>
          <a:off x="1681182" y="899160"/>
          <a:ext cx="335875" cy="361066"/>
        </a:xfrm>
        <a:custGeom>
          <a:avLst/>
          <a:gdLst/>
          <a:ahLst/>
          <a:cxnLst/>
          <a:rect l="0" t="0" r="0" b="0"/>
          <a:pathLst>
            <a:path>
              <a:moveTo>
                <a:pt x="0" y="0"/>
              </a:moveTo>
              <a:lnTo>
                <a:pt x="167937" y="0"/>
              </a:lnTo>
              <a:lnTo>
                <a:pt x="167937" y="361066"/>
              </a:lnTo>
              <a:lnTo>
                <a:pt x="335875" y="36106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DF110D-089B-42B6-8B3F-9C320A903F2B}">
      <dsp:nvSpPr>
        <dsp:cNvPr id="0" name=""/>
        <dsp:cNvSpPr/>
      </dsp:nvSpPr>
      <dsp:spPr>
        <a:xfrm>
          <a:off x="1681182" y="538093"/>
          <a:ext cx="335875" cy="361066"/>
        </a:xfrm>
        <a:custGeom>
          <a:avLst/>
          <a:gdLst/>
          <a:ahLst/>
          <a:cxnLst/>
          <a:rect l="0" t="0" r="0" b="0"/>
          <a:pathLst>
            <a:path>
              <a:moveTo>
                <a:pt x="0" y="361066"/>
              </a:moveTo>
              <a:lnTo>
                <a:pt x="167937" y="361066"/>
              </a:lnTo>
              <a:lnTo>
                <a:pt x="167937" y="0"/>
              </a:lnTo>
              <a:lnTo>
                <a:pt x="335875"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045CAE-9576-419F-87C1-2CE978DA13C9}">
      <dsp:nvSpPr>
        <dsp:cNvPr id="0" name=""/>
        <dsp:cNvSpPr/>
      </dsp:nvSpPr>
      <dsp:spPr>
        <a:xfrm>
          <a:off x="1805" y="643055"/>
          <a:ext cx="1679377" cy="512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de-DE" sz="1800" kern="1200" dirty="0"/>
            <a:t>Structured Filter</a:t>
          </a:r>
        </a:p>
      </dsp:txBody>
      <dsp:txXfrm>
        <a:off x="1805" y="643055"/>
        <a:ext cx="1679377" cy="512209"/>
      </dsp:txXfrm>
    </dsp:sp>
    <dsp:sp modelId="{17CA235D-DB9D-491D-8CCA-E3ACD000288D}">
      <dsp:nvSpPr>
        <dsp:cNvPr id="0" name=""/>
        <dsp:cNvSpPr/>
      </dsp:nvSpPr>
      <dsp:spPr>
        <a:xfrm>
          <a:off x="2017058" y="281988"/>
          <a:ext cx="1679377" cy="512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de-DE" sz="1800" kern="1200" dirty="0"/>
            <a:t>Keyword BM25</a:t>
          </a:r>
        </a:p>
      </dsp:txBody>
      <dsp:txXfrm>
        <a:off x="2017058" y="281988"/>
        <a:ext cx="1679377" cy="512209"/>
      </dsp:txXfrm>
    </dsp:sp>
    <dsp:sp modelId="{C2BC18F3-A15B-4A71-8031-C0F3289AB1FE}">
      <dsp:nvSpPr>
        <dsp:cNvPr id="0" name=""/>
        <dsp:cNvSpPr/>
      </dsp:nvSpPr>
      <dsp:spPr>
        <a:xfrm>
          <a:off x="2017058" y="1004121"/>
          <a:ext cx="1679377" cy="512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de-DE" sz="1800" kern="1200" dirty="0"/>
            <a:t>Vector </a:t>
          </a:r>
          <a:r>
            <a:rPr lang="de-DE" sz="1800" kern="1200" dirty="0" err="1"/>
            <a:t>Semantic</a:t>
          </a:r>
          <a:endParaRPr lang="de-DE" sz="1800" kern="1200" dirty="0"/>
        </a:p>
      </dsp:txBody>
      <dsp:txXfrm>
        <a:off x="2017058" y="1004121"/>
        <a:ext cx="1679377" cy="51220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D8D97-88DE-4E57-8D0F-F056C0C9501A}">
      <dsp:nvSpPr>
        <dsp:cNvPr id="0" name=""/>
        <dsp:cNvSpPr/>
      </dsp:nvSpPr>
      <dsp:spPr>
        <a:xfrm>
          <a:off x="1681182" y="1099396"/>
          <a:ext cx="335875" cy="91440"/>
        </a:xfrm>
        <a:custGeom>
          <a:avLst/>
          <a:gdLst/>
          <a:ahLst/>
          <a:cxnLst/>
          <a:rect l="0" t="0" r="0" b="0"/>
          <a:pathLst>
            <a:path>
              <a:moveTo>
                <a:pt x="0" y="45720"/>
              </a:moveTo>
              <a:lnTo>
                <a:pt x="335875"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AD3496-E6A1-46F7-BC60-ACD3ED2A8EA9}">
      <dsp:nvSpPr>
        <dsp:cNvPr id="0" name=""/>
        <dsp:cNvSpPr/>
      </dsp:nvSpPr>
      <dsp:spPr>
        <a:xfrm>
          <a:off x="1805" y="889011"/>
          <a:ext cx="1679376" cy="512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de-DE" sz="1800" kern="1200" dirty="0"/>
            <a:t>Nutzerfrage</a:t>
          </a:r>
        </a:p>
      </dsp:txBody>
      <dsp:txXfrm>
        <a:off x="1805" y="889011"/>
        <a:ext cx="1679376" cy="512209"/>
      </dsp:txXfrm>
    </dsp:sp>
    <dsp:sp modelId="{D914DB91-AD51-4710-9D33-1AAA08BFA23C}">
      <dsp:nvSpPr>
        <dsp:cNvPr id="0" name=""/>
        <dsp:cNvSpPr/>
      </dsp:nvSpPr>
      <dsp:spPr>
        <a:xfrm>
          <a:off x="2017057" y="889011"/>
          <a:ext cx="1679376" cy="5122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de-DE" sz="1800" kern="1200" dirty="0"/>
            <a:t>Structured Filter</a:t>
          </a:r>
        </a:p>
      </dsp:txBody>
      <dsp:txXfrm>
        <a:off x="2017057" y="889011"/>
        <a:ext cx="1679376" cy="51220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384066-7035-42BC-800B-270ECAE6C628}">
      <dsp:nvSpPr>
        <dsp:cNvPr id="0" name=""/>
        <dsp:cNvSpPr/>
      </dsp:nvSpPr>
      <dsp:spPr>
        <a:xfrm>
          <a:off x="4043262" y="1642109"/>
          <a:ext cx="237760" cy="91440"/>
        </a:xfrm>
        <a:custGeom>
          <a:avLst/>
          <a:gdLst/>
          <a:ahLst/>
          <a:cxnLst/>
          <a:rect l="0" t="0" r="0" b="0"/>
          <a:pathLst>
            <a:path>
              <a:moveTo>
                <a:pt x="0" y="45720"/>
              </a:moveTo>
              <a:lnTo>
                <a:pt x="237760"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5793BC-54EC-4A78-A44B-1A8F02065F2E}">
      <dsp:nvSpPr>
        <dsp:cNvPr id="0" name=""/>
        <dsp:cNvSpPr/>
      </dsp:nvSpPr>
      <dsp:spPr>
        <a:xfrm>
          <a:off x="2616699" y="1642109"/>
          <a:ext cx="237760" cy="91440"/>
        </a:xfrm>
        <a:custGeom>
          <a:avLst/>
          <a:gdLst/>
          <a:ahLst/>
          <a:cxnLst/>
          <a:rect l="0" t="0" r="0" b="0"/>
          <a:pathLst>
            <a:path>
              <a:moveTo>
                <a:pt x="0" y="45720"/>
              </a:moveTo>
              <a:lnTo>
                <a:pt x="237760"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93CD50-B587-41AA-8308-CFF02141F25A}">
      <dsp:nvSpPr>
        <dsp:cNvPr id="0" name=""/>
        <dsp:cNvSpPr/>
      </dsp:nvSpPr>
      <dsp:spPr>
        <a:xfrm>
          <a:off x="1190137" y="1642109"/>
          <a:ext cx="237760" cy="91440"/>
        </a:xfrm>
        <a:custGeom>
          <a:avLst/>
          <a:gdLst/>
          <a:ahLst/>
          <a:cxnLst/>
          <a:rect l="0" t="0" r="0" b="0"/>
          <a:pathLst>
            <a:path>
              <a:moveTo>
                <a:pt x="0" y="45720"/>
              </a:moveTo>
              <a:lnTo>
                <a:pt x="23776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763B52-D7F3-438A-A5C8-DA3AF898051F}">
      <dsp:nvSpPr>
        <dsp:cNvPr id="0" name=""/>
        <dsp:cNvSpPr/>
      </dsp:nvSpPr>
      <dsp:spPr>
        <a:xfrm>
          <a:off x="1335" y="1506537"/>
          <a:ext cx="1188801" cy="3625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Fusion</a:t>
          </a:r>
        </a:p>
      </dsp:txBody>
      <dsp:txXfrm>
        <a:off x="1335" y="1506537"/>
        <a:ext cx="1188801" cy="362584"/>
      </dsp:txXfrm>
    </dsp:sp>
    <dsp:sp modelId="{B0E90582-97B7-4522-AFF0-8972E0746746}">
      <dsp:nvSpPr>
        <dsp:cNvPr id="0" name=""/>
        <dsp:cNvSpPr/>
      </dsp:nvSpPr>
      <dsp:spPr>
        <a:xfrm>
          <a:off x="1427897" y="1506537"/>
          <a:ext cx="1188801" cy="3625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Reranking</a:t>
          </a:r>
        </a:p>
      </dsp:txBody>
      <dsp:txXfrm>
        <a:off x="1427897" y="1506537"/>
        <a:ext cx="1188801" cy="362584"/>
      </dsp:txXfrm>
    </dsp:sp>
    <dsp:sp modelId="{B0230774-9569-4A4C-91B8-FBB9B5ACCEC9}">
      <dsp:nvSpPr>
        <dsp:cNvPr id="0" name=""/>
        <dsp:cNvSpPr/>
      </dsp:nvSpPr>
      <dsp:spPr>
        <a:xfrm>
          <a:off x="2854460" y="1506537"/>
          <a:ext cx="1188801" cy="3625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Top 5</a:t>
          </a:r>
        </a:p>
      </dsp:txBody>
      <dsp:txXfrm>
        <a:off x="2854460" y="1506537"/>
        <a:ext cx="1188801" cy="362584"/>
      </dsp:txXfrm>
    </dsp:sp>
    <dsp:sp modelId="{DFD06D82-2BD2-4664-8212-9CA8039CA951}">
      <dsp:nvSpPr>
        <dsp:cNvPr id="0" name=""/>
        <dsp:cNvSpPr/>
      </dsp:nvSpPr>
      <dsp:spPr>
        <a:xfrm>
          <a:off x="4281022" y="1506537"/>
          <a:ext cx="1188801" cy="36258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LLM</a:t>
          </a:r>
        </a:p>
      </dsp:txBody>
      <dsp:txXfrm>
        <a:off x="4281022" y="1506537"/>
        <a:ext cx="1188801" cy="36258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A7AD3-829B-4950-BF4D-EF1A368304FC}">
      <dsp:nvSpPr>
        <dsp:cNvPr id="0" name=""/>
        <dsp:cNvSpPr/>
      </dsp:nvSpPr>
      <dsp:spPr>
        <a:xfrm>
          <a:off x="1511935" y="1007021"/>
          <a:ext cx="827402" cy="287197"/>
        </a:xfrm>
        <a:custGeom>
          <a:avLst/>
          <a:gdLst/>
          <a:ahLst/>
          <a:cxnLst/>
          <a:rect l="0" t="0" r="0" b="0"/>
          <a:pathLst>
            <a:path>
              <a:moveTo>
                <a:pt x="0" y="0"/>
              </a:moveTo>
              <a:lnTo>
                <a:pt x="0" y="143598"/>
              </a:lnTo>
              <a:lnTo>
                <a:pt x="827402" y="143598"/>
              </a:lnTo>
              <a:lnTo>
                <a:pt x="827402" y="2871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FE213-A8F8-473A-BD1E-CB04CD521F0D}">
      <dsp:nvSpPr>
        <dsp:cNvPr id="0" name=""/>
        <dsp:cNvSpPr/>
      </dsp:nvSpPr>
      <dsp:spPr>
        <a:xfrm>
          <a:off x="684532" y="1007021"/>
          <a:ext cx="827402" cy="287197"/>
        </a:xfrm>
        <a:custGeom>
          <a:avLst/>
          <a:gdLst/>
          <a:ahLst/>
          <a:cxnLst/>
          <a:rect l="0" t="0" r="0" b="0"/>
          <a:pathLst>
            <a:path>
              <a:moveTo>
                <a:pt x="827402" y="0"/>
              </a:moveTo>
              <a:lnTo>
                <a:pt x="827402" y="143598"/>
              </a:lnTo>
              <a:lnTo>
                <a:pt x="0" y="143598"/>
              </a:lnTo>
              <a:lnTo>
                <a:pt x="0" y="2871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FC0683-8D83-448E-8B82-C32B3174E750}">
      <dsp:nvSpPr>
        <dsp:cNvPr id="0" name=""/>
        <dsp:cNvSpPr/>
      </dsp:nvSpPr>
      <dsp:spPr>
        <a:xfrm>
          <a:off x="828131" y="323217"/>
          <a:ext cx="1367607" cy="683803"/>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de-DE" sz="2300" kern="1200" dirty="0"/>
            <a:t>Reicht das aus?</a:t>
          </a:r>
        </a:p>
      </dsp:txBody>
      <dsp:txXfrm>
        <a:off x="828131" y="323217"/>
        <a:ext cx="1367607" cy="683803"/>
      </dsp:txXfrm>
    </dsp:sp>
    <dsp:sp modelId="{C9FBC69E-A795-415E-98BA-4CB746C6B320}">
      <dsp:nvSpPr>
        <dsp:cNvPr id="0" name=""/>
        <dsp:cNvSpPr/>
      </dsp:nvSpPr>
      <dsp:spPr>
        <a:xfrm>
          <a:off x="729" y="1294218"/>
          <a:ext cx="1367607" cy="68380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de-DE" sz="2300" kern="1200" dirty="0"/>
            <a:t>Ja</a:t>
          </a:r>
        </a:p>
      </dsp:txBody>
      <dsp:txXfrm>
        <a:off x="729" y="1294218"/>
        <a:ext cx="1367607" cy="683803"/>
      </dsp:txXfrm>
    </dsp:sp>
    <dsp:sp modelId="{A164BA70-BF7A-4757-A326-8729BEA5A552}">
      <dsp:nvSpPr>
        <dsp:cNvPr id="0" name=""/>
        <dsp:cNvSpPr/>
      </dsp:nvSpPr>
      <dsp:spPr>
        <a:xfrm>
          <a:off x="1655533" y="1294218"/>
          <a:ext cx="1367607" cy="68380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de-DE" sz="2300" kern="1200" dirty="0"/>
            <a:t>Nein</a:t>
          </a:r>
        </a:p>
      </dsp:txBody>
      <dsp:txXfrm>
        <a:off x="1655533" y="1294218"/>
        <a:ext cx="1367607" cy="683803"/>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6FD5D9-C49A-4C06-B555-E4DC6A28120E}">
      <dsp:nvSpPr>
        <dsp:cNvPr id="0" name=""/>
        <dsp:cNvSpPr/>
      </dsp:nvSpPr>
      <dsp:spPr>
        <a:xfrm>
          <a:off x="286846" y="504"/>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Frage</a:t>
          </a:r>
        </a:p>
      </dsp:txBody>
      <dsp:txXfrm>
        <a:off x="304140" y="17798"/>
        <a:ext cx="1718359" cy="555878"/>
      </dsp:txXfrm>
    </dsp:sp>
    <dsp:sp modelId="{4F35868D-55D5-4320-8BAF-ACCE88552AB7}">
      <dsp:nvSpPr>
        <dsp:cNvPr id="0" name=""/>
        <dsp:cNvSpPr/>
      </dsp:nvSpPr>
      <dsp:spPr>
        <a:xfrm rot="5400000">
          <a:off x="1052607" y="605732"/>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627875"/>
        <a:ext cx="159425" cy="154997"/>
      </dsp:txXfrm>
    </dsp:sp>
    <dsp:sp modelId="{FBDD3AD6-C12D-4D89-A452-ADB1414E00B9}">
      <dsp:nvSpPr>
        <dsp:cNvPr id="0" name=""/>
        <dsp:cNvSpPr/>
      </dsp:nvSpPr>
      <dsp:spPr>
        <a:xfrm>
          <a:off x="286846" y="886204"/>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Planen</a:t>
          </a:r>
        </a:p>
      </dsp:txBody>
      <dsp:txXfrm>
        <a:off x="304140" y="903498"/>
        <a:ext cx="1718359" cy="555878"/>
      </dsp:txXfrm>
    </dsp:sp>
    <dsp:sp modelId="{F62BB997-D5D1-4F5C-8F34-D2A10A75BFA6}">
      <dsp:nvSpPr>
        <dsp:cNvPr id="0" name=""/>
        <dsp:cNvSpPr/>
      </dsp:nvSpPr>
      <dsp:spPr>
        <a:xfrm rot="5400000">
          <a:off x="1052607" y="1491432"/>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1513575"/>
        <a:ext cx="159425" cy="154997"/>
      </dsp:txXfrm>
    </dsp:sp>
    <dsp:sp modelId="{EC9761C8-60BE-40BC-A0C7-D152CEC00F94}">
      <dsp:nvSpPr>
        <dsp:cNvPr id="0" name=""/>
        <dsp:cNvSpPr/>
      </dsp:nvSpPr>
      <dsp:spPr>
        <a:xfrm>
          <a:off x="286846" y="1771903"/>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Suchen</a:t>
          </a:r>
        </a:p>
      </dsp:txBody>
      <dsp:txXfrm>
        <a:off x="304140" y="1789197"/>
        <a:ext cx="1718359" cy="555878"/>
      </dsp:txXfrm>
    </dsp:sp>
    <dsp:sp modelId="{FFB3A958-021F-4B96-842C-397609F033EE}">
      <dsp:nvSpPr>
        <dsp:cNvPr id="0" name=""/>
        <dsp:cNvSpPr/>
      </dsp:nvSpPr>
      <dsp:spPr>
        <a:xfrm rot="5400000">
          <a:off x="1052607" y="2377131"/>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2399274"/>
        <a:ext cx="159425" cy="154997"/>
      </dsp:txXfrm>
    </dsp:sp>
    <dsp:sp modelId="{002AB815-2F55-4E35-ADC3-53E8320E0C86}">
      <dsp:nvSpPr>
        <dsp:cNvPr id="0" name=""/>
        <dsp:cNvSpPr/>
      </dsp:nvSpPr>
      <dsp:spPr>
        <a:xfrm>
          <a:off x="286846" y="2657603"/>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Bewerten</a:t>
          </a:r>
        </a:p>
      </dsp:txBody>
      <dsp:txXfrm>
        <a:off x="304140" y="2674897"/>
        <a:ext cx="1718359" cy="555878"/>
      </dsp:txXfrm>
    </dsp:sp>
    <dsp:sp modelId="{4E85695A-9C60-41B5-A303-C509B3086FD8}">
      <dsp:nvSpPr>
        <dsp:cNvPr id="0" name=""/>
        <dsp:cNvSpPr/>
      </dsp:nvSpPr>
      <dsp:spPr>
        <a:xfrm rot="5400000">
          <a:off x="1052607" y="3262831"/>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3284974"/>
        <a:ext cx="159425" cy="154997"/>
      </dsp:txXfrm>
    </dsp:sp>
    <dsp:sp modelId="{5C980A04-680E-4D92-934C-4DCA2A6BF14E}">
      <dsp:nvSpPr>
        <dsp:cNvPr id="0" name=""/>
        <dsp:cNvSpPr/>
      </dsp:nvSpPr>
      <dsp:spPr>
        <a:xfrm>
          <a:off x="286846" y="3543302"/>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t>Reicht das aus?</a:t>
          </a:r>
        </a:p>
      </dsp:txBody>
      <dsp:txXfrm>
        <a:off x="304140" y="3560596"/>
        <a:ext cx="1718359" cy="55587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37F6E-5CA3-40B3-9AD0-E3A72F4CC154}">
      <dsp:nvSpPr>
        <dsp:cNvPr id="0" name=""/>
        <dsp:cNvSpPr/>
      </dsp:nvSpPr>
      <dsp:spPr>
        <a:xfrm>
          <a:off x="0" y="0"/>
          <a:ext cx="1322047" cy="5774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DE" sz="2400" kern="1200"/>
            <a:t>Antwort</a:t>
          </a:r>
        </a:p>
      </dsp:txBody>
      <dsp:txXfrm>
        <a:off x="16912" y="16912"/>
        <a:ext cx="1288223" cy="54360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EABA2E-40C9-4AD7-86A0-331D02DA5AA1}">
      <dsp:nvSpPr>
        <dsp:cNvPr id="0" name=""/>
        <dsp:cNvSpPr/>
      </dsp:nvSpPr>
      <dsp:spPr>
        <a:xfrm>
          <a:off x="22003" y="2321"/>
          <a:ext cx="2504157" cy="863502"/>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Text</a:t>
          </a:r>
        </a:p>
      </dsp:txBody>
      <dsp:txXfrm>
        <a:off x="47294" y="27612"/>
        <a:ext cx="2453575" cy="812920"/>
      </dsp:txXfrm>
    </dsp:sp>
    <dsp:sp modelId="{2F5E457A-E82C-4CE1-87E1-AD641E0B7BC0}">
      <dsp:nvSpPr>
        <dsp:cNvPr id="0" name=""/>
        <dsp:cNvSpPr/>
      </dsp:nvSpPr>
      <dsp:spPr>
        <a:xfrm rot="5400000">
          <a:off x="1112175" y="887411"/>
          <a:ext cx="323813" cy="388576"/>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rot="-5400000">
        <a:off x="1157509" y="919792"/>
        <a:ext cx="233146" cy="226669"/>
      </dsp:txXfrm>
    </dsp:sp>
    <dsp:sp modelId="{07858B4F-CD16-4A94-AA38-1C396BBA248C}">
      <dsp:nvSpPr>
        <dsp:cNvPr id="0" name=""/>
        <dsp:cNvSpPr/>
      </dsp:nvSpPr>
      <dsp:spPr>
        <a:xfrm>
          <a:off x="22003" y="1297575"/>
          <a:ext cx="2504157" cy="863502"/>
        </a:xfrm>
        <a:prstGeom prst="roundRect">
          <a:avLst>
            <a:gd name="adj" fmla="val 10000"/>
          </a:avLst>
        </a:prstGeom>
        <a:solidFill>
          <a:schemeClr val="accent1">
            <a:shade val="80000"/>
            <a:hueOff val="81731"/>
            <a:satOff val="1241"/>
            <a:lumOff val="75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err="1"/>
            <a:t>Embeddings</a:t>
          </a:r>
          <a:endParaRPr lang="de-DE" sz="1800" kern="1200"/>
        </a:p>
      </dsp:txBody>
      <dsp:txXfrm>
        <a:off x="47294" y="1322866"/>
        <a:ext cx="2453575" cy="812920"/>
      </dsp:txXfrm>
    </dsp:sp>
    <dsp:sp modelId="{1AB0D445-B8FF-4C59-AD35-FAE35A4DC4BE}">
      <dsp:nvSpPr>
        <dsp:cNvPr id="0" name=""/>
        <dsp:cNvSpPr/>
      </dsp:nvSpPr>
      <dsp:spPr>
        <a:xfrm rot="5400000">
          <a:off x="1112175" y="2182665"/>
          <a:ext cx="323813" cy="388576"/>
        </a:xfrm>
        <a:prstGeom prst="rightArrow">
          <a:avLst>
            <a:gd name="adj1" fmla="val 60000"/>
            <a:gd name="adj2" fmla="val 50000"/>
          </a:avLst>
        </a:prstGeom>
        <a:solidFill>
          <a:schemeClr val="accent1">
            <a:shade val="90000"/>
            <a:hueOff val="122541"/>
            <a:satOff val="-663"/>
            <a:lumOff val="982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rot="-5400000">
        <a:off x="1157509" y="2215046"/>
        <a:ext cx="233146" cy="226669"/>
      </dsp:txXfrm>
    </dsp:sp>
    <dsp:sp modelId="{B3CE8DBC-B770-4386-8E79-715770E7AF73}">
      <dsp:nvSpPr>
        <dsp:cNvPr id="0" name=""/>
        <dsp:cNvSpPr/>
      </dsp:nvSpPr>
      <dsp:spPr>
        <a:xfrm>
          <a:off x="22003" y="2592829"/>
          <a:ext cx="2504157" cy="863502"/>
        </a:xfrm>
        <a:prstGeom prst="roundRect">
          <a:avLst>
            <a:gd name="adj" fmla="val 10000"/>
          </a:avLst>
        </a:prstGeom>
        <a:solidFill>
          <a:schemeClr val="accent1">
            <a:shade val="80000"/>
            <a:hueOff val="163462"/>
            <a:satOff val="2483"/>
            <a:lumOff val="15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Vektorraum</a:t>
          </a:r>
        </a:p>
      </dsp:txBody>
      <dsp:txXfrm>
        <a:off x="47294" y="2618120"/>
        <a:ext cx="2453575" cy="812920"/>
      </dsp:txXfrm>
    </dsp:sp>
    <dsp:sp modelId="{938A8924-A103-427C-B022-8DA327D7A97A}">
      <dsp:nvSpPr>
        <dsp:cNvPr id="0" name=""/>
        <dsp:cNvSpPr/>
      </dsp:nvSpPr>
      <dsp:spPr>
        <a:xfrm rot="5400000">
          <a:off x="1112175" y="3477919"/>
          <a:ext cx="323813" cy="388576"/>
        </a:xfrm>
        <a:prstGeom prst="rightArrow">
          <a:avLst>
            <a:gd name="adj1" fmla="val 60000"/>
            <a:gd name="adj2" fmla="val 50000"/>
          </a:avLst>
        </a:prstGeom>
        <a:solidFill>
          <a:schemeClr val="accent1">
            <a:shade val="90000"/>
            <a:hueOff val="245082"/>
            <a:satOff val="-1327"/>
            <a:lumOff val="1965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rot="-5400000">
        <a:off x="1157509" y="3510300"/>
        <a:ext cx="233146" cy="226669"/>
      </dsp:txXfrm>
    </dsp:sp>
    <dsp:sp modelId="{9449ABAA-47F0-45D3-BD35-6A4FD2A80707}">
      <dsp:nvSpPr>
        <dsp:cNvPr id="0" name=""/>
        <dsp:cNvSpPr/>
      </dsp:nvSpPr>
      <dsp:spPr>
        <a:xfrm>
          <a:off x="22003" y="3888083"/>
          <a:ext cx="2504157" cy="863502"/>
        </a:xfrm>
        <a:prstGeom prst="roundRect">
          <a:avLst>
            <a:gd name="adj" fmla="val 10000"/>
          </a:avLst>
        </a:prstGeom>
        <a:solidFill>
          <a:schemeClr val="accent1">
            <a:shade val="80000"/>
            <a:hueOff val="245193"/>
            <a:satOff val="3724"/>
            <a:lumOff val="22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Ähnliche Inhalte liegen nahe beieinander</a:t>
          </a:r>
        </a:p>
      </dsp:txBody>
      <dsp:txXfrm>
        <a:off x="47294" y="3913374"/>
        <a:ext cx="2453575" cy="81292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CB9FE-6468-4F6E-B16F-DAC4143BB742}">
      <dsp:nvSpPr>
        <dsp:cNvPr id="0" name=""/>
        <dsp:cNvSpPr/>
      </dsp:nvSpPr>
      <dsp:spPr>
        <a:xfrm>
          <a:off x="4383682" y="2983489"/>
          <a:ext cx="1146638" cy="463462"/>
        </a:xfrm>
        <a:custGeom>
          <a:avLst/>
          <a:gdLst/>
          <a:ahLst/>
          <a:cxnLst/>
          <a:rect l="0" t="0" r="0" b="0"/>
          <a:pathLst>
            <a:path>
              <a:moveTo>
                <a:pt x="0" y="0"/>
              </a:moveTo>
              <a:lnTo>
                <a:pt x="0" y="463462"/>
              </a:lnTo>
              <a:lnTo>
                <a:pt x="1146638" y="4634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9878179-FA4B-4EF2-9E31-796A726F7ACD}">
      <dsp:nvSpPr>
        <dsp:cNvPr id="0" name=""/>
        <dsp:cNvSpPr/>
      </dsp:nvSpPr>
      <dsp:spPr>
        <a:xfrm>
          <a:off x="3393594" y="2198768"/>
          <a:ext cx="1447704" cy="212700"/>
        </a:xfrm>
        <a:custGeom>
          <a:avLst/>
          <a:gdLst/>
          <a:ahLst/>
          <a:cxnLst/>
          <a:rect l="0" t="0" r="0" b="0"/>
          <a:pathLst>
            <a:path>
              <a:moveTo>
                <a:pt x="0" y="0"/>
              </a:moveTo>
              <a:lnTo>
                <a:pt x="0" y="92575"/>
              </a:lnTo>
              <a:lnTo>
                <a:pt x="1447704" y="92575"/>
              </a:lnTo>
              <a:lnTo>
                <a:pt x="1447704" y="21270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3957AD-D63A-4185-AEEC-E88CED0B03A2}">
      <dsp:nvSpPr>
        <dsp:cNvPr id="0" name=""/>
        <dsp:cNvSpPr/>
      </dsp:nvSpPr>
      <dsp:spPr>
        <a:xfrm>
          <a:off x="1645716" y="4684902"/>
          <a:ext cx="1228311" cy="377562"/>
        </a:xfrm>
        <a:custGeom>
          <a:avLst/>
          <a:gdLst/>
          <a:ahLst/>
          <a:cxnLst/>
          <a:rect l="0" t="0" r="0" b="0"/>
          <a:pathLst>
            <a:path>
              <a:moveTo>
                <a:pt x="0" y="0"/>
              </a:moveTo>
              <a:lnTo>
                <a:pt x="0" y="377562"/>
              </a:lnTo>
              <a:lnTo>
                <a:pt x="1228311" y="3775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EE245D-52F5-4678-A40C-1DAEAFC1725D}">
      <dsp:nvSpPr>
        <dsp:cNvPr id="0" name=""/>
        <dsp:cNvSpPr/>
      </dsp:nvSpPr>
      <dsp:spPr>
        <a:xfrm>
          <a:off x="1028139" y="3788036"/>
          <a:ext cx="1075193" cy="324844"/>
        </a:xfrm>
        <a:custGeom>
          <a:avLst/>
          <a:gdLst/>
          <a:ahLst/>
          <a:cxnLst/>
          <a:rect l="0" t="0" r="0" b="0"/>
          <a:pathLst>
            <a:path>
              <a:moveTo>
                <a:pt x="0" y="0"/>
              </a:moveTo>
              <a:lnTo>
                <a:pt x="0" y="204720"/>
              </a:lnTo>
              <a:lnTo>
                <a:pt x="1075193" y="204720"/>
              </a:lnTo>
              <a:lnTo>
                <a:pt x="1075193" y="32484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50A976-1D65-49F8-9ADB-0799651B9AC8}">
      <dsp:nvSpPr>
        <dsp:cNvPr id="0" name=""/>
        <dsp:cNvSpPr/>
      </dsp:nvSpPr>
      <dsp:spPr>
        <a:xfrm>
          <a:off x="1028139" y="2983489"/>
          <a:ext cx="1032737" cy="232526"/>
        </a:xfrm>
        <a:custGeom>
          <a:avLst/>
          <a:gdLst/>
          <a:ahLst/>
          <a:cxnLst/>
          <a:rect l="0" t="0" r="0" b="0"/>
          <a:pathLst>
            <a:path>
              <a:moveTo>
                <a:pt x="1032737" y="0"/>
              </a:moveTo>
              <a:lnTo>
                <a:pt x="1032737" y="112402"/>
              </a:lnTo>
              <a:lnTo>
                <a:pt x="0" y="112402"/>
              </a:lnTo>
              <a:lnTo>
                <a:pt x="0" y="23252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DB6B5F-35D5-494E-AE30-5C0298B5A97D}">
      <dsp:nvSpPr>
        <dsp:cNvPr id="0" name=""/>
        <dsp:cNvSpPr/>
      </dsp:nvSpPr>
      <dsp:spPr>
        <a:xfrm>
          <a:off x="2060877" y="2198768"/>
          <a:ext cx="1332717" cy="212700"/>
        </a:xfrm>
        <a:custGeom>
          <a:avLst/>
          <a:gdLst/>
          <a:ahLst/>
          <a:cxnLst/>
          <a:rect l="0" t="0" r="0" b="0"/>
          <a:pathLst>
            <a:path>
              <a:moveTo>
                <a:pt x="1332717" y="0"/>
              </a:moveTo>
              <a:lnTo>
                <a:pt x="1332717" y="92575"/>
              </a:lnTo>
              <a:lnTo>
                <a:pt x="0" y="92575"/>
              </a:lnTo>
              <a:lnTo>
                <a:pt x="0" y="21270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A9A3C4-8F4A-4BA9-B75E-8812FC5593B9}">
      <dsp:nvSpPr>
        <dsp:cNvPr id="0" name=""/>
        <dsp:cNvSpPr/>
      </dsp:nvSpPr>
      <dsp:spPr>
        <a:xfrm>
          <a:off x="3347874" y="1386498"/>
          <a:ext cx="91440" cy="240248"/>
        </a:xfrm>
        <a:custGeom>
          <a:avLst/>
          <a:gdLst/>
          <a:ahLst/>
          <a:cxnLst/>
          <a:rect l="0" t="0" r="0" b="0"/>
          <a:pathLst>
            <a:path>
              <a:moveTo>
                <a:pt x="45720" y="0"/>
              </a:moveTo>
              <a:lnTo>
                <a:pt x="45720" y="2402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BAD380-BF7C-48EB-8466-1F1ADC0BBB36}">
      <dsp:nvSpPr>
        <dsp:cNvPr id="0" name=""/>
        <dsp:cNvSpPr/>
      </dsp:nvSpPr>
      <dsp:spPr>
        <a:xfrm>
          <a:off x="3347874" y="574229"/>
          <a:ext cx="91440" cy="240248"/>
        </a:xfrm>
        <a:custGeom>
          <a:avLst/>
          <a:gdLst/>
          <a:ahLst/>
          <a:cxnLst/>
          <a:rect l="0" t="0" r="0" b="0"/>
          <a:pathLst>
            <a:path>
              <a:moveTo>
                <a:pt x="45720" y="0"/>
              </a:moveTo>
              <a:lnTo>
                <a:pt x="45720" y="24024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B9CA76-08A3-49B5-A684-783A73420A51}">
      <dsp:nvSpPr>
        <dsp:cNvPr id="0" name=""/>
        <dsp:cNvSpPr/>
      </dsp:nvSpPr>
      <dsp:spPr>
        <a:xfrm>
          <a:off x="2821573" y="2208"/>
          <a:ext cx="1144041" cy="57202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Trend</a:t>
          </a:r>
        </a:p>
      </dsp:txBody>
      <dsp:txXfrm>
        <a:off x="2821573" y="2208"/>
        <a:ext cx="1144041" cy="572020"/>
      </dsp:txXfrm>
    </dsp:sp>
    <dsp:sp modelId="{D1ADDE9F-58AA-4D74-AB63-6A8D77C95BF6}">
      <dsp:nvSpPr>
        <dsp:cNvPr id="0" name=""/>
        <dsp:cNvSpPr/>
      </dsp:nvSpPr>
      <dsp:spPr>
        <a:xfrm>
          <a:off x="2821573" y="814477"/>
          <a:ext cx="1144041" cy="572020"/>
        </a:xfrm>
        <a:prstGeom prst="rect">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solidFill>
                <a:schemeClr val="tx1"/>
              </a:solidFill>
            </a:rPr>
            <a:t>beinflusst</a:t>
          </a:r>
          <a:endParaRPr lang="de-DE" sz="1600" kern="1200"/>
        </a:p>
      </dsp:txBody>
      <dsp:txXfrm>
        <a:off x="2821573" y="814477"/>
        <a:ext cx="1144041" cy="572020"/>
      </dsp:txXfrm>
    </dsp:sp>
    <dsp:sp modelId="{93493376-6C6A-4066-BFD7-B4F092CF8F61}">
      <dsp:nvSpPr>
        <dsp:cNvPr id="0" name=""/>
        <dsp:cNvSpPr/>
      </dsp:nvSpPr>
      <dsp:spPr>
        <a:xfrm>
          <a:off x="2821573" y="1626747"/>
          <a:ext cx="1144041" cy="57202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Technologie</a:t>
          </a:r>
        </a:p>
      </dsp:txBody>
      <dsp:txXfrm>
        <a:off x="2821573" y="1626747"/>
        <a:ext cx="1144041" cy="572020"/>
      </dsp:txXfrm>
    </dsp:sp>
    <dsp:sp modelId="{930A846F-606E-4945-A529-DFB481CBD095}">
      <dsp:nvSpPr>
        <dsp:cNvPr id="0" name=""/>
        <dsp:cNvSpPr/>
      </dsp:nvSpPr>
      <dsp:spPr>
        <a:xfrm>
          <a:off x="1488856" y="2411468"/>
          <a:ext cx="1144041" cy="572020"/>
        </a:xfrm>
        <a:prstGeom prst="rect">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solidFill>
                <a:schemeClr val="tx1"/>
              </a:solidFill>
            </a:rPr>
            <a:t>Nutzt</a:t>
          </a:r>
          <a:endParaRPr lang="de-DE" sz="1600" kern="1200"/>
        </a:p>
      </dsp:txBody>
      <dsp:txXfrm>
        <a:off x="1488856" y="2411468"/>
        <a:ext cx="1144041" cy="572020"/>
      </dsp:txXfrm>
    </dsp:sp>
    <dsp:sp modelId="{9EBF5A4D-FD52-410A-B05F-2E902B61DE2F}">
      <dsp:nvSpPr>
        <dsp:cNvPr id="0" name=""/>
        <dsp:cNvSpPr/>
      </dsp:nvSpPr>
      <dsp:spPr>
        <a:xfrm>
          <a:off x="456118" y="3216015"/>
          <a:ext cx="1144041" cy="57202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Projekt</a:t>
          </a:r>
        </a:p>
      </dsp:txBody>
      <dsp:txXfrm>
        <a:off x="456118" y="3216015"/>
        <a:ext cx="1144041" cy="572020"/>
      </dsp:txXfrm>
    </dsp:sp>
    <dsp:sp modelId="{6A561B92-FFB3-4CD3-9B75-45E95CA79EB6}">
      <dsp:nvSpPr>
        <dsp:cNvPr id="0" name=""/>
        <dsp:cNvSpPr/>
      </dsp:nvSpPr>
      <dsp:spPr>
        <a:xfrm>
          <a:off x="1531312" y="4112881"/>
          <a:ext cx="1144041" cy="572020"/>
        </a:xfrm>
        <a:prstGeom prst="rect">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solidFill>
                <a:schemeClr val="tx1"/>
              </a:solidFill>
            </a:rPr>
            <a:t>benötigt</a:t>
          </a:r>
          <a:endParaRPr lang="de-DE" sz="1600" kern="1200"/>
        </a:p>
      </dsp:txBody>
      <dsp:txXfrm>
        <a:off x="1531312" y="4112881"/>
        <a:ext cx="1144041" cy="572020"/>
      </dsp:txXfrm>
    </dsp:sp>
    <dsp:sp modelId="{0BA6833D-9753-48E4-921E-E2A207573342}">
      <dsp:nvSpPr>
        <dsp:cNvPr id="0" name=""/>
        <dsp:cNvSpPr/>
      </dsp:nvSpPr>
      <dsp:spPr>
        <a:xfrm>
          <a:off x="2874028" y="4776454"/>
          <a:ext cx="1144041" cy="57202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Kompetenz</a:t>
          </a:r>
        </a:p>
      </dsp:txBody>
      <dsp:txXfrm>
        <a:off x="2874028" y="4776454"/>
        <a:ext cx="1144041" cy="572020"/>
      </dsp:txXfrm>
    </dsp:sp>
    <dsp:sp modelId="{F30AC8C3-D497-466A-B75A-C606B82B8324}">
      <dsp:nvSpPr>
        <dsp:cNvPr id="0" name=""/>
        <dsp:cNvSpPr/>
      </dsp:nvSpPr>
      <dsp:spPr>
        <a:xfrm>
          <a:off x="4269278" y="2411468"/>
          <a:ext cx="1144041" cy="572020"/>
        </a:xfrm>
        <a:prstGeom prst="rect">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solidFill>
                <a:schemeClr val="tx1"/>
              </a:solidFill>
            </a:rPr>
            <a:t>Gehört zu</a:t>
          </a:r>
          <a:endParaRPr lang="de-DE" sz="1600" kern="1200"/>
        </a:p>
      </dsp:txBody>
      <dsp:txXfrm>
        <a:off x="4269278" y="2411468"/>
        <a:ext cx="1144041" cy="572020"/>
      </dsp:txXfrm>
    </dsp:sp>
    <dsp:sp modelId="{7D01388F-B2BF-4996-ACB4-61FD98173BE4}">
      <dsp:nvSpPr>
        <dsp:cNvPr id="0" name=""/>
        <dsp:cNvSpPr/>
      </dsp:nvSpPr>
      <dsp:spPr>
        <a:xfrm>
          <a:off x="5530321" y="3160941"/>
          <a:ext cx="1144041" cy="57202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Technology Field</a:t>
          </a:r>
        </a:p>
      </dsp:txBody>
      <dsp:txXfrm>
        <a:off x="5530321" y="3160941"/>
        <a:ext cx="1144041" cy="57202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F670C9-A703-45FD-A7DE-EEE27A6834D8}">
      <dsp:nvSpPr>
        <dsp:cNvPr id="0" name=""/>
        <dsp:cNvSpPr/>
      </dsp:nvSpPr>
      <dsp:spPr>
        <a:xfrm>
          <a:off x="2996406" y="4762"/>
          <a:ext cx="2135187" cy="1423458"/>
        </a:xfrm>
        <a:prstGeom prst="roundRect">
          <a:avLst>
            <a:gd name="adj" fmla="val 10000"/>
          </a:avLst>
        </a:prstGeom>
        <a:solidFill>
          <a:schemeClr val="accent1">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Drei Modelle</a:t>
          </a:r>
        </a:p>
      </dsp:txBody>
      <dsp:txXfrm>
        <a:off x="3038098" y="46454"/>
        <a:ext cx="2051803" cy="1340074"/>
      </dsp:txXfrm>
    </dsp:sp>
    <dsp:sp modelId="{DFD8C597-0D9B-4FF7-9A51-1653DE7FD273}">
      <dsp:nvSpPr>
        <dsp:cNvPr id="0" name=""/>
        <dsp:cNvSpPr/>
      </dsp:nvSpPr>
      <dsp:spPr>
        <a:xfrm>
          <a:off x="1288256" y="1428220"/>
          <a:ext cx="2775743" cy="569383"/>
        </a:xfrm>
        <a:custGeom>
          <a:avLst/>
          <a:gdLst/>
          <a:ahLst/>
          <a:cxnLst/>
          <a:rect l="0" t="0" r="0" b="0"/>
          <a:pathLst>
            <a:path>
              <a:moveTo>
                <a:pt x="2775743" y="0"/>
              </a:moveTo>
              <a:lnTo>
                <a:pt x="2775743" y="284691"/>
              </a:lnTo>
              <a:lnTo>
                <a:pt x="0" y="284691"/>
              </a:lnTo>
              <a:lnTo>
                <a:pt x="0" y="569383"/>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D56921-9038-42EE-826D-066903938211}">
      <dsp:nvSpPr>
        <dsp:cNvPr id="0" name=""/>
        <dsp:cNvSpPr/>
      </dsp:nvSpPr>
      <dsp:spPr>
        <a:xfrm>
          <a:off x="220662" y="1997604"/>
          <a:ext cx="2135187" cy="1423458"/>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1.Relational</a:t>
          </a:r>
        </a:p>
      </dsp:txBody>
      <dsp:txXfrm>
        <a:off x="262354" y="2039296"/>
        <a:ext cx="2051803" cy="1340074"/>
      </dsp:txXfrm>
    </dsp:sp>
    <dsp:sp modelId="{E4FDC60C-B7D7-4FA5-8CBA-0F209D505273}">
      <dsp:nvSpPr>
        <dsp:cNvPr id="0" name=""/>
        <dsp:cNvSpPr/>
      </dsp:nvSpPr>
      <dsp:spPr>
        <a:xfrm>
          <a:off x="1242536" y="3421062"/>
          <a:ext cx="91440" cy="569383"/>
        </a:xfrm>
        <a:custGeom>
          <a:avLst/>
          <a:gdLst/>
          <a:ahLst/>
          <a:cxnLst/>
          <a:rect l="0" t="0" r="0" b="0"/>
          <a:pathLst>
            <a:path>
              <a:moveTo>
                <a:pt x="45720" y="0"/>
              </a:moveTo>
              <a:lnTo>
                <a:pt x="45720" y="56938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1CF0E6-28DD-4760-A98C-470F4285ABAF}">
      <dsp:nvSpPr>
        <dsp:cNvPr id="0" name=""/>
        <dsp:cNvSpPr/>
      </dsp:nvSpPr>
      <dsp:spPr>
        <a:xfrm>
          <a:off x="220662" y="3990446"/>
          <a:ext cx="2135187" cy="1423458"/>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Werte und Strukturen</a:t>
          </a:r>
        </a:p>
      </dsp:txBody>
      <dsp:txXfrm>
        <a:off x="262354" y="4032138"/>
        <a:ext cx="2051803" cy="1340074"/>
      </dsp:txXfrm>
    </dsp:sp>
    <dsp:sp modelId="{7769D4AA-044D-4F05-80A3-C1382C591EF8}">
      <dsp:nvSpPr>
        <dsp:cNvPr id="0" name=""/>
        <dsp:cNvSpPr/>
      </dsp:nvSpPr>
      <dsp:spPr>
        <a:xfrm>
          <a:off x="4018280" y="1428220"/>
          <a:ext cx="91440" cy="569383"/>
        </a:xfrm>
        <a:custGeom>
          <a:avLst/>
          <a:gdLst/>
          <a:ahLst/>
          <a:cxnLst/>
          <a:rect l="0" t="0" r="0" b="0"/>
          <a:pathLst>
            <a:path>
              <a:moveTo>
                <a:pt x="45720" y="0"/>
              </a:moveTo>
              <a:lnTo>
                <a:pt x="45720" y="569383"/>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66F58B-E2EE-4E0B-BD96-A1C509D927DE}">
      <dsp:nvSpPr>
        <dsp:cNvPr id="0" name=""/>
        <dsp:cNvSpPr/>
      </dsp:nvSpPr>
      <dsp:spPr>
        <a:xfrm>
          <a:off x="2996406" y="1997604"/>
          <a:ext cx="2135187" cy="1423458"/>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2.Vector</a:t>
          </a:r>
        </a:p>
      </dsp:txBody>
      <dsp:txXfrm>
        <a:off x="3038098" y="2039296"/>
        <a:ext cx="2051803" cy="1340074"/>
      </dsp:txXfrm>
    </dsp:sp>
    <dsp:sp modelId="{E9F4C522-14B7-416D-885A-D7B43AA20448}">
      <dsp:nvSpPr>
        <dsp:cNvPr id="0" name=""/>
        <dsp:cNvSpPr/>
      </dsp:nvSpPr>
      <dsp:spPr>
        <a:xfrm>
          <a:off x="4018280" y="3421062"/>
          <a:ext cx="91440" cy="569383"/>
        </a:xfrm>
        <a:custGeom>
          <a:avLst/>
          <a:gdLst/>
          <a:ahLst/>
          <a:cxnLst/>
          <a:rect l="0" t="0" r="0" b="0"/>
          <a:pathLst>
            <a:path>
              <a:moveTo>
                <a:pt x="45720" y="0"/>
              </a:moveTo>
              <a:lnTo>
                <a:pt x="45720" y="56938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37DD3B-90EA-4B5F-9566-51E65A67505E}">
      <dsp:nvSpPr>
        <dsp:cNvPr id="0" name=""/>
        <dsp:cNvSpPr/>
      </dsp:nvSpPr>
      <dsp:spPr>
        <a:xfrm>
          <a:off x="2996406" y="3990446"/>
          <a:ext cx="2135187" cy="1423458"/>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Semantische Ähnlichkeit</a:t>
          </a:r>
        </a:p>
      </dsp:txBody>
      <dsp:txXfrm>
        <a:off x="3038098" y="4032138"/>
        <a:ext cx="2051803" cy="1340074"/>
      </dsp:txXfrm>
    </dsp:sp>
    <dsp:sp modelId="{E7321697-1E98-4D39-BA79-1694FE716E98}">
      <dsp:nvSpPr>
        <dsp:cNvPr id="0" name=""/>
        <dsp:cNvSpPr/>
      </dsp:nvSpPr>
      <dsp:spPr>
        <a:xfrm>
          <a:off x="4064000" y="1428220"/>
          <a:ext cx="2775743" cy="569383"/>
        </a:xfrm>
        <a:custGeom>
          <a:avLst/>
          <a:gdLst/>
          <a:ahLst/>
          <a:cxnLst/>
          <a:rect l="0" t="0" r="0" b="0"/>
          <a:pathLst>
            <a:path>
              <a:moveTo>
                <a:pt x="0" y="0"/>
              </a:moveTo>
              <a:lnTo>
                <a:pt x="0" y="284691"/>
              </a:lnTo>
              <a:lnTo>
                <a:pt x="2775743" y="284691"/>
              </a:lnTo>
              <a:lnTo>
                <a:pt x="2775743" y="569383"/>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6E2651-8EAE-4F92-A6EA-FD13D022397F}">
      <dsp:nvSpPr>
        <dsp:cNvPr id="0" name=""/>
        <dsp:cNvSpPr/>
      </dsp:nvSpPr>
      <dsp:spPr>
        <a:xfrm>
          <a:off x="5772150" y="1997604"/>
          <a:ext cx="2135187" cy="1423458"/>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3.Graph</a:t>
          </a:r>
        </a:p>
      </dsp:txBody>
      <dsp:txXfrm>
        <a:off x="5813842" y="2039296"/>
        <a:ext cx="2051803" cy="1340074"/>
      </dsp:txXfrm>
    </dsp:sp>
    <dsp:sp modelId="{08B49D18-F516-42BC-B023-F1429952A579}">
      <dsp:nvSpPr>
        <dsp:cNvPr id="0" name=""/>
        <dsp:cNvSpPr/>
      </dsp:nvSpPr>
      <dsp:spPr>
        <a:xfrm>
          <a:off x="6794023" y="3421062"/>
          <a:ext cx="91440" cy="569383"/>
        </a:xfrm>
        <a:custGeom>
          <a:avLst/>
          <a:gdLst/>
          <a:ahLst/>
          <a:cxnLst/>
          <a:rect l="0" t="0" r="0" b="0"/>
          <a:pathLst>
            <a:path>
              <a:moveTo>
                <a:pt x="45720" y="0"/>
              </a:moveTo>
              <a:lnTo>
                <a:pt x="45720" y="56938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84773C-5622-449D-AE97-4AD9C993ED84}">
      <dsp:nvSpPr>
        <dsp:cNvPr id="0" name=""/>
        <dsp:cNvSpPr/>
      </dsp:nvSpPr>
      <dsp:spPr>
        <a:xfrm>
          <a:off x="5772150" y="3990446"/>
          <a:ext cx="2135187" cy="1423458"/>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Beziehungen</a:t>
          </a:r>
        </a:p>
      </dsp:txBody>
      <dsp:txXfrm>
        <a:off x="5813842" y="4032138"/>
        <a:ext cx="2051803" cy="134007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8497B3-C297-4D8D-A50E-617F1C421D08}">
      <dsp:nvSpPr>
        <dsp:cNvPr id="0" name=""/>
        <dsp:cNvSpPr/>
      </dsp:nvSpPr>
      <dsp:spPr>
        <a:xfrm>
          <a:off x="2367189" y="3355"/>
          <a:ext cx="1708150" cy="1138767"/>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Suchbedarf</a:t>
          </a:r>
        </a:p>
      </dsp:txBody>
      <dsp:txXfrm>
        <a:off x="2400542" y="36708"/>
        <a:ext cx="1641444" cy="1072061"/>
      </dsp:txXfrm>
    </dsp:sp>
    <dsp:sp modelId="{A5E70B8A-AEFB-4997-B2B7-D7814CBCD9F6}">
      <dsp:nvSpPr>
        <dsp:cNvPr id="0" name=""/>
        <dsp:cNvSpPr/>
      </dsp:nvSpPr>
      <dsp:spPr>
        <a:xfrm>
          <a:off x="1000668" y="1142122"/>
          <a:ext cx="2220596" cy="455506"/>
        </a:xfrm>
        <a:custGeom>
          <a:avLst/>
          <a:gdLst/>
          <a:ahLst/>
          <a:cxnLst/>
          <a:rect l="0" t="0" r="0" b="0"/>
          <a:pathLst>
            <a:path>
              <a:moveTo>
                <a:pt x="2220596" y="0"/>
              </a:moveTo>
              <a:lnTo>
                <a:pt x="2220596" y="227753"/>
              </a:lnTo>
              <a:lnTo>
                <a:pt x="0" y="227753"/>
              </a:lnTo>
              <a:lnTo>
                <a:pt x="0" y="455506"/>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381169-9FA8-48DA-AEF7-370E0BA1ADC9}">
      <dsp:nvSpPr>
        <dsp:cNvPr id="0" name=""/>
        <dsp:cNvSpPr/>
      </dsp:nvSpPr>
      <dsp:spPr>
        <a:xfrm>
          <a:off x="146592" y="1597629"/>
          <a:ext cx="1708150" cy="1138767"/>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Exakte Abfragen</a:t>
          </a:r>
        </a:p>
      </dsp:txBody>
      <dsp:txXfrm>
        <a:off x="179945" y="1630982"/>
        <a:ext cx="1641444" cy="1072061"/>
      </dsp:txXfrm>
    </dsp:sp>
    <dsp:sp modelId="{59CA768A-59EA-40B2-A0E5-73F6948B0E49}">
      <dsp:nvSpPr>
        <dsp:cNvPr id="0" name=""/>
        <dsp:cNvSpPr/>
      </dsp:nvSpPr>
      <dsp:spPr>
        <a:xfrm>
          <a:off x="954948" y="2736396"/>
          <a:ext cx="91440" cy="455506"/>
        </a:xfrm>
        <a:custGeom>
          <a:avLst/>
          <a:gdLst/>
          <a:ahLst/>
          <a:cxnLst/>
          <a:rect l="0" t="0" r="0" b="0"/>
          <a:pathLst>
            <a:path>
              <a:moveTo>
                <a:pt x="45720" y="0"/>
              </a:moveTo>
              <a:lnTo>
                <a:pt x="45720" y="455506"/>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472DFE-E0CF-4F6E-9927-AF3C3D1E757F}">
      <dsp:nvSpPr>
        <dsp:cNvPr id="0" name=""/>
        <dsp:cNvSpPr/>
      </dsp:nvSpPr>
      <dsp:spPr>
        <a:xfrm>
          <a:off x="146592" y="3191903"/>
          <a:ext cx="1708150" cy="1138767"/>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Relational</a:t>
          </a:r>
        </a:p>
      </dsp:txBody>
      <dsp:txXfrm>
        <a:off x="179945" y="3225256"/>
        <a:ext cx="1641444" cy="1072061"/>
      </dsp:txXfrm>
    </dsp:sp>
    <dsp:sp modelId="{14FB6984-5E63-4F37-9D8B-D3FD905FDB2D}">
      <dsp:nvSpPr>
        <dsp:cNvPr id="0" name=""/>
        <dsp:cNvSpPr/>
      </dsp:nvSpPr>
      <dsp:spPr>
        <a:xfrm>
          <a:off x="3175544" y="1142122"/>
          <a:ext cx="91440" cy="455506"/>
        </a:xfrm>
        <a:custGeom>
          <a:avLst/>
          <a:gdLst/>
          <a:ahLst/>
          <a:cxnLst/>
          <a:rect l="0" t="0" r="0" b="0"/>
          <a:pathLst>
            <a:path>
              <a:moveTo>
                <a:pt x="45720" y="0"/>
              </a:moveTo>
              <a:lnTo>
                <a:pt x="45720" y="455506"/>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0CC594-DC6B-4AAD-95EE-A708D5B88801}">
      <dsp:nvSpPr>
        <dsp:cNvPr id="0" name=""/>
        <dsp:cNvSpPr/>
      </dsp:nvSpPr>
      <dsp:spPr>
        <a:xfrm>
          <a:off x="2367189" y="1597629"/>
          <a:ext cx="1708150" cy="1138767"/>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Semantische Ähnlichkeit</a:t>
          </a:r>
        </a:p>
      </dsp:txBody>
      <dsp:txXfrm>
        <a:off x="2400542" y="1630982"/>
        <a:ext cx="1641444" cy="1072061"/>
      </dsp:txXfrm>
    </dsp:sp>
    <dsp:sp modelId="{570D8963-320F-4D85-8C28-4D27D7135212}">
      <dsp:nvSpPr>
        <dsp:cNvPr id="0" name=""/>
        <dsp:cNvSpPr/>
      </dsp:nvSpPr>
      <dsp:spPr>
        <a:xfrm>
          <a:off x="3175544" y="2736396"/>
          <a:ext cx="91440" cy="455506"/>
        </a:xfrm>
        <a:custGeom>
          <a:avLst/>
          <a:gdLst/>
          <a:ahLst/>
          <a:cxnLst/>
          <a:rect l="0" t="0" r="0" b="0"/>
          <a:pathLst>
            <a:path>
              <a:moveTo>
                <a:pt x="45720" y="0"/>
              </a:moveTo>
              <a:lnTo>
                <a:pt x="45720" y="455506"/>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54B1FD-1442-4A64-BB4B-F14D0F2F8C35}">
      <dsp:nvSpPr>
        <dsp:cNvPr id="0" name=""/>
        <dsp:cNvSpPr/>
      </dsp:nvSpPr>
      <dsp:spPr>
        <a:xfrm>
          <a:off x="2367189" y="3191903"/>
          <a:ext cx="1708150" cy="1138767"/>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Vector</a:t>
          </a:r>
        </a:p>
      </dsp:txBody>
      <dsp:txXfrm>
        <a:off x="2400542" y="3225256"/>
        <a:ext cx="1641444" cy="1072061"/>
      </dsp:txXfrm>
    </dsp:sp>
    <dsp:sp modelId="{68A24976-A689-45DE-8537-EADA6B9774D1}">
      <dsp:nvSpPr>
        <dsp:cNvPr id="0" name=""/>
        <dsp:cNvSpPr/>
      </dsp:nvSpPr>
      <dsp:spPr>
        <a:xfrm>
          <a:off x="3221264" y="1142122"/>
          <a:ext cx="2220596" cy="455506"/>
        </a:xfrm>
        <a:custGeom>
          <a:avLst/>
          <a:gdLst/>
          <a:ahLst/>
          <a:cxnLst/>
          <a:rect l="0" t="0" r="0" b="0"/>
          <a:pathLst>
            <a:path>
              <a:moveTo>
                <a:pt x="0" y="0"/>
              </a:moveTo>
              <a:lnTo>
                <a:pt x="0" y="227753"/>
              </a:lnTo>
              <a:lnTo>
                <a:pt x="2220596" y="227753"/>
              </a:lnTo>
              <a:lnTo>
                <a:pt x="2220596" y="455506"/>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8D99C7-AC47-46AB-AC17-3E16B793A9DA}">
      <dsp:nvSpPr>
        <dsp:cNvPr id="0" name=""/>
        <dsp:cNvSpPr/>
      </dsp:nvSpPr>
      <dsp:spPr>
        <a:xfrm>
          <a:off x="4587785" y="1597629"/>
          <a:ext cx="1708150" cy="1138767"/>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Beziehungen</a:t>
          </a:r>
        </a:p>
      </dsp:txBody>
      <dsp:txXfrm>
        <a:off x="4621138" y="1630982"/>
        <a:ext cx="1641444" cy="1072061"/>
      </dsp:txXfrm>
    </dsp:sp>
    <dsp:sp modelId="{C00C9A11-EA64-4FBE-9F02-958D2B82098D}">
      <dsp:nvSpPr>
        <dsp:cNvPr id="0" name=""/>
        <dsp:cNvSpPr/>
      </dsp:nvSpPr>
      <dsp:spPr>
        <a:xfrm>
          <a:off x="5396140" y="2736396"/>
          <a:ext cx="91440" cy="455506"/>
        </a:xfrm>
        <a:custGeom>
          <a:avLst/>
          <a:gdLst/>
          <a:ahLst/>
          <a:cxnLst/>
          <a:rect l="0" t="0" r="0" b="0"/>
          <a:pathLst>
            <a:path>
              <a:moveTo>
                <a:pt x="45720" y="0"/>
              </a:moveTo>
              <a:lnTo>
                <a:pt x="45720" y="455506"/>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712CD1-EEA6-4876-B0DF-686EB05E9345}">
      <dsp:nvSpPr>
        <dsp:cNvPr id="0" name=""/>
        <dsp:cNvSpPr/>
      </dsp:nvSpPr>
      <dsp:spPr>
        <a:xfrm>
          <a:off x="4587785" y="3191903"/>
          <a:ext cx="1708150" cy="1138767"/>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e-DE" sz="2000" kern="1200"/>
            <a:t>Graph</a:t>
          </a:r>
        </a:p>
      </dsp:txBody>
      <dsp:txXfrm>
        <a:off x="4621138" y="3225256"/>
        <a:ext cx="1641444" cy="1072061"/>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8E2D-0EAD-4AF8-9C82-9F501A5787D1}">
      <dsp:nvSpPr>
        <dsp:cNvPr id="0" name=""/>
        <dsp:cNvSpPr/>
      </dsp:nvSpPr>
      <dsp:spPr>
        <a:xfrm>
          <a:off x="3884"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System A</a:t>
          </a:r>
        </a:p>
      </dsp:txBody>
      <dsp:txXfrm>
        <a:off x="24287" y="693392"/>
        <a:ext cx="1120202" cy="655798"/>
      </dsp:txXfrm>
    </dsp:sp>
    <dsp:sp modelId="{003533E3-C11D-4584-8610-92F472477693}">
      <dsp:nvSpPr>
        <dsp:cNvPr id="0" name=""/>
        <dsp:cNvSpPr/>
      </dsp:nvSpPr>
      <dsp:spPr>
        <a:xfrm>
          <a:off x="1280993"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1280993" y="934912"/>
        <a:ext cx="172293" cy="172758"/>
      </dsp:txXfrm>
    </dsp:sp>
    <dsp:sp modelId="{9D630968-26E6-4FDF-A982-461513597835}">
      <dsp:nvSpPr>
        <dsp:cNvPr id="0" name=""/>
        <dsp:cNvSpPr/>
      </dsp:nvSpPr>
      <dsp:spPr>
        <a:xfrm>
          <a:off x="1629295"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Anfrage</a:t>
          </a:r>
        </a:p>
      </dsp:txBody>
      <dsp:txXfrm>
        <a:off x="1649698" y="693392"/>
        <a:ext cx="1120202" cy="655798"/>
      </dsp:txXfrm>
    </dsp:sp>
    <dsp:sp modelId="{5F0D8775-E5E2-44BD-8640-59EC434242A4}">
      <dsp:nvSpPr>
        <dsp:cNvPr id="0" name=""/>
        <dsp:cNvSpPr/>
      </dsp:nvSpPr>
      <dsp:spPr>
        <a:xfrm>
          <a:off x="2906404"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2906404" y="934912"/>
        <a:ext cx="172293" cy="172758"/>
      </dsp:txXfrm>
    </dsp:sp>
    <dsp:sp modelId="{84AFC852-A072-4D40-9E61-4BD7B532547F}">
      <dsp:nvSpPr>
        <dsp:cNvPr id="0" name=""/>
        <dsp:cNvSpPr/>
      </dsp:nvSpPr>
      <dsp:spPr>
        <a:xfrm>
          <a:off x="3254707"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System B</a:t>
          </a:r>
        </a:p>
      </dsp:txBody>
      <dsp:txXfrm>
        <a:off x="3275110" y="693392"/>
        <a:ext cx="1120202" cy="655798"/>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8E2D-0EAD-4AF8-9C82-9F501A5787D1}">
      <dsp:nvSpPr>
        <dsp:cNvPr id="0" name=""/>
        <dsp:cNvSpPr/>
      </dsp:nvSpPr>
      <dsp:spPr>
        <a:xfrm>
          <a:off x="3254707"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System B</a:t>
          </a:r>
        </a:p>
      </dsp:txBody>
      <dsp:txXfrm>
        <a:off x="3275110" y="693392"/>
        <a:ext cx="1120202" cy="655798"/>
      </dsp:txXfrm>
    </dsp:sp>
    <dsp:sp modelId="{003533E3-C11D-4584-8610-92F472477693}">
      <dsp:nvSpPr>
        <dsp:cNvPr id="0" name=""/>
        <dsp:cNvSpPr/>
      </dsp:nvSpPr>
      <dsp:spPr>
        <a:xfrm rot="10800000">
          <a:off x="2892472"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10800000">
        <a:off x="2966312" y="934912"/>
        <a:ext cx="172293" cy="172758"/>
      </dsp:txXfrm>
    </dsp:sp>
    <dsp:sp modelId="{9D630968-26E6-4FDF-A982-461513597835}">
      <dsp:nvSpPr>
        <dsp:cNvPr id="0" name=""/>
        <dsp:cNvSpPr/>
      </dsp:nvSpPr>
      <dsp:spPr>
        <a:xfrm>
          <a:off x="1629295"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Anfrage</a:t>
          </a:r>
        </a:p>
      </dsp:txBody>
      <dsp:txXfrm>
        <a:off x="1649698" y="693392"/>
        <a:ext cx="1120202" cy="655798"/>
      </dsp:txXfrm>
    </dsp:sp>
    <dsp:sp modelId="{5F0D8775-E5E2-44BD-8640-59EC434242A4}">
      <dsp:nvSpPr>
        <dsp:cNvPr id="0" name=""/>
        <dsp:cNvSpPr/>
      </dsp:nvSpPr>
      <dsp:spPr>
        <a:xfrm rot="10800000">
          <a:off x="1267061" y="877326"/>
          <a:ext cx="246133" cy="2879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rot="10800000">
        <a:off x="1340901" y="934912"/>
        <a:ext cx="172293" cy="172758"/>
      </dsp:txXfrm>
    </dsp:sp>
    <dsp:sp modelId="{84AFC852-A072-4D40-9E61-4BD7B532547F}">
      <dsp:nvSpPr>
        <dsp:cNvPr id="0" name=""/>
        <dsp:cNvSpPr/>
      </dsp:nvSpPr>
      <dsp:spPr>
        <a:xfrm>
          <a:off x="3884" y="672989"/>
          <a:ext cx="1161008" cy="6966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System A</a:t>
          </a:r>
        </a:p>
      </dsp:txBody>
      <dsp:txXfrm>
        <a:off x="24287" y="693392"/>
        <a:ext cx="1120202" cy="655798"/>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1DABD-4CC3-4C1A-A53F-24422AC7FC3F}">
      <dsp:nvSpPr>
        <dsp:cNvPr id="0" name=""/>
        <dsp:cNvSpPr/>
      </dsp:nvSpPr>
      <dsp:spPr>
        <a:xfrm>
          <a:off x="844747" y="49313"/>
          <a:ext cx="663213"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a:t>System A</a:t>
          </a:r>
        </a:p>
      </dsp:txBody>
      <dsp:txXfrm>
        <a:off x="859631" y="64197"/>
        <a:ext cx="633445" cy="478394"/>
      </dsp:txXfrm>
    </dsp:sp>
    <dsp:sp modelId="{EBC68EF2-C7A6-4361-B762-03EAB19A3EBD}">
      <dsp:nvSpPr>
        <dsp:cNvPr id="0" name=""/>
        <dsp:cNvSpPr/>
      </dsp:nvSpPr>
      <dsp:spPr>
        <a:xfrm rot="5382079">
          <a:off x="1087427" y="690151"/>
          <a:ext cx="182349"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1100711" y="694603"/>
        <a:ext cx="155642" cy="53413"/>
      </dsp:txXfrm>
    </dsp:sp>
    <dsp:sp modelId="{9358AFAC-60DA-4310-900E-1AB74CEE8223}">
      <dsp:nvSpPr>
        <dsp:cNvPr id="0" name=""/>
        <dsp:cNvSpPr/>
      </dsp:nvSpPr>
      <dsp:spPr>
        <a:xfrm>
          <a:off x="823222" y="901528"/>
          <a:ext cx="715148"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a:t>„Trigger“</a:t>
          </a:r>
        </a:p>
      </dsp:txBody>
      <dsp:txXfrm>
        <a:off x="838106" y="916412"/>
        <a:ext cx="685380" cy="478394"/>
      </dsp:txXfrm>
    </dsp:sp>
    <dsp:sp modelId="{CFA4C43B-D8B7-42AD-A8D2-E03DBC879D85}">
      <dsp:nvSpPr>
        <dsp:cNvPr id="0" name=""/>
        <dsp:cNvSpPr/>
      </dsp:nvSpPr>
      <dsp:spPr>
        <a:xfrm rot="5415086">
          <a:off x="1098582" y="1521453"/>
          <a:ext cx="160827"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rot="10800000">
        <a:off x="1111994" y="1525905"/>
        <a:ext cx="134120" cy="53413"/>
      </dsp:txXfrm>
    </dsp:sp>
    <dsp:sp modelId="{89F52926-E9B1-4E98-A064-2F6A48471878}">
      <dsp:nvSpPr>
        <dsp:cNvPr id="0" name=""/>
        <dsp:cNvSpPr/>
      </dsp:nvSpPr>
      <dsp:spPr>
        <a:xfrm>
          <a:off x="652177" y="1713136"/>
          <a:ext cx="1050115" cy="5081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e-DE" sz="1100" kern="1200"/>
            <a:t>System B / C / D</a:t>
          </a:r>
        </a:p>
      </dsp:txBody>
      <dsp:txXfrm>
        <a:off x="667061" y="1728020"/>
        <a:ext cx="1020347" cy="478394"/>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1DABD-4CC3-4C1A-A53F-24422AC7FC3F}">
      <dsp:nvSpPr>
        <dsp:cNvPr id="0" name=""/>
        <dsp:cNvSpPr/>
      </dsp:nvSpPr>
      <dsp:spPr>
        <a:xfrm>
          <a:off x="844747" y="45112"/>
          <a:ext cx="663213"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System A</a:t>
          </a:r>
        </a:p>
      </dsp:txBody>
      <dsp:txXfrm>
        <a:off x="859658" y="60023"/>
        <a:ext cx="633391" cy="479287"/>
      </dsp:txXfrm>
    </dsp:sp>
    <dsp:sp modelId="{EBC68EF2-C7A6-4361-B762-03EAB19A3EBD}">
      <dsp:nvSpPr>
        <dsp:cNvPr id="0" name=""/>
        <dsp:cNvSpPr/>
      </dsp:nvSpPr>
      <dsp:spPr>
        <a:xfrm rot="5382113">
          <a:off x="1087257" y="687226"/>
          <a:ext cx="182689"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1100541" y="691678"/>
        <a:ext cx="155982" cy="53413"/>
      </dsp:txXfrm>
    </dsp:sp>
    <dsp:sp modelId="{9358AFAC-60DA-4310-900E-1AB74CEE8223}">
      <dsp:nvSpPr>
        <dsp:cNvPr id="0" name=""/>
        <dsp:cNvSpPr/>
      </dsp:nvSpPr>
      <dsp:spPr>
        <a:xfrm>
          <a:off x="823222" y="898914"/>
          <a:ext cx="715148"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Daten bewegen</a:t>
          </a:r>
        </a:p>
      </dsp:txBody>
      <dsp:txXfrm>
        <a:off x="838133" y="913825"/>
        <a:ext cx="685326" cy="479287"/>
      </dsp:txXfrm>
    </dsp:sp>
    <dsp:sp modelId="{CFA4C43B-D8B7-42AD-A8D2-E03DBC879D85}">
      <dsp:nvSpPr>
        <dsp:cNvPr id="0" name=""/>
        <dsp:cNvSpPr/>
      </dsp:nvSpPr>
      <dsp:spPr>
        <a:xfrm rot="5415058">
          <a:off x="1098432" y="1520077"/>
          <a:ext cx="161126" cy="890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rot="10800000">
        <a:off x="1111844" y="1524529"/>
        <a:ext cx="134419" cy="53413"/>
      </dsp:txXfrm>
    </dsp:sp>
    <dsp:sp modelId="{89F52926-E9B1-4E98-A064-2F6A48471878}">
      <dsp:nvSpPr>
        <dsp:cNvPr id="0" name=""/>
        <dsp:cNvSpPr/>
      </dsp:nvSpPr>
      <dsp:spPr>
        <a:xfrm>
          <a:off x="652177" y="1712033"/>
          <a:ext cx="1050115" cy="5091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System B</a:t>
          </a:r>
        </a:p>
      </dsp:txBody>
      <dsp:txXfrm>
        <a:off x="667088" y="1726944"/>
        <a:ext cx="1020293" cy="479287"/>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88EC0-6713-4A10-8A7D-EE2679623E3C}">
      <dsp:nvSpPr>
        <dsp:cNvPr id="0" name=""/>
        <dsp:cNvSpPr/>
      </dsp:nvSpPr>
      <dsp:spPr>
        <a:xfrm>
          <a:off x="1550128" y="1903228"/>
          <a:ext cx="309692" cy="665839"/>
        </a:xfrm>
        <a:custGeom>
          <a:avLst/>
          <a:gdLst/>
          <a:ahLst/>
          <a:cxnLst/>
          <a:rect l="0" t="0" r="0" b="0"/>
          <a:pathLst>
            <a:path>
              <a:moveTo>
                <a:pt x="309692" y="0"/>
              </a:moveTo>
              <a:lnTo>
                <a:pt x="154846" y="0"/>
              </a:lnTo>
              <a:lnTo>
                <a:pt x="154846" y="665839"/>
              </a:lnTo>
              <a:lnTo>
                <a:pt x="0" y="6658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EEE1C7-1DB7-42D5-BA69-AC353DF5E948}">
      <dsp:nvSpPr>
        <dsp:cNvPr id="0" name=""/>
        <dsp:cNvSpPr/>
      </dsp:nvSpPr>
      <dsp:spPr>
        <a:xfrm>
          <a:off x="1550128" y="1857508"/>
          <a:ext cx="309692" cy="91440"/>
        </a:xfrm>
        <a:custGeom>
          <a:avLst/>
          <a:gdLst/>
          <a:ahLst/>
          <a:cxnLst/>
          <a:rect l="0" t="0" r="0" b="0"/>
          <a:pathLst>
            <a:path>
              <a:moveTo>
                <a:pt x="309692" y="45720"/>
              </a:moveTo>
              <a:lnTo>
                <a:pt x="0"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0B961E-74F4-4425-B5C2-0D4684661704}">
      <dsp:nvSpPr>
        <dsp:cNvPr id="0" name=""/>
        <dsp:cNvSpPr/>
      </dsp:nvSpPr>
      <dsp:spPr>
        <a:xfrm>
          <a:off x="1550128" y="1237389"/>
          <a:ext cx="309692" cy="665839"/>
        </a:xfrm>
        <a:custGeom>
          <a:avLst/>
          <a:gdLst/>
          <a:ahLst/>
          <a:cxnLst/>
          <a:rect l="0" t="0" r="0" b="0"/>
          <a:pathLst>
            <a:path>
              <a:moveTo>
                <a:pt x="309692" y="665839"/>
              </a:moveTo>
              <a:lnTo>
                <a:pt x="154846" y="665839"/>
              </a:lnTo>
              <a:lnTo>
                <a:pt x="154846" y="0"/>
              </a:ln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273B85-D33A-40EC-A828-7FAD82CFC9C3}">
      <dsp:nvSpPr>
        <dsp:cNvPr id="0" name=""/>
        <dsp:cNvSpPr/>
      </dsp:nvSpPr>
      <dsp:spPr>
        <a:xfrm>
          <a:off x="1859821" y="166708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Integration Layer</a:t>
          </a:r>
        </a:p>
      </dsp:txBody>
      <dsp:txXfrm>
        <a:off x="1859821" y="1667087"/>
        <a:ext cx="1548463" cy="472281"/>
      </dsp:txXfrm>
    </dsp:sp>
    <dsp:sp modelId="{F4283819-7617-45DA-9DDF-5CB1BC673C42}">
      <dsp:nvSpPr>
        <dsp:cNvPr id="0" name=""/>
        <dsp:cNvSpPr/>
      </dsp:nvSpPr>
      <dsp:spPr>
        <a:xfrm>
          <a:off x="1665" y="1001248"/>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System A</a:t>
          </a:r>
        </a:p>
      </dsp:txBody>
      <dsp:txXfrm>
        <a:off x="1665" y="1001248"/>
        <a:ext cx="1548463" cy="472281"/>
      </dsp:txXfrm>
    </dsp:sp>
    <dsp:sp modelId="{FC4643AA-1366-4709-B996-A0E0B46B7DE6}">
      <dsp:nvSpPr>
        <dsp:cNvPr id="0" name=""/>
        <dsp:cNvSpPr/>
      </dsp:nvSpPr>
      <dsp:spPr>
        <a:xfrm>
          <a:off x="1665" y="166708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System B</a:t>
          </a:r>
        </a:p>
      </dsp:txBody>
      <dsp:txXfrm>
        <a:off x="1665" y="1667087"/>
        <a:ext cx="1548463" cy="472281"/>
      </dsp:txXfrm>
    </dsp:sp>
    <dsp:sp modelId="{FC44E726-D993-40FA-9544-BF6A56860638}">
      <dsp:nvSpPr>
        <dsp:cNvPr id="0" name=""/>
        <dsp:cNvSpPr/>
      </dsp:nvSpPr>
      <dsp:spPr>
        <a:xfrm>
          <a:off x="1665" y="2332927"/>
          <a:ext cx="1548463" cy="472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de-DE" sz="1600" kern="1200"/>
            <a:t>System C</a:t>
          </a:r>
        </a:p>
      </dsp:txBody>
      <dsp:txXfrm>
        <a:off x="1665" y="2332927"/>
        <a:ext cx="1548463" cy="472281"/>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A1DAE-2BE7-4B70-BECD-ECB07CD1A6EA}">
      <dsp:nvSpPr>
        <dsp:cNvPr id="0" name=""/>
        <dsp:cNvSpPr/>
      </dsp:nvSpPr>
      <dsp:spPr>
        <a:xfrm>
          <a:off x="4649"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LLM/Agent</a:t>
          </a:r>
        </a:p>
      </dsp:txBody>
      <dsp:txXfrm>
        <a:off x="29068" y="321932"/>
        <a:ext cx="1340701" cy="784885"/>
      </dsp:txXfrm>
    </dsp:sp>
    <dsp:sp modelId="{4A6EFE8C-EE21-44B6-87DE-90B2AAE08790}">
      <dsp:nvSpPr>
        <dsp:cNvPr id="0" name=""/>
        <dsp:cNvSpPr/>
      </dsp:nvSpPr>
      <dsp:spPr>
        <a:xfrm>
          <a:off x="1533143" y="542072"/>
          <a:ext cx="294582" cy="3446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a:off x="1533143" y="610993"/>
        <a:ext cx="206207" cy="206763"/>
      </dsp:txXfrm>
    </dsp:sp>
    <dsp:sp modelId="{00EF97AD-390D-4EBA-90F5-471E3E46A55C}">
      <dsp:nvSpPr>
        <dsp:cNvPr id="0" name=""/>
        <dsp:cNvSpPr/>
      </dsp:nvSpPr>
      <dsp:spPr>
        <a:xfrm>
          <a:off x="1950005"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MCP</a:t>
          </a:r>
        </a:p>
      </dsp:txBody>
      <dsp:txXfrm>
        <a:off x="1974424" y="321932"/>
        <a:ext cx="1340701" cy="784885"/>
      </dsp:txXfrm>
    </dsp:sp>
    <dsp:sp modelId="{DFAA6673-9EC7-49AD-803F-7F432AC42186}">
      <dsp:nvSpPr>
        <dsp:cNvPr id="0" name=""/>
        <dsp:cNvSpPr/>
      </dsp:nvSpPr>
      <dsp:spPr>
        <a:xfrm>
          <a:off x="3478498" y="542072"/>
          <a:ext cx="294582" cy="3446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DE" sz="1400" kern="1200"/>
        </a:p>
      </dsp:txBody>
      <dsp:txXfrm>
        <a:off x="3478498" y="610993"/>
        <a:ext cx="206207" cy="206763"/>
      </dsp:txXfrm>
    </dsp:sp>
    <dsp:sp modelId="{4F7AC645-FB6C-492F-AF0D-CD40B0AEA79E}">
      <dsp:nvSpPr>
        <dsp:cNvPr id="0" name=""/>
        <dsp:cNvSpPr/>
      </dsp:nvSpPr>
      <dsp:spPr>
        <a:xfrm>
          <a:off x="3895360" y="297513"/>
          <a:ext cx="1389539" cy="833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Systeme / Tools</a:t>
          </a:r>
        </a:p>
      </dsp:txBody>
      <dsp:txXfrm>
        <a:off x="3919779" y="321932"/>
        <a:ext cx="1340701" cy="784885"/>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30F0C-F8F2-4A63-B20C-1C881784AE79}">
      <dsp:nvSpPr>
        <dsp:cNvPr id="0" name=""/>
        <dsp:cNvSpPr/>
      </dsp:nvSpPr>
      <dsp:spPr>
        <a:xfrm>
          <a:off x="2739010" y="666502"/>
          <a:ext cx="139415" cy="610771"/>
        </a:xfrm>
        <a:custGeom>
          <a:avLst/>
          <a:gdLst/>
          <a:ahLst/>
          <a:cxnLst/>
          <a:rect l="0" t="0" r="0" b="0"/>
          <a:pathLst>
            <a:path>
              <a:moveTo>
                <a:pt x="139415" y="0"/>
              </a:moveTo>
              <a:lnTo>
                <a:pt x="139415" y="610771"/>
              </a:lnTo>
              <a:lnTo>
                <a:pt x="0" y="6107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0EE087-36CA-473B-B7C1-08F46EDFFC9F}">
      <dsp:nvSpPr>
        <dsp:cNvPr id="0" name=""/>
        <dsp:cNvSpPr/>
      </dsp:nvSpPr>
      <dsp:spPr>
        <a:xfrm>
          <a:off x="2739010" y="3494639"/>
          <a:ext cx="139415" cy="610771"/>
        </a:xfrm>
        <a:custGeom>
          <a:avLst/>
          <a:gdLst/>
          <a:ahLst/>
          <a:cxnLst/>
          <a:rect l="0" t="0" r="0" b="0"/>
          <a:pathLst>
            <a:path>
              <a:moveTo>
                <a:pt x="139415" y="0"/>
              </a:moveTo>
              <a:lnTo>
                <a:pt x="139415" y="610771"/>
              </a:lnTo>
              <a:lnTo>
                <a:pt x="0" y="61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7B407A-C3B0-457F-96BB-FECBB700998B}">
      <dsp:nvSpPr>
        <dsp:cNvPr id="0" name=""/>
        <dsp:cNvSpPr/>
      </dsp:nvSpPr>
      <dsp:spPr>
        <a:xfrm>
          <a:off x="2878425" y="3494639"/>
          <a:ext cx="199164" cy="1553483"/>
        </a:xfrm>
        <a:custGeom>
          <a:avLst/>
          <a:gdLst/>
          <a:ahLst/>
          <a:cxnLst/>
          <a:rect l="0" t="0" r="0" b="0"/>
          <a:pathLst>
            <a:path>
              <a:moveTo>
                <a:pt x="0" y="0"/>
              </a:moveTo>
              <a:lnTo>
                <a:pt x="0" y="1553483"/>
              </a:lnTo>
              <a:lnTo>
                <a:pt x="199164" y="155348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62D549-FDE5-4DF7-B141-C6543EA3D049}">
      <dsp:nvSpPr>
        <dsp:cNvPr id="0" name=""/>
        <dsp:cNvSpPr/>
      </dsp:nvSpPr>
      <dsp:spPr>
        <a:xfrm>
          <a:off x="2832705" y="2551926"/>
          <a:ext cx="91440" cy="278830"/>
        </a:xfrm>
        <a:custGeom>
          <a:avLst/>
          <a:gdLst/>
          <a:ahLst/>
          <a:cxnLst/>
          <a:rect l="0" t="0" r="0" b="0"/>
          <a:pathLst>
            <a:path>
              <a:moveTo>
                <a:pt x="45720" y="0"/>
              </a:moveTo>
              <a:lnTo>
                <a:pt x="45720" y="27883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A01190-B114-4E7C-A7AC-B8639D23CF99}">
      <dsp:nvSpPr>
        <dsp:cNvPr id="0" name=""/>
        <dsp:cNvSpPr/>
      </dsp:nvSpPr>
      <dsp:spPr>
        <a:xfrm>
          <a:off x="2832705" y="666502"/>
          <a:ext cx="91440" cy="1221542"/>
        </a:xfrm>
        <a:custGeom>
          <a:avLst/>
          <a:gdLst/>
          <a:ahLst/>
          <a:cxnLst/>
          <a:rect l="0" t="0" r="0" b="0"/>
          <a:pathLst>
            <a:path>
              <a:moveTo>
                <a:pt x="45720" y="0"/>
              </a:moveTo>
              <a:lnTo>
                <a:pt x="45720" y="122154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DF9967-C334-4301-8C1B-A5262092BE0D}">
      <dsp:nvSpPr>
        <dsp:cNvPr id="0" name=""/>
        <dsp:cNvSpPr/>
      </dsp:nvSpPr>
      <dsp:spPr>
        <a:xfrm>
          <a:off x="2214543" y="2620"/>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a:t>Anwendung</a:t>
          </a:r>
        </a:p>
      </dsp:txBody>
      <dsp:txXfrm>
        <a:off x="2214543" y="2620"/>
        <a:ext cx="1327763" cy="663881"/>
      </dsp:txXfrm>
    </dsp:sp>
    <dsp:sp modelId="{709275A3-9D8E-4602-B1EA-BB5F9A10DC21}">
      <dsp:nvSpPr>
        <dsp:cNvPr id="0" name=""/>
        <dsp:cNvSpPr/>
      </dsp:nvSpPr>
      <dsp:spPr>
        <a:xfrm>
          <a:off x="2214543" y="1888044"/>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a:t>API</a:t>
          </a:r>
        </a:p>
      </dsp:txBody>
      <dsp:txXfrm>
        <a:off x="2214543" y="1888044"/>
        <a:ext cx="1327763" cy="663881"/>
      </dsp:txXfrm>
    </dsp:sp>
    <dsp:sp modelId="{9714BA0E-0848-479D-84A1-A12509788AF9}">
      <dsp:nvSpPr>
        <dsp:cNvPr id="0" name=""/>
        <dsp:cNvSpPr/>
      </dsp:nvSpPr>
      <dsp:spPr>
        <a:xfrm>
          <a:off x="2214543" y="2830757"/>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err="1"/>
            <a:t>InnoHub</a:t>
          </a:r>
          <a:endParaRPr lang="de-DE" sz="1500" kern="1200"/>
        </a:p>
      </dsp:txBody>
      <dsp:txXfrm>
        <a:off x="2214543" y="2830757"/>
        <a:ext cx="1327763" cy="663881"/>
      </dsp:txXfrm>
    </dsp:sp>
    <dsp:sp modelId="{EC2CC2DC-4EF9-41B5-9FB9-F7CF2984A59E}">
      <dsp:nvSpPr>
        <dsp:cNvPr id="0" name=""/>
        <dsp:cNvSpPr/>
      </dsp:nvSpPr>
      <dsp:spPr>
        <a:xfrm>
          <a:off x="3077589" y="4716181"/>
          <a:ext cx="1327763" cy="663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a:t>Anwendung</a:t>
          </a:r>
        </a:p>
      </dsp:txBody>
      <dsp:txXfrm>
        <a:off x="3077589" y="4716181"/>
        <a:ext cx="1327763" cy="663881"/>
      </dsp:txXfrm>
    </dsp:sp>
    <dsp:sp modelId="{98CB0963-2DC6-4FE8-ABE6-6D27DF5C9EF4}">
      <dsp:nvSpPr>
        <dsp:cNvPr id="0" name=""/>
        <dsp:cNvSpPr/>
      </dsp:nvSpPr>
      <dsp:spPr>
        <a:xfrm>
          <a:off x="1411246" y="3773469"/>
          <a:ext cx="1327763" cy="663881"/>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a:t>Daten</a:t>
          </a:r>
        </a:p>
      </dsp:txBody>
      <dsp:txXfrm>
        <a:off x="1411246" y="3773469"/>
        <a:ext cx="1327763" cy="663881"/>
      </dsp:txXfrm>
    </dsp:sp>
    <dsp:sp modelId="{94748E49-1BE4-4E2D-929E-0017E8C2B75D}">
      <dsp:nvSpPr>
        <dsp:cNvPr id="0" name=""/>
        <dsp:cNvSpPr/>
      </dsp:nvSpPr>
      <dsp:spPr>
        <a:xfrm>
          <a:off x="1411246" y="945332"/>
          <a:ext cx="1327763" cy="663881"/>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de-DE" sz="1500" kern="1200"/>
            <a:t>GET /</a:t>
          </a:r>
          <a:r>
            <a:rPr lang="de-DE" sz="1500" kern="1200" err="1"/>
            <a:t>technologiesX</a:t>
          </a:r>
          <a:endParaRPr lang="de-DE" sz="1500" kern="1200"/>
        </a:p>
      </dsp:txBody>
      <dsp:txXfrm>
        <a:off x="1411246" y="945332"/>
        <a:ext cx="1327763" cy="663881"/>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46524-F0E1-4FF6-AB8B-876CF62D8E20}">
      <dsp:nvSpPr>
        <dsp:cNvPr id="0" name=""/>
        <dsp:cNvSpPr/>
      </dsp:nvSpPr>
      <dsp:spPr>
        <a:xfrm>
          <a:off x="1911263" y="191953"/>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System A</a:t>
          </a:r>
        </a:p>
      </dsp:txBody>
      <dsp:txXfrm>
        <a:off x="1939908" y="220598"/>
        <a:ext cx="1409733" cy="920725"/>
      </dsp:txXfrm>
    </dsp:sp>
    <dsp:sp modelId="{BD824009-5E27-4FD3-9CF9-25717905CDA3}">
      <dsp:nvSpPr>
        <dsp:cNvPr id="0" name=""/>
        <dsp:cNvSpPr/>
      </dsp:nvSpPr>
      <dsp:spPr>
        <a:xfrm>
          <a:off x="2599054" y="1169968"/>
          <a:ext cx="91440" cy="391206"/>
        </a:xfrm>
        <a:custGeom>
          <a:avLst/>
          <a:gdLst/>
          <a:ahLst/>
          <a:cxnLst/>
          <a:rect l="0" t="0" r="0" b="0"/>
          <a:pathLst>
            <a:path>
              <a:moveTo>
                <a:pt x="45720" y="0"/>
              </a:moveTo>
              <a:lnTo>
                <a:pt x="45720" y="3912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163E80-AE8B-4DF3-B984-93CF7AEB3C01}">
      <dsp:nvSpPr>
        <dsp:cNvPr id="0" name=""/>
        <dsp:cNvSpPr/>
      </dsp:nvSpPr>
      <dsp:spPr>
        <a:xfrm>
          <a:off x="1911263" y="1561175"/>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a:t>
          </a:r>
          <a:r>
            <a:rPr lang="de-DE" sz="1000" kern="1200" err="1"/>
            <a:t>TechnologyUpdated</a:t>
          </a:r>
          <a:r>
            <a:rPr lang="de-DE" sz="1000" kern="1200"/>
            <a:t>“</a:t>
          </a:r>
        </a:p>
      </dsp:txBody>
      <dsp:txXfrm>
        <a:off x="1939908" y="1589820"/>
        <a:ext cx="1409733" cy="920725"/>
      </dsp:txXfrm>
    </dsp:sp>
    <dsp:sp modelId="{5C40B0A4-B091-4759-B6C2-DCE0740778AD}">
      <dsp:nvSpPr>
        <dsp:cNvPr id="0" name=""/>
        <dsp:cNvSpPr/>
      </dsp:nvSpPr>
      <dsp:spPr>
        <a:xfrm>
          <a:off x="2599054" y="2539190"/>
          <a:ext cx="91440" cy="391206"/>
        </a:xfrm>
        <a:custGeom>
          <a:avLst/>
          <a:gdLst/>
          <a:ahLst/>
          <a:cxnLst/>
          <a:rect l="0" t="0" r="0" b="0"/>
          <a:pathLst>
            <a:path>
              <a:moveTo>
                <a:pt x="45720" y="0"/>
              </a:moveTo>
              <a:lnTo>
                <a:pt x="4572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3E7CF6-0BFE-46A1-A01F-847E4F3309DF}">
      <dsp:nvSpPr>
        <dsp:cNvPr id="0" name=""/>
        <dsp:cNvSpPr/>
      </dsp:nvSpPr>
      <dsp:spPr>
        <a:xfrm>
          <a:off x="1911263" y="2930397"/>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Event </a:t>
          </a:r>
          <a:r>
            <a:rPr lang="de-DE" sz="1000" kern="1200" err="1"/>
            <a:t>platform</a:t>
          </a:r>
          <a:endParaRPr lang="de-DE" sz="1000" kern="1200"/>
        </a:p>
      </dsp:txBody>
      <dsp:txXfrm>
        <a:off x="1939908" y="2959042"/>
        <a:ext cx="1409733" cy="920725"/>
      </dsp:txXfrm>
    </dsp:sp>
    <dsp:sp modelId="{058C1544-CBA7-4910-9FE9-AD5DA936FE29}">
      <dsp:nvSpPr>
        <dsp:cNvPr id="0" name=""/>
        <dsp:cNvSpPr/>
      </dsp:nvSpPr>
      <dsp:spPr>
        <a:xfrm>
          <a:off x="737644" y="3908412"/>
          <a:ext cx="1907130" cy="391206"/>
        </a:xfrm>
        <a:custGeom>
          <a:avLst/>
          <a:gdLst/>
          <a:ahLst/>
          <a:cxnLst/>
          <a:rect l="0" t="0" r="0" b="0"/>
          <a:pathLst>
            <a:path>
              <a:moveTo>
                <a:pt x="1907130" y="0"/>
              </a:moveTo>
              <a:lnTo>
                <a:pt x="1907130" y="195603"/>
              </a:lnTo>
              <a:lnTo>
                <a:pt x="0" y="195603"/>
              </a:lnTo>
              <a:lnTo>
                <a:pt x="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C44F07-6E4D-4148-994D-0409D7D48B1D}">
      <dsp:nvSpPr>
        <dsp:cNvPr id="0" name=""/>
        <dsp:cNvSpPr/>
      </dsp:nvSpPr>
      <dsp:spPr>
        <a:xfrm>
          <a:off x="4132" y="4299619"/>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System B</a:t>
          </a:r>
        </a:p>
      </dsp:txBody>
      <dsp:txXfrm>
        <a:off x="32777" y="4328264"/>
        <a:ext cx="1409733" cy="920725"/>
      </dsp:txXfrm>
    </dsp:sp>
    <dsp:sp modelId="{31621482-531F-4EBF-B67B-DB46FFA8DEFC}">
      <dsp:nvSpPr>
        <dsp:cNvPr id="0" name=""/>
        <dsp:cNvSpPr/>
      </dsp:nvSpPr>
      <dsp:spPr>
        <a:xfrm>
          <a:off x="2599055" y="3908412"/>
          <a:ext cx="91440" cy="391206"/>
        </a:xfrm>
        <a:custGeom>
          <a:avLst/>
          <a:gdLst/>
          <a:ahLst/>
          <a:cxnLst/>
          <a:rect l="0" t="0" r="0" b="0"/>
          <a:pathLst>
            <a:path>
              <a:moveTo>
                <a:pt x="45720" y="0"/>
              </a:moveTo>
              <a:lnTo>
                <a:pt x="4572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108ACC-C45F-4E7B-922B-5D6CE23F4BCF}">
      <dsp:nvSpPr>
        <dsp:cNvPr id="0" name=""/>
        <dsp:cNvSpPr/>
      </dsp:nvSpPr>
      <dsp:spPr>
        <a:xfrm>
          <a:off x="1911263" y="4299619"/>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System C</a:t>
          </a:r>
        </a:p>
      </dsp:txBody>
      <dsp:txXfrm>
        <a:off x="1939908" y="4328264"/>
        <a:ext cx="1409733" cy="920725"/>
      </dsp:txXfrm>
    </dsp:sp>
    <dsp:sp modelId="{A390504E-5379-4365-BB2B-9BFD27B3E11C}">
      <dsp:nvSpPr>
        <dsp:cNvPr id="0" name=""/>
        <dsp:cNvSpPr/>
      </dsp:nvSpPr>
      <dsp:spPr>
        <a:xfrm>
          <a:off x="2644775" y="3908412"/>
          <a:ext cx="1907130" cy="391206"/>
        </a:xfrm>
        <a:custGeom>
          <a:avLst/>
          <a:gdLst/>
          <a:ahLst/>
          <a:cxnLst/>
          <a:rect l="0" t="0" r="0" b="0"/>
          <a:pathLst>
            <a:path>
              <a:moveTo>
                <a:pt x="0" y="0"/>
              </a:moveTo>
              <a:lnTo>
                <a:pt x="0" y="195603"/>
              </a:lnTo>
              <a:lnTo>
                <a:pt x="1907130" y="195603"/>
              </a:lnTo>
              <a:lnTo>
                <a:pt x="1907130" y="39120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5BDADE-62DA-4494-B5ED-A7B1E6EA755F}">
      <dsp:nvSpPr>
        <dsp:cNvPr id="0" name=""/>
        <dsp:cNvSpPr/>
      </dsp:nvSpPr>
      <dsp:spPr>
        <a:xfrm>
          <a:off x="3818393" y="4299619"/>
          <a:ext cx="1467023" cy="9780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DE" sz="1000" kern="1200"/>
            <a:t>System D</a:t>
          </a:r>
        </a:p>
      </dsp:txBody>
      <dsp:txXfrm>
        <a:off x="3847038" y="4328264"/>
        <a:ext cx="1409733" cy="920725"/>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F0D98-73C6-44AB-AD22-382534F84364}">
      <dsp:nvSpPr>
        <dsp:cNvPr id="0" name=""/>
        <dsp:cNvSpPr/>
      </dsp:nvSpPr>
      <dsp:spPr>
        <a:xfrm>
          <a:off x="65655" y="0"/>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Extract</a:t>
          </a:r>
        </a:p>
      </dsp:txBody>
      <dsp:txXfrm>
        <a:off x="93449" y="27794"/>
        <a:ext cx="1652532" cy="893367"/>
      </dsp:txXfrm>
    </dsp:sp>
    <dsp:sp modelId="{62AE1C06-6A3B-4A3B-968D-5BDF34B6ABFF}">
      <dsp:nvSpPr>
        <dsp:cNvPr id="0" name=""/>
        <dsp:cNvSpPr/>
      </dsp:nvSpPr>
      <dsp:spPr>
        <a:xfrm rot="5400000">
          <a:off x="741786" y="972679"/>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1008265"/>
        <a:ext cx="256218" cy="249101"/>
      </dsp:txXfrm>
    </dsp:sp>
    <dsp:sp modelId="{AC4CB85B-8A01-4C80-89D4-16B7BB0E8D0E}">
      <dsp:nvSpPr>
        <dsp:cNvPr id="0" name=""/>
        <dsp:cNvSpPr/>
      </dsp:nvSpPr>
      <dsp:spPr>
        <a:xfrm>
          <a:off x="65655" y="1423434"/>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Transform</a:t>
          </a:r>
        </a:p>
      </dsp:txBody>
      <dsp:txXfrm>
        <a:off x="93449" y="1451228"/>
        <a:ext cx="1652532" cy="893367"/>
      </dsp:txXfrm>
    </dsp:sp>
    <dsp:sp modelId="{D485CFBF-213C-4D23-92BF-482BEBAEFAB0}">
      <dsp:nvSpPr>
        <dsp:cNvPr id="0" name=""/>
        <dsp:cNvSpPr/>
      </dsp:nvSpPr>
      <dsp:spPr>
        <a:xfrm rot="5400000">
          <a:off x="741786" y="2396113"/>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2431699"/>
        <a:ext cx="256218" cy="249101"/>
      </dsp:txXfrm>
    </dsp:sp>
    <dsp:sp modelId="{342E05C9-B3CC-481E-92E7-1EE473B6F5EC}">
      <dsp:nvSpPr>
        <dsp:cNvPr id="0" name=""/>
        <dsp:cNvSpPr/>
      </dsp:nvSpPr>
      <dsp:spPr>
        <a:xfrm>
          <a:off x="65655" y="2846868"/>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Load</a:t>
          </a:r>
        </a:p>
      </dsp:txBody>
      <dsp:txXfrm>
        <a:off x="93449" y="2874662"/>
        <a:ext cx="1652532" cy="893367"/>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F0D98-73C6-44AB-AD22-382534F84364}">
      <dsp:nvSpPr>
        <dsp:cNvPr id="0" name=""/>
        <dsp:cNvSpPr/>
      </dsp:nvSpPr>
      <dsp:spPr>
        <a:xfrm>
          <a:off x="65655" y="0"/>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Extract</a:t>
          </a:r>
        </a:p>
      </dsp:txBody>
      <dsp:txXfrm>
        <a:off x="93449" y="27794"/>
        <a:ext cx="1652532" cy="893367"/>
      </dsp:txXfrm>
    </dsp:sp>
    <dsp:sp modelId="{62AE1C06-6A3B-4A3B-968D-5BDF34B6ABFF}">
      <dsp:nvSpPr>
        <dsp:cNvPr id="0" name=""/>
        <dsp:cNvSpPr/>
      </dsp:nvSpPr>
      <dsp:spPr>
        <a:xfrm rot="5400000">
          <a:off x="741786" y="972679"/>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1008265"/>
        <a:ext cx="256218" cy="249101"/>
      </dsp:txXfrm>
    </dsp:sp>
    <dsp:sp modelId="{AC4CB85B-8A01-4C80-89D4-16B7BB0E8D0E}">
      <dsp:nvSpPr>
        <dsp:cNvPr id="0" name=""/>
        <dsp:cNvSpPr/>
      </dsp:nvSpPr>
      <dsp:spPr>
        <a:xfrm>
          <a:off x="65655" y="1423434"/>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Load</a:t>
          </a:r>
        </a:p>
      </dsp:txBody>
      <dsp:txXfrm>
        <a:off x="93449" y="1451228"/>
        <a:ext cx="1652532" cy="893367"/>
      </dsp:txXfrm>
    </dsp:sp>
    <dsp:sp modelId="{D485CFBF-213C-4D23-92BF-482BEBAEFAB0}">
      <dsp:nvSpPr>
        <dsp:cNvPr id="0" name=""/>
        <dsp:cNvSpPr/>
      </dsp:nvSpPr>
      <dsp:spPr>
        <a:xfrm rot="5400000">
          <a:off x="741786" y="2396113"/>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de-DE" sz="1800" kern="1200"/>
        </a:p>
      </dsp:txBody>
      <dsp:txXfrm rot="-5400000">
        <a:off x="791607" y="2431699"/>
        <a:ext cx="256218" cy="249101"/>
      </dsp:txXfrm>
    </dsp:sp>
    <dsp:sp modelId="{342E05C9-B3CC-481E-92E7-1EE473B6F5EC}">
      <dsp:nvSpPr>
        <dsp:cNvPr id="0" name=""/>
        <dsp:cNvSpPr/>
      </dsp:nvSpPr>
      <dsp:spPr>
        <a:xfrm>
          <a:off x="65655" y="2846868"/>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de-DE" sz="2500" kern="1200"/>
            <a:t>Transform</a:t>
          </a:r>
        </a:p>
      </dsp:txBody>
      <dsp:txXfrm>
        <a:off x="93449" y="2874662"/>
        <a:ext cx="1652532" cy="89336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F0D98-73C6-44AB-AD22-382534F84364}">
      <dsp:nvSpPr>
        <dsp:cNvPr id="0" name=""/>
        <dsp:cNvSpPr/>
      </dsp:nvSpPr>
      <dsp:spPr>
        <a:xfrm>
          <a:off x="65655" y="0"/>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t>Änderungen</a:t>
          </a:r>
        </a:p>
      </dsp:txBody>
      <dsp:txXfrm>
        <a:off x="93449" y="27794"/>
        <a:ext cx="1652532" cy="893367"/>
      </dsp:txXfrm>
    </dsp:sp>
    <dsp:sp modelId="{62AE1C06-6A3B-4A3B-968D-5BDF34B6ABFF}">
      <dsp:nvSpPr>
        <dsp:cNvPr id="0" name=""/>
        <dsp:cNvSpPr/>
      </dsp:nvSpPr>
      <dsp:spPr>
        <a:xfrm rot="5400000">
          <a:off x="741786" y="972679"/>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de-DE" sz="1700" kern="1200"/>
        </a:p>
      </dsp:txBody>
      <dsp:txXfrm rot="-5400000">
        <a:off x="791607" y="1008265"/>
        <a:ext cx="256218" cy="249101"/>
      </dsp:txXfrm>
    </dsp:sp>
    <dsp:sp modelId="{AC4CB85B-8A01-4C80-89D4-16B7BB0E8D0E}">
      <dsp:nvSpPr>
        <dsp:cNvPr id="0" name=""/>
        <dsp:cNvSpPr/>
      </dsp:nvSpPr>
      <dsp:spPr>
        <a:xfrm>
          <a:off x="65655" y="1423434"/>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t>Capture</a:t>
          </a:r>
        </a:p>
      </dsp:txBody>
      <dsp:txXfrm>
        <a:off x="93449" y="1451228"/>
        <a:ext cx="1652532" cy="893367"/>
      </dsp:txXfrm>
    </dsp:sp>
    <dsp:sp modelId="{D485CFBF-213C-4D23-92BF-482BEBAEFAB0}">
      <dsp:nvSpPr>
        <dsp:cNvPr id="0" name=""/>
        <dsp:cNvSpPr/>
      </dsp:nvSpPr>
      <dsp:spPr>
        <a:xfrm rot="5400000">
          <a:off x="741786" y="2396113"/>
          <a:ext cx="355858" cy="4270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de-DE" sz="1700" kern="1200"/>
        </a:p>
      </dsp:txBody>
      <dsp:txXfrm rot="-5400000">
        <a:off x="791607" y="2431699"/>
        <a:ext cx="256218" cy="249101"/>
      </dsp:txXfrm>
    </dsp:sp>
    <dsp:sp modelId="{342E05C9-B3CC-481E-92E7-1EE473B6F5EC}">
      <dsp:nvSpPr>
        <dsp:cNvPr id="0" name=""/>
        <dsp:cNvSpPr/>
      </dsp:nvSpPr>
      <dsp:spPr>
        <a:xfrm>
          <a:off x="65655" y="2846868"/>
          <a:ext cx="1708120" cy="948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t>Ziel</a:t>
          </a:r>
        </a:p>
      </dsp:txBody>
      <dsp:txXfrm>
        <a:off x="93449" y="2874662"/>
        <a:ext cx="1652532" cy="893367"/>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A7AD3-829B-4950-BF4D-EF1A368304FC}">
      <dsp:nvSpPr>
        <dsp:cNvPr id="0" name=""/>
        <dsp:cNvSpPr/>
      </dsp:nvSpPr>
      <dsp:spPr>
        <a:xfrm>
          <a:off x="1511935" y="1007021"/>
          <a:ext cx="827402" cy="287197"/>
        </a:xfrm>
        <a:custGeom>
          <a:avLst/>
          <a:gdLst/>
          <a:ahLst/>
          <a:cxnLst/>
          <a:rect l="0" t="0" r="0" b="0"/>
          <a:pathLst>
            <a:path>
              <a:moveTo>
                <a:pt x="0" y="0"/>
              </a:moveTo>
              <a:lnTo>
                <a:pt x="0" y="143598"/>
              </a:lnTo>
              <a:lnTo>
                <a:pt x="827402" y="143598"/>
              </a:lnTo>
              <a:lnTo>
                <a:pt x="827402" y="2871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FE213-A8F8-473A-BD1E-CB04CD521F0D}">
      <dsp:nvSpPr>
        <dsp:cNvPr id="0" name=""/>
        <dsp:cNvSpPr/>
      </dsp:nvSpPr>
      <dsp:spPr>
        <a:xfrm>
          <a:off x="684532" y="1007021"/>
          <a:ext cx="827402" cy="287197"/>
        </a:xfrm>
        <a:custGeom>
          <a:avLst/>
          <a:gdLst/>
          <a:ahLst/>
          <a:cxnLst/>
          <a:rect l="0" t="0" r="0" b="0"/>
          <a:pathLst>
            <a:path>
              <a:moveTo>
                <a:pt x="827402" y="0"/>
              </a:moveTo>
              <a:lnTo>
                <a:pt x="827402" y="143598"/>
              </a:lnTo>
              <a:lnTo>
                <a:pt x="0" y="143598"/>
              </a:lnTo>
              <a:lnTo>
                <a:pt x="0" y="2871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FC0683-8D83-448E-8B82-C32B3174E750}">
      <dsp:nvSpPr>
        <dsp:cNvPr id="0" name=""/>
        <dsp:cNvSpPr/>
      </dsp:nvSpPr>
      <dsp:spPr>
        <a:xfrm>
          <a:off x="828131" y="323217"/>
          <a:ext cx="1367607" cy="683803"/>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de-DE" sz="2300" kern="1200"/>
            <a:t>Reicht das aus?</a:t>
          </a:r>
        </a:p>
      </dsp:txBody>
      <dsp:txXfrm>
        <a:off x="828131" y="323217"/>
        <a:ext cx="1367607" cy="683803"/>
      </dsp:txXfrm>
    </dsp:sp>
    <dsp:sp modelId="{C9FBC69E-A795-415E-98BA-4CB746C6B320}">
      <dsp:nvSpPr>
        <dsp:cNvPr id="0" name=""/>
        <dsp:cNvSpPr/>
      </dsp:nvSpPr>
      <dsp:spPr>
        <a:xfrm>
          <a:off x="729" y="1294218"/>
          <a:ext cx="1367607" cy="68380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de-DE" sz="2300" kern="1200"/>
            <a:t>Ja</a:t>
          </a:r>
        </a:p>
      </dsp:txBody>
      <dsp:txXfrm>
        <a:off x="729" y="1294218"/>
        <a:ext cx="1367607" cy="683803"/>
      </dsp:txXfrm>
    </dsp:sp>
    <dsp:sp modelId="{A164BA70-BF7A-4757-A326-8729BEA5A552}">
      <dsp:nvSpPr>
        <dsp:cNvPr id="0" name=""/>
        <dsp:cNvSpPr/>
      </dsp:nvSpPr>
      <dsp:spPr>
        <a:xfrm>
          <a:off x="1655533" y="1294218"/>
          <a:ext cx="1367607" cy="68380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de-DE" sz="2300" kern="1200"/>
            <a:t>Nein</a:t>
          </a:r>
        </a:p>
      </dsp:txBody>
      <dsp:txXfrm>
        <a:off x="1655533" y="1294218"/>
        <a:ext cx="1367607" cy="683803"/>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6FD5D9-C49A-4C06-B555-E4DC6A28120E}">
      <dsp:nvSpPr>
        <dsp:cNvPr id="0" name=""/>
        <dsp:cNvSpPr/>
      </dsp:nvSpPr>
      <dsp:spPr>
        <a:xfrm>
          <a:off x="286846" y="504"/>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Frage</a:t>
          </a:r>
        </a:p>
      </dsp:txBody>
      <dsp:txXfrm>
        <a:off x="304140" y="17798"/>
        <a:ext cx="1718359" cy="555878"/>
      </dsp:txXfrm>
    </dsp:sp>
    <dsp:sp modelId="{4F35868D-55D5-4320-8BAF-ACCE88552AB7}">
      <dsp:nvSpPr>
        <dsp:cNvPr id="0" name=""/>
        <dsp:cNvSpPr/>
      </dsp:nvSpPr>
      <dsp:spPr>
        <a:xfrm rot="5400000">
          <a:off x="1052607" y="605732"/>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627875"/>
        <a:ext cx="159425" cy="154997"/>
      </dsp:txXfrm>
    </dsp:sp>
    <dsp:sp modelId="{FBDD3AD6-C12D-4D89-A452-ADB1414E00B9}">
      <dsp:nvSpPr>
        <dsp:cNvPr id="0" name=""/>
        <dsp:cNvSpPr/>
      </dsp:nvSpPr>
      <dsp:spPr>
        <a:xfrm>
          <a:off x="286846" y="886204"/>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Planen</a:t>
          </a:r>
        </a:p>
      </dsp:txBody>
      <dsp:txXfrm>
        <a:off x="304140" y="903498"/>
        <a:ext cx="1718359" cy="555878"/>
      </dsp:txXfrm>
    </dsp:sp>
    <dsp:sp modelId="{F62BB997-D5D1-4F5C-8F34-D2A10A75BFA6}">
      <dsp:nvSpPr>
        <dsp:cNvPr id="0" name=""/>
        <dsp:cNvSpPr/>
      </dsp:nvSpPr>
      <dsp:spPr>
        <a:xfrm rot="5400000">
          <a:off x="1052607" y="1491432"/>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1513575"/>
        <a:ext cx="159425" cy="154997"/>
      </dsp:txXfrm>
    </dsp:sp>
    <dsp:sp modelId="{EC9761C8-60BE-40BC-A0C7-D152CEC00F94}">
      <dsp:nvSpPr>
        <dsp:cNvPr id="0" name=""/>
        <dsp:cNvSpPr/>
      </dsp:nvSpPr>
      <dsp:spPr>
        <a:xfrm>
          <a:off x="286846" y="1771903"/>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Suchen</a:t>
          </a:r>
        </a:p>
      </dsp:txBody>
      <dsp:txXfrm>
        <a:off x="304140" y="1789197"/>
        <a:ext cx="1718359" cy="555878"/>
      </dsp:txXfrm>
    </dsp:sp>
    <dsp:sp modelId="{FFB3A958-021F-4B96-842C-397609F033EE}">
      <dsp:nvSpPr>
        <dsp:cNvPr id="0" name=""/>
        <dsp:cNvSpPr/>
      </dsp:nvSpPr>
      <dsp:spPr>
        <a:xfrm rot="5400000">
          <a:off x="1052607" y="2377131"/>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2399274"/>
        <a:ext cx="159425" cy="154997"/>
      </dsp:txXfrm>
    </dsp:sp>
    <dsp:sp modelId="{002AB815-2F55-4E35-ADC3-53E8320E0C86}">
      <dsp:nvSpPr>
        <dsp:cNvPr id="0" name=""/>
        <dsp:cNvSpPr/>
      </dsp:nvSpPr>
      <dsp:spPr>
        <a:xfrm>
          <a:off x="286846" y="2657603"/>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Bewerten</a:t>
          </a:r>
        </a:p>
      </dsp:txBody>
      <dsp:txXfrm>
        <a:off x="304140" y="2674897"/>
        <a:ext cx="1718359" cy="555878"/>
      </dsp:txXfrm>
    </dsp:sp>
    <dsp:sp modelId="{4E85695A-9C60-41B5-A303-C509B3086FD8}">
      <dsp:nvSpPr>
        <dsp:cNvPr id="0" name=""/>
        <dsp:cNvSpPr/>
      </dsp:nvSpPr>
      <dsp:spPr>
        <a:xfrm rot="5400000">
          <a:off x="1052607" y="3262831"/>
          <a:ext cx="221424" cy="2657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e-DE" sz="1100" kern="1200"/>
        </a:p>
      </dsp:txBody>
      <dsp:txXfrm rot="-5400000">
        <a:off x="1083607" y="3284974"/>
        <a:ext cx="159425" cy="154997"/>
      </dsp:txXfrm>
    </dsp:sp>
    <dsp:sp modelId="{5C980A04-680E-4D92-934C-4DCA2A6BF14E}">
      <dsp:nvSpPr>
        <dsp:cNvPr id="0" name=""/>
        <dsp:cNvSpPr/>
      </dsp:nvSpPr>
      <dsp:spPr>
        <a:xfrm>
          <a:off x="286846" y="3543302"/>
          <a:ext cx="1752947" cy="590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a:t>Reicht das aus?</a:t>
          </a:r>
        </a:p>
      </dsp:txBody>
      <dsp:txXfrm>
        <a:off x="304140" y="3560596"/>
        <a:ext cx="1718359" cy="555878"/>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37F6E-5CA3-40B3-9AD0-E3A72F4CC154}">
      <dsp:nvSpPr>
        <dsp:cNvPr id="0" name=""/>
        <dsp:cNvSpPr/>
      </dsp:nvSpPr>
      <dsp:spPr>
        <a:xfrm>
          <a:off x="0" y="0"/>
          <a:ext cx="1322047" cy="5774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DE" sz="2400" kern="1200"/>
            <a:t>Antwort</a:t>
          </a:r>
        </a:p>
      </dsp:txBody>
      <dsp:txXfrm>
        <a:off x="16912" y="16912"/>
        <a:ext cx="1288223" cy="543603"/>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0.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9.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8DE0D6B-564B-40DA-888C-4F4DBEA8B667}"/>
              </a:ext>
            </a:extLst>
          </p:cNvPr>
          <p:cNvSpPr>
            <a:spLocks noGrp="1"/>
          </p:cNvSpPr>
          <p:nvPr>
            <p:ph type="dt" sz="quarter" idx="1"/>
          </p:nvPr>
        </p:nvSpPr>
        <p:spPr>
          <a:xfrm>
            <a:off x="5910264" y="8852083"/>
            <a:ext cx="450850" cy="107722"/>
          </a:xfrm>
          <a:prstGeom prst="rect">
            <a:avLst/>
          </a:prstGeom>
        </p:spPr>
        <p:txBody>
          <a:bodyPr vert="horz" wrap="square" lIns="0" tIns="0" rIns="0" bIns="0" rtlCol="0" anchor="b">
            <a:spAutoFit/>
          </a:bodyPr>
          <a:lstStyle>
            <a:lvl1pPr algn="r">
              <a:defRPr sz="1200"/>
            </a:lvl1pPr>
          </a:lstStyle>
          <a:p>
            <a:pPr>
              <a:spcAft>
                <a:spcPts val="600"/>
              </a:spcAft>
            </a:pPr>
            <a:fld id="{E38A5054-E2B2-4BC4-A606-4E1F8420617D}" type="datetimeFigureOut">
              <a:rPr lang="de-DE" sz="700"/>
              <a:pPr>
                <a:spcAft>
                  <a:spcPts val="600"/>
                </a:spcAft>
              </a:pPr>
              <a:t>13.09.2026</a:t>
            </a:fld>
            <a:endParaRPr lang="de-DE" sz="700"/>
          </a:p>
        </p:txBody>
      </p:sp>
      <p:sp>
        <p:nvSpPr>
          <p:cNvPr id="4" name="Fußzeilenplatzhalter 3">
            <a:extLst>
              <a:ext uri="{FF2B5EF4-FFF2-40B4-BE49-F238E27FC236}">
                <a16:creationId xmlns:a16="http://schemas.microsoft.com/office/drawing/2014/main" id="{7553D44F-B264-448E-B4B3-615A8557BA4F}"/>
              </a:ext>
            </a:extLst>
          </p:cNvPr>
          <p:cNvSpPr>
            <a:spLocks noGrp="1"/>
          </p:cNvSpPr>
          <p:nvPr>
            <p:ph type="ftr" sz="quarter" idx="2"/>
          </p:nvPr>
        </p:nvSpPr>
        <p:spPr>
          <a:xfrm>
            <a:off x="666750" y="8852083"/>
            <a:ext cx="4924425" cy="107722"/>
          </a:xfrm>
          <a:prstGeom prst="rect">
            <a:avLst/>
          </a:prstGeom>
        </p:spPr>
        <p:txBody>
          <a:bodyPr vert="horz" wrap="square" lIns="0" tIns="0" rIns="0" bIns="0" rtlCol="0" anchor="b">
            <a:spAutoFit/>
          </a:bodyPr>
          <a:lstStyle>
            <a:lvl1pPr algn="l">
              <a:defRPr sz="1200"/>
            </a:lvl1pPr>
          </a:lstStyle>
          <a:p>
            <a:pPr>
              <a:spcAft>
                <a:spcPts val="600"/>
              </a:spcAft>
            </a:pPr>
            <a:endParaRPr lang="de-DE" sz="700"/>
          </a:p>
        </p:txBody>
      </p:sp>
      <p:sp>
        <p:nvSpPr>
          <p:cNvPr id="5" name="Foliennummernplatzhalter 4">
            <a:extLst>
              <a:ext uri="{FF2B5EF4-FFF2-40B4-BE49-F238E27FC236}">
                <a16:creationId xmlns:a16="http://schemas.microsoft.com/office/drawing/2014/main" id="{947BD97F-75F3-49E1-9536-A0AB33531188}"/>
              </a:ext>
            </a:extLst>
          </p:cNvPr>
          <p:cNvSpPr>
            <a:spLocks noGrp="1"/>
          </p:cNvSpPr>
          <p:nvPr>
            <p:ph type="sldNum" sz="quarter" idx="3"/>
          </p:nvPr>
        </p:nvSpPr>
        <p:spPr>
          <a:xfrm>
            <a:off x="476250" y="8852083"/>
            <a:ext cx="173124" cy="107722"/>
          </a:xfrm>
          <a:prstGeom prst="rect">
            <a:avLst/>
          </a:prstGeom>
        </p:spPr>
        <p:txBody>
          <a:bodyPr vert="horz" wrap="none" lIns="0" tIns="0" rIns="0" bIns="0" rtlCol="0" anchor="b">
            <a:spAutoFit/>
          </a:bodyPr>
          <a:lstStyle>
            <a:lvl1pPr algn="r">
              <a:defRPr sz="1200"/>
            </a:lvl1pPr>
          </a:lstStyle>
          <a:p>
            <a:pPr algn="l">
              <a:spcAft>
                <a:spcPts val="600"/>
              </a:spcAft>
            </a:pPr>
            <a:fld id="{E02F63AE-9EB1-41A8-9C82-D14621EE7C2F}" type="slidenum">
              <a:rPr lang="de-DE" sz="700"/>
              <a:pPr algn="l">
                <a:spcAft>
                  <a:spcPts val="600"/>
                </a:spcAft>
              </a:pPr>
              <a:t>‹Nr.›</a:t>
            </a:fld>
            <a:endParaRPr lang="de-DE" sz="700"/>
          </a:p>
        </p:txBody>
      </p:sp>
    </p:spTree>
    <p:extLst>
      <p:ext uri="{BB962C8B-B14F-4D97-AF65-F5344CB8AC3E}">
        <p14:creationId xmlns:p14="http://schemas.microsoft.com/office/powerpoint/2010/main" val="298334840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710789" y="8852083"/>
            <a:ext cx="5089936" cy="107722"/>
          </a:xfrm>
          <a:prstGeom prst="rect">
            <a:avLst/>
          </a:prstGeom>
        </p:spPr>
        <p:txBody>
          <a:bodyPr vert="horz" wrap="square" lIns="0" tIns="0" rIns="0" bIns="0" rtlCol="0" anchor="b">
            <a:noAutofit/>
          </a:bodyPr>
          <a:lstStyle>
            <a:lvl1pPr rtl="0">
              <a:defRPr lang="de-DE" sz="700" dirty="0"/>
            </a:lvl1pPr>
          </a:lstStyle>
          <a:p>
            <a:pPr>
              <a:spcAft>
                <a:spcPts val="600"/>
              </a:spcAft>
            </a:pPr>
            <a:endParaRPr lang="de-DE"/>
          </a:p>
        </p:txBody>
      </p:sp>
      <p:sp>
        <p:nvSpPr>
          <p:cNvPr id="3" name="Datumsplatzhalter 2"/>
          <p:cNvSpPr>
            <a:spLocks noGrp="1"/>
          </p:cNvSpPr>
          <p:nvPr>
            <p:ph type="dt" idx="1"/>
          </p:nvPr>
        </p:nvSpPr>
        <p:spPr>
          <a:xfrm>
            <a:off x="5910264" y="8852083"/>
            <a:ext cx="450850" cy="107722"/>
          </a:xfrm>
          <a:prstGeom prst="rect">
            <a:avLst/>
          </a:prstGeom>
        </p:spPr>
        <p:txBody>
          <a:bodyPr vert="horz" wrap="square" lIns="0" tIns="0" rIns="0" bIns="0" rtlCol="0" anchor="b">
            <a:spAutoFit/>
          </a:bodyPr>
          <a:lstStyle>
            <a:lvl1pPr rtl="0">
              <a:defRPr lang="de-DE" sz="700" smtClean="0"/>
            </a:lvl1pPr>
          </a:lstStyle>
          <a:p>
            <a:pPr algn="r">
              <a:spcAft>
                <a:spcPts val="600"/>
              </a:spcAft>
            </a:pPr>
            <a:fld id="{ADCC9257-0230-4B2C-887B-9C96BA5CED8B}" type="datetimeFigureOut">
              <a:rPr lang="de-DE" smtClean="0"/>
              <a:pPr algn="r">
                <a:spcAft>
                  <a:spcPts val="600"/>
                </a:spcAft>
              </a:pPr>
              <a:t>13.09.2026</a:t>
            </a:fld>
            <a:endParaRPr lang="de-DE"/>
          </a:p>
        </p:txBody>
      </p:sp>
      <p:sp>
        <p:nvSpPr>
          <p:cNvPr id="7" name="Foliennummernplatzhalter 6"/>
          <p:cNvSpPr>
            <a:spLocks noGrp="1"/>
          </p:cNvSpPr>
          <p:nvPr>
            <p:ph type="sldNum" sz="quarter" idx="5"/>
          </p:nvPr>
        </p:nvSpPr>
        <p:spPr>
          <a:xfrm>
            <a:off x="476250" y="8852083"/>
            <a:ext cx="182742" cy="107722"/>
          </a:xfrm>
          <a:prstGeom prst="rect">
            <a:avLst/>
          </a:prstGeom>
        </p:spPr>
        <p:txBody>
          <a:bodyPr vert="horz" wrap="none" lIns="0" tIns="0" rIns="0" bIns="0" rtlCol="0" anchor="b">
            <a:spAutoFit/>
          </a:bodyPr>
          <a:lstStyle>
            <a:lvl1pPr rtl="0">
              <a:defRPr lang="de-DE" sz="700" smtClean="0"/>
            </a:lvl1pPr>
          </a:lstStyle>
          <a:p>
            <a:pPr>
              <a:spcAft>
                <a:spcPts val="600"/>
              </a:spcAft>
            </a:pPr>
            <a:fld id="{9FCCE027-5007-4E59-9B03-F9F4DC369070}" type="slidenum">
              <a:rPr lang="de-DE" smtClean="0"/>
              <a:pPr>
                <a:spcAft>
                  <a:spcPts val="600"/>
                </a:spcAft>
              </a:pPr>
              <a:t>‹Nr.›</a:t>
            </a:fld>
            <a:endParaRPr lang="de-DE"/>
          </a:p>
        </p:txBody>
      </p:sp>
    </p:spTree>
    <p:extLst>
      <p:ext uri="{BB962C8B-B14F-4D97-AF65-F5344CB8AC3E}">
        <p14:creationId xmlns:p14="http://schemas.microsoft.com/office/powerpoint/2010/main" val="2401491903"/>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b="1" kern="1200">
        <a:solidFill>
          <a:schemeClr val="tx1"/>
        </a:solidFill>
        <a:latin typeface="+mn-lt"/>
        <a:ea typeface="+mn-ea"/>
        <a:cs typeface="+mn-cs"/>
      </a:defRPr>
    </a:lvl1pPr>
    <a:lvl2pPr marL="0" indent="0" algn="l" defTabSz="914400" rtl="0" eaLnBrk="1" latinLnBrk="0" hangingPunct="1">
      <a:spcAft>
        <a:spcPts val="600"/>
      </a:spcAft>
      <a:defRPr sz="1200" kern="1200">
        <a:solidFill>
          <a:schemeClr val="tx1"/>
        </a:solidFill>
        <a:latin typeface="+mn-lt"/>
        <a:ea typeface="+mn-ea"/>
        <a:cs typeface="+mn-cs"/>
      </a:defRPr>
    </a:lvl2pPr>
    <a:lvl3pPr marL="266700" indent="-266700" algn="l" defTabSz="914400" rtl="0" eaLnBrk="1" latinLnBrk="0" hangingPunct="1">
      <a:spcAft>
        <a:spcPts val="600"/>
      </a:spcAft>
      <a:buFont typeface="Montserrat" panose="00000500000000000000" pitchFamily="2" charset="0"/>
      <a:buChar char="›"/>
      <a:defRPr sz="1200" kern="1200">
        <a:solidFill>
          <a:schemeClr val="tx1"/>
        </a:solidFill>
        <a:latin typeface="+mn-lt"/>
        <a:ea typeface="+mn-ea"/>
        <a:cs typeface="+mn-cs"/>
      </a:defRPr>
    </a:lvl3pPr>
    <a:lvl4pPr marL="542925" indent="-276225" algn="l" defTabSz="914400" rtl="0" eaLnBrk="1" latinLnBrk="0" hangingPunct="1">
      <a:spcAft>
        <a:spcPts val="600"/>
      </a:spcAft>
      <a:buFont typeface="Symbol" panose="05050102010706020507" pitchFamily="18" charset="2"/>
      <a:buChar char="-"/>
      <a:defRPr sz="1200" kern="1200">
        <a:solidFill>
          <a:schemeClr val="tx1"/>
        </a:solidFill>
        <a:latin typeface="+mn-lt"/>
        <a:ea typeface="+mn-ea"/>
        <a:cs typeface="+mn-cs"/>
      </a:defRPr>
    </a:lvl4pPr>
    <a:lvl5pPr marL="809625" indent="-266700" algn="l" defTabSz="914400" rtl="0" eaLnBrk="1" latinLnBrk="0" hangingPunct="1">
      <a:spcAft>
        <a:spcPts val="600"/>
      </a:spcAft>
      <a:buFont typeface="Montserrat" panose="00000500000000000000" pitchFamily="2"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Von der einfachen LLM Nutzung zum integrierten Wissenssystem.</a:t>
            </a:r>
          </a:p>
          <a:p>
            <a:r>
              <a:rPr lang="de-DE"/>
              <a:t>Von Daten und Retrieval zu MCP und RAG Architekturen</a:t>
            </a:r>
          </a:p>
          <a:p>
            <a:endParaRPr lang="de-DE"/>
          </a:p>
          <a:p>
            <a:pPr marL="742950" lvl="1" indent="-285750">
              <a:buFont typeface="Arial" panose="020B0604020202020204" pitchFamily="34" charset="0"/>
              <a:buChar char="•"/>
            </a:pPr>
            <a:r>
              <a:rPr lang="de-DE" sz="1200"/>
              <a:t>Zugriff auf aktuelle interne Informationen</a:t>
            </a:r>
          </a:p>
          <a:p>
            <a:pPr marL="742950" lvl="1" indent="-285750">
              <a:buFont typeface="Arial" panose="020B0604020202020204" pitchFamily="34" charset="0"/>
              <a:buChar char="•"/>
            </a:pPr>
            <a:r>
              <a:rPr lang="de-DE" sz="1200"/>
              <a:t>Unternehmensdaten</a:t>
            </a:r>
          </a:p>
          <a:p>
            <a:pPr marL="742950" lvl="1" indent="-285750">
              <a:buFont typeface="Arial" panose="020B0604020202020204" pitchFamily="34" charset="0"/>
              <a:buChar char="•"/>
            </a:pPr>
            <a:r>
              <a:rPr lang="de-DE" sz="1200"/>
              <a:t>Dokumente und Projekte</a:t>
            </a:r>
          </a:p>
          <a:p>
            <a:pPr marL="742950" lvl="1" indent="-285750">
              <a:buFont typeface="Arial" panose="020B0604020202020204" pitchFamily="34" charset="0"/>
              <a:buChar char="•"/>
            </a:pPr>
            <a:r>
              <a:rPr lang="de-DE" sz="1200"/>
              <a:t>Beziehungen zwischen Objekten</a:t>
            </a:r>
          </a:p>
          <a:p>
            <a:pPr marL="742950" lvl="1" indent="-285750">
              <a:buFont typeface="Arial" panose="020B0604020202020204" pitchFamily="34" charset="0"/>
              <a:buChar char="•"/>
            </a:pPr>
            <a:r>
              <a:rPr lang="de-DE" sz="1200"/>
              <a:t>Funktionen anderer Systeme</a:t>
            </a:r>
          </a:p>
          <a:p>
            <a:endParaRPr lang="de-DE"/>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3</a:t>
            </a:fld>
            <a:endParaRPr lang="de-DE"/>
          </a:p>
        </p:txBody>
      </p:sp>
    </p:spTree>
    <p:extLst>
      <p:ext uri="{BB962C8B-B14F-4D97-AF65-F5344CB8AC3E}">
        <p14:creationId xmlns:p14="http://schemas.microsoft.com/office/powerpoint/2010/main" val="2714711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Konzeptioneller Vorschlag. Die gezeigten Schnittstellen, die MCP-Unterstützung und Nutzerrechte sind intern zu bestätigen. Die Sensorfusion-Frage und alle Beispielobjekte sind fiktiv.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Wie können LLMs erweitert werden?</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5</a:t>
            </a:fld>
            <a:endParaRPr lang="de-DE"/>
          </a:p>
        </p:txBody>
      </p:sp>
    </p:spTree>
    <p:extLst>
      <p:ext uri="{BB962C8B-B14F-4D97-AF65-F5344CB8AC3E}">
        <p14:creationId xmlns:p14="http://schemas.microsoft.com/office/powerpoint/2010/main" val="4217827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err="1"/>
              <a:t>Promting</a:t>
            </a:r>
            <a:r>
              <a:rPr lang="de-DE"/>
              <a:t>: Bessere Arbeitsanweisung</a:t>
            </a:r>
          </a:p>
          <a:p>
            <a:r>
              <a:rPr lang="de-DE"/>
              <a:t>RAG: Unterlagen zur Aufgabe bekommen</a:t>
            </a:r>
          </a:p>
          <a:p>
            <a:r>
              <a:rPr lang="de-DE"/>
              <a:t>Tools: Werkzeuge benutzen können</a:t>
            </a:r>
          </a:p>
          <a:p>
            <a:r>
              <a:rPr lang="de-DE"/>
              <a:t>Fine Tuning: zusätzliche Ausbildung</a:t>
            </a:r>
          </a:p>
          <a:p>
            <a:endParaRPr lang="de-DE"/>
          </a:p>
          <a:p>
            <a:pPr marL="0" marR="0" lvl="0" indent="0" algn="l" defTabSz="914400" rtl="0" eaLnBrk="1" fontAlgn="auto" latinLnBrk="0" hangingPunct="1">
              <a:lnSpc>
                <a:spcPct val="100000"/>
              </a:lnSpc>
              <a:spcBef>
                <a:spcPts val="0"/>
              </a:spcBef>
              <a:spcAft>
                <a:spcPts val="600"/>
              </a:spcAft>
              <a:buClrTx/>
              <a:buSzTx/>
              <a:buFontTx/>
              <a:buNone/>
              <a:tabLst/>
              <a:defRPr/>
            </a:pPr>
            <a:r>
              <a:rPr lang="de-DE" sz="1200"/>
              <a:t>Ein LLM kann auf unterschiedliche Arten erweitert werden. Entscheidend ist, welches Problem gelöst werden soll.</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6</a:t>
            </a:fld>
            <a:endParaRPr lang="de-DE"/>
          </a:p>
        </p:txBody>
      </p:sp>
    </p:spTree>
    <p:extLst>
      <p:ext uri="{BB962C8B-B14F-4D97-AF65-F5344CB8AC3E}">
        <p14:creationId xmlns:p14="http://schemas.microsoft.com/office/powerpoint/2010/main" val="3229267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RAG ergänzt die Anfrage um abgerufenen Kontext. Die Laufzeit stellt Frage, Anweisungen und ausgewählte Belege für das Modell zusammen. Das Retrieval verändert keine Modellgewichte. Die Datenaufbereitung des Suchbestands folgt später.</a:t>
            </a:r>
          </a:p>
          <a:p>
            <a:endParaRPr/>
          </a:p>
          <a:p>
            <a:r>
              <a:t>Fachliche Quellen:</a:t>
            </a:r>
          </a:p>
          <a:p>
            <a:endParaRPr/>
          </a:p>
          <a:p>
            <a:r>
              <a:t>https://learn.microsoft.com/en-us/azure/architecture/ai-ml/guide/rag/rag-solution-design-and-evaluation-guide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Beispielhafte Funktion, kein bestätigter InnoHub-Endpunkt. Der Host validiert Argumente und Berechtigungen vor der Ausführung. Toolausgaben werden als Daten behandelt.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 fester Ablauf kann bereits mehrere Tools nutzen. Agentische Steuerung wählt oder verändert Schritte zur Laufzeit. Jeder zusätzliche Schritt braucht klare Grenzen und beobachtbare Ergebnisse.</a:t>
            </a:r>
          </a:p>
          <a:p>
            <a:endParaRPr/>
          </a:p>
          <a:p>
            <a:r>
              <a:t>Fachliche Quellen:</a:t>
            </a:r>
          </a:p>
          <a:p>
            <a:endParaRPr/>
          </a:p>
          <a:p>
            <a:r>
              <a:t>https://learn.microsoft.com/en-us/azure/architecture/ai-ml/guide/rag/rag-agentic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D7C71-1617-2CCF-3BA8-FDC0F8A8EB7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9828F1-EC88-40F9-97F0-937D4A57817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57294F6-AC47-F0B2-04F2-E12034A0E65C}"/>
              </a:ext>
            </a:extLst>
          </p:cNvPr>
          <p:cNvSpPr>
            <a:spLocks noGrp="1"/>
          </p:cNvSpPr>
          <p:nvPr>
            <p:ph type="body" idx="1"/>
          </p:nvPr>
        </p:nvSpPr>
        <p:spPr/>
        <p:txBody>
          <a:bodyPr/>
          <a:lstStyle/>
          <a:p>
            <a:r>
              <a:rPr lang="de-DE" b="0"/>
              <a:t>Operative Arbeit und analytische Auswertung stellen unterschiedliche Anforderungen</a:t>
            </a:r>
          </a:p>
          <a:p>
            <a:endParaRPr lang="de-DE" b="0"/>
          </a:p>
          <a:p>
            <a:r>
              <a:rPr lang="de-DE" b="1"/>
              <a:t>OLTP</a:t>
            </a:r>
            <a:r>
              <a:rPr lang="de-DE" b="0"/>
              <a:t>: Gedacht für den laufenden Betrieb, ein Datensatz -&gt; lesen / ändern</a:t>
            </a:r>
          </a:p>
          <a:p>
            <a:r>
              <a:rPr lang="de-DE" b="1"/>
              <a:t>OLAP</a:t>
            </a:r>
            <a:r>
              <a:rPr lang="de-DE" b="0"/>
              <a:t>: Gedacht für regelmäßige außerbetriebliche Analysen, viele Datensätze -&gt; aggregieren / analysieren</a:t>
            </a:r>
          </a:p>
          <a:p>
            <a:endParaRPr lang="de-DE" b="0"/>
          </a:p>
          <a:p>
            <a:r>
              <a:rPr lang="de-DE" b="1"/>
              <a:t>OTLP und OLAP unterscheiden sich vor allem durch den Workload, nicht nur die Daten selbst.</a:t>
            </a:r>
          </a:p>
          <a:p>
            <a:endParaRPr lang="de-DE" b="0"/>
          </a:p>
          <a:p>
            <a:r>
              <a:rPr lang="de-DE" b="0" err="1"/>
              <a:t>Row</a:t>
            </a:r>
            <a:r>
              <a:rPr lang="de-DE" b="0"/>
              <a:t> Store und </a:t>
            </a:r>
            <a:r>
              <a:rPr lang="de-DE" b="0" err="1"/>
              <a:t>column</a:t>
            </a:r>
            <a:r>
              <a:rPr lang="de-DE" b="0"/>
              <a:t> Store beschreiben die physische Organisation der Daten, nicht das logische Datenmodell.</a:t>
            </a:r>
          </a:p>
          <a:p>
            <a:r>
              <a:rPr lang="de-DE" b="0"/>
              <a:t>Eine Relationale Datenbank kann also grundsätzlich </a:t>
            </a:r>
            <a:r>
              <a:rPr lang="de-DE" b="0" err="1"/>
              <a:t>row</a:t>
            </a:r>
            <a:r>
              <a:rPr lang="de-DE" b="0"/>
              <a:t>-orientiert oder </a:t>
            </a:r>
            <a:r>
              <a:rPr lang="de-DE" b="0" err="1"/>
              <a:t>column</a:t>
            </a:r>
            <a:r>
              <a:rPr lang="de-DE" b="0"/>
              <a:t>-orientiert sein.</a:t>
            </a:r>
          </a:p>
          <a:p>
            <a:endParaRPr lang="de-DE" b="0"/>
          </a:p>
          <a:p>
            <a:r>
              <a:rPr lang="de-DE" b="1" err="1"/>
              <a:t>Row</a:t>
            </a:r>
            <a:r>
              <a:rPr lang="de-DE" b="1"/>
              <a:t> Store </a:t>
            </a:r>
            <a:r>
              <a:rPr lang="de-DE" b="0"/>
              <a:t>speichert vereinfacht die Werte eines Datensatzes zusammen </a:t>
            </a:r>
          </a:p>
          <a:p>
            <a:r>
              <a:rPr lang="de-DE" b="0"/>
              <a:t>Du holst eine Person und bekommst alle Informationen zu dieser Person zusammen.</a:t>
            </a:r>
          </a:p>
          <a:p>
            <a:endParaRPr lang="de-DE" b="0"/>
          </a:p>
          <a:p>
            <a:r>
              <a:rPr lang="de-DE" b="0" i="1"/>
              <a:t>Technology, TRL, Status, </a:t>
            </a:r>
            <a:r>
              <a:rPr lang="de-DE" b="0" i="1" err="1"/>
              <a:t>Relevance</a:t>
            </a:r>
            <a:endParaRPr lang="de-DE" b="0" i="1"/>
          </a:p>
          <a:p>
            <a:r>
              <a:rPr lang="de-DE" b="0" i="1"/>
              <a:t>[ A, 5, Evaluation, High] ; [B, 7, </a:t>
            </a:r>
            <a:r>
              <a:rPr lang="de-DE" b="0" i="1" err="1"/>
              <a:t>Active</a:t>
            </a:r>
            <a:r>
              <a:rPr lang="de-DE" b="0" i="1"/>
              <a:t>, Medium]</a:t>
            </a:r>
          </a:p>
          <a:p>
            <a:pPr marL="171450" indent="-171450">
              <a:buFont typeface="Wingdings" panose="05000000000000000000" pitchFamily="2" charset="2"/>
              <a:buChar char="è"/>
            </a:pPr>
            <a:endParaRPr lang="de-DE" b="0"/>
          </a:p>
          <a:p>
            <a:pPr marL="171450" indent="-171450">
              <a:buFont typeface="Wingdings" panose="05000000000000000000" pitchFamily="2" charset="2"/>
              <a:buChar char="è"/>
            </a:pPr>
            <a:r>
              <a:rPr lang="de-DE" b="0"/>
              <a:t>Das ist günstig, wenn du häufig einzelne Datensätze komplett liest oder änderst.</a:t>
            </a:r>
          </a:p>
          <a:p>
            <a:pPr marL="0" indent="0">
              <a:buFont typeface="Wingdings" panose="05000000000000000000" pitchFamily="2" charset="2"/>
              <a:buNone/>
            </a:pPr>
            <a:r>
              <a:rPr lang="de-DE" b="0" err="1"/>
              <a:t>z.B</a:t>
            </a:r>
            <a:r>
              <a:rPr lang="de-DE" b="0"/>
              <a:t> günstig bei Anfragen wie: „Lade Technology A“, oder „Ändere bei </a:t>
            </a:r>
            <a:r>
              <a:rPr lang="de-DE" b="0" err="1"/>
              <a:t>technology</a:t>
            </a:r>
            <a:r>
              <a:rPr lang="de-DE" b="0"/>
              <a:t> A den Status auf </a:t>
            </a:r>
            <a:r>
              <a:rPr lang="de-DE" b="0" err="1"/>
              <a:t>Active</a:t>
            </a:r>
            <a:r>
              <a:rPr lang="de-DE" b="0"/>
              <a:t>.“</a:t>
            </a:r>
          </a:p>
          <a:p>
            <a:pPr marL="0" indent="0">
              <a:buFont typeface="Wingdings" panose="05000000000000000000" pitchFamily="2" charset="2"/>
              <a:buNone/>
            </a:pPr>
            <a:r>
              <a:rPr lang="de-DE" b="0"/>
              <a:t>Dann liegen die relevanten Werte physisch nah beieinander. </a:t>
            </a:r>
          </a:p>
          <a:p>
            <a:pPr marL="171450" indent="-171450">
              <a:buFont typeface="Wingdings" panose="05000000000000000000" pitchFamily="2" charset="2"/>
              <a:buChar char="è"/>
            </a:pPr>
            <a:r>
              <a:rPr lang="de-DE" b="0"/>
              <a:t>Deshalb passt das so gut zu OLTP</a:t>
            </a:r>
          </a:p>
          <a:p>
            <a:pPr marL="171450" indent="-171450">
              <a:buFont typeface="Wingdings" panose="05000000000000000000" pitchFamily="2" charset="2"/>
              <a:buChar char="è"/>
            </a:pPr>
            <a:endParaRPr lang="de-DE" b="0"/>
          </a:p>
          <a:p>
            <a:pPr marL="0" indent="0">
              <a:buFont typeface="Wingdings" panose="05000000000000000000" pitchFamily="2" charset="2"/>
              <a:buNone/>
            </a:pPr>
            <a:r>
              <a:rPr lang="de-DE" b="1" err="1"/>
              <a:t>Column</a:t>
            </a:r>
            <a:r>
              <a:rPr lang="de-DE" b="1"/>
              <a:t> Store </a:t>
            </a:r>
            <a:r>
              <a:rPr lang="de-DE" b="0"/>
              <a:t>organisiert vereinfacht nach Spalten:</a:t>
            </a:r>
          </a:p>
          <a:p>
            <a:pPr marL="0" indent="0">
              <a:buFont typeface="Wingdings" panose="05000000000000000000" pitchFamily="2" charset="2"/>
              <a:buNone/>
            </a:pPr>
            <a:r>
              <a:rPr lang="de-DE" b="0"/>
              <a:t>Du willst nur das Alter von 1 Millionen Personen auswerten und liest deshalb nur die Spalte „Alter“</a:t>
            </a:r>
          </a:p>
          <a:p>
            <a:pPr marL="0" indent="0">
              <a:buFont typeface="Wingdings" panose="05000000000000000000" pitchFamily="2" charset="2"/>
              <a:buNone/>
            </a:pPr>
            <a:endParaRPr lang="de-DE" b="0"/>
          </a:p>
          <a:p>
            <a:pPr marL="0" indent="0">
              <a:buFont typeface="Wingdings" panose="05000000000000000000" pitchFamily="2" charset="2"/>
              <a:buNone/>
            </a:pPr>
            <a:r>
              <a:rPr lang="de-DE" b="0" i="1"/>
              <a:t>Technology: A, B, C</a:t>
            </a:r>
          </a:p>
          <a:p>
            <a:pPr marL="0" indent="0">
              <a:buFont typeface="Wingdings" panose="05000000000000000000" pitchFamily="2" charset="2"/>
              <a:buNone/>
            </a:pPr>
            <a:r>
              <a:rPr lang="de-DE" b="0" i="1"/>
              <a:t>TRL: 5, 7, 4</a:t>
            </a:r>
          </a:p>
          <a:p>
            <a:pPr marL="0" indent="0">
              <a:buFont typeface="Wingdings" panose="05000000000000000000" pitchFamily="2" charset="2"/>
              <a:buNone/>
            </a:pPr>
            <a:r>
              <a:rPr lang="de-DE" b="0" i="1"/>
              <a:t>Status: Evaluation, </a:t>
            </a:r>
            <a:r>
              <a:rPr lang="de-DE" b="0" i="1" err="1"/>
              <a:t>Active</a:t>
            </a:r>
            <a:r>
              <a:rPr lang="de-DE" b="0" i="1"/>
              <a:t>, Evaluation</a:t>
            </a:r>
          </a:p>
          <a:p>
            <a:pPr marL="0" indent="0">
              <a:buFont typeface="Wingdings" panose="05000000000000000000" pitchFamily="2" charset="2"/>
              <a:buNone/>
            </a:pPr>
            <a:r>
              <a:rPr lang="de-DE" b="0" i="1" err="1"/>
              <a:t>Relevance</a:t>
            </a:r>
            <a:r>
              <a:rPr lang="de-DE" b="0" i="1"/>
              <a:t>: High, Medium, High</a:t>
            </a:r>
          </a:p>
          <a:p>
            <a:pPr marL="0" indent="0">
              <a:buFont typeface="Wingdings" panose="05000000000000000000" pitchFamily="2" charset="2"/>
              <a:buNone/>
            </a:pPr>
            <a:endParaRPr lang="de-DE" b="0"/>
          </a:p>
          <a:p>
            <a:pPr marL="0" indent="0">
              <a:buFont typeface="Wingdings" panose="05000000000000000000" pitchFamily="2" charset="2"/>
              <a:buNone/>
            </a:pPr>
            <a:r>
              <a:rPr lang="de-DE" b="0" err="1"/>
              <a:t>z.B</a:t>
            </a:r>
            <a:r>
              <a:rPr lang="de-DE" b="0"/>
              <a:t> günstig bei </a:t>
            </a:r>
            <a:r>
              <a:rPr lang="de-DE" b="0" err="1"/>
              <a:t>analytsichen</a:t>
            </a:r>
            <a:r>
              <a:rPr lang="de-DE" b="0"/>
              <a:t> Fragen: „Wie hoch ist der durchschnittliche TRL aller Technologien?</a:t>
            </a:r>
          </a:p>
          <a:p>
            <a:pPr marL="171450" indent="-171450">
              <a:buFont typeface="Wingdings" panose="05000000000000000000" pitchFamily="2" charset="2"/>
              <a:buChar char="è"/>
            </a:pPr>
            <a:r>
              <a:rPr lang="de-DE" b="0"/>
              <a:t>Durch diese Art von Speicherung muss </a:t>
            </a:r>
            <a:r>
              <a:rPr lang="de-DE" b="0" err="1"/>
              <a:t>ncith</a:t>
            </a:r>
            <a:r>
              <a:rPr lang="de-DE" b="0"/>
              <a:t> zusätzlich andere Kategorien lesen, dass ist bei sehr großen Datenmengen sehr effizient.</a:t>
            </a:r>
          </a:p>
          <a:p>
            <a:pPr marL="171450" indent="-171450">
              <a:buFont typeface="Wingdings" panose="05000000000000000000" pitchFamily="2" charset="2"/>
              <a:buChar char="è"/>
            </a:pPr>
            <a:endParaRPr lang="de-DE" b="0"/>
          </a:p>
          <a:p>
            <a:pPr marL="0" indent="0">
              <a:buFont typeface="Wingdings" panose="05000000000000000000" pitchFamily="2" charset="2"/>
              <a:buNone/>
            </a:pPr>
            <a:r>
              <a:rPr lang="de-DE" b="0"/>
              <a:t>Neben weniger gelesenen Daten lassen sich auch </a:t>
            </a:r>
            <a:r>
              <a:rPr lang="de-DE" b="0" err="1"/>
              <a:t>ähnlcihe</a:t>
            </a:r>
            <a:r>
              <a:rPr lang="de-DE" b="0"/>
              <a:t> Werte einer Spalte häufig auch gut komprimieren.</a:t>
            </a:r>
          </a:p>
          <a:p>
            <a:pPr marL="0" indent="0">
              <a:buFont typeface="Wingdings" panose="05000000000000000000" pitchFamily="2" charset="2"/>
              <a:buNone/>
            </a:pPr>
            <a:r>
              <a:rPr lang="de-DE" b="0" err="1"/>
              <a:t>z.B</a:t>
            </a:r>
            <a:r>
              <a:rPr lang="de-DE" b="0"/>
              <a:t> Wenn Satus oft </a:t>
            </a:r>
            <a:r>
              <a:rPr lang="de-DE" b="0" err="1"/>
              <a:t>Active</a:t>
            </a:r>
            <a:r>
              <a:rPr lang="de-DE" b="0"/>
              <a:t> ist. </a:t>
            </a:r>
          </a:p>
          <a:p>
            <a:pPr marL="0" indent="0">
              <a:buFont typeface="Wingdings" panose="05000000000000000000" pitchFamily="2" charset="2"/>
              <a:buNone/>
            </a:pPr>
            <a:r>
              <a:rPr lang="de-DE" b="0"/>
              <a:t>Das verbessert I/O und analytische Verarbeitung zusätzlich.</a:t>
            </a:r>
          </a:p>
          <a:p>
            <a:pPr marL="0" indent="0">
              <a:buFont typeface="Wingdings" panose="05000000000000000000" pitchFamily="2" charset="2"/>
              <a:buNone/>
            </a:pPr>
            <a:endParaRPr lang="de-DE" b="0"/>
          </a:p>
          <a:p>
            <a:pPr marL="0" indent="0">
              <a:buFont typeface="Wingdings" panose="05000000000000000000" pitchFamily="2" charset="2"/>
              <a:buNone/>
            </a:pPr>
            <a:endParaRPr lang="de-DE" b="0"/>
          </a:p>
          <a:p>
            <a:pPr marL="0" indent="0">
              <a:buFont typeface="Wingdings" panose="05000000000000000000" pitchFamily="2" charset="2"/>
              <a:buNone/>
            </a:pPr>
            <a:r>
              <a:rPr lang="de-DE" b="0"/>
              <a:t>PostgreSQL kann doch auch Analytics?</a:t>
            </a:r>
          </a:p>
          <a:p>
            <a:pPr marL="0" indent="0">
              <a:buFont typeface="Wingdings" panose="05000000000000000000" pitchFamily="2" charset="2"/>
              <a:buNone/>
            </a:pPr>
            <a:r>
              <a:rPr lang="de-DE" b="0"/>
              <a:t>	Ja. OLTP/ OLAP ist keine harte technische Grenze. Es geht hauptsächlich um Optimierungen.</a:t>
            </a:r>
          </a:p>
          <a:p>
            <a:pPr marL="0" indent="0">
              <a:buFont typeface="Wingdings" panose="05000000000000000000" pitchFamily="2" charset="2"/>
              <a:buNone/>
            </a:pPr>
            <a:r>
              <a:rPr lang="de-DE" b="0"/>
              <a:t>	Und der eigentliche Frage: Für welchen Workload wurde die Engine hauptsächlich optimiert?</a:t>
            </a:r>
          </a:p>
          <a:p>
            <a:pPr marL="0" indent="0">
              <a:buFont typeface="Wingdings" panose="05000000000000000000" pitchFamily="2" charset="2"/>
              <a:buNone/>
            </a:pPr>
            <a:r>
              <a:rPr lang="de-DE" b="0"/>
              <a:t>	bei paar tausend Datensätzen ist es eigentlich egal, aber bei </a:t>
            </a:r>
            <a:r>
              <a:rPr lang="de-DE" b="0" err="1"/>
              <a:t>BigData</a:t>
            </a:r>
            <a:r>
              <a:rPr lang="de-DE" b="0"/>
              <a:t> und damit </a:t>
            </a:r>
            <a:r>
              <a:rPr lang="de-DE" b="0" err="1"/>
              <a:t>milliarden</a:t>
            </a:r>
            <a:r>
              <a:rPr lang="de-DE" b="0"/>
              <a:t> von Datensätzen wo man ständig aggregiert , wird die Speicherorganisation extrem relevant.</a:t>
            </a:r>
          </a:p>
          <a:p>
            <a:pPr marL="0" indent="0">
              <a:buFont typeface="Wingdings" panose="05000000000000000000" pitchFamily="2" charset="2"/>
              <a:buNone/>
            </a:pPr>
            <a:endParaRPr lang="de-DE" b="0"/>
          </a:p>
          <a:p>
            <a:pPr marL="0" indent="0">
              <a:buFont typeface="Wingdings" panose="05000000000000000000" pitchFamily="2" charset="2"/>
              <a:buNone/>
            </a:pPr>
            <a:endParaRPr lang="de-DE" b="0"/>
          </a:p>
          <a:p>
            <a:pPr marL="0" indent="0">
              <a:buFont typeface="Wingdings" panose="05000000000000000000" pitchFamily="2" charset="2"/>
              <a:buNone/>
            </a:pPr>
            <a:endParaRPr lang="de-DE" b="0"/>
          </a:p>
          <a:p>
            <a:pPr marL="0" indent="0">
              <a:buFont typeface="Wingdings" panose="05000000000000000000" pitchFamily="2" charset="2"/>
              <a:buNone/>
            </a:pPr>
            <a:r>
              <a:rPr lang="de-DE" b="0"/>
              <a:t>Ein System kann auch beides: HTAP-System</a:t>
            </a:r>
          </a:p>
          <a:p>
            <a:pPr marL="0" indent="0">
              <a:buFont typeface="Wingdings" panose="05000000000000000000" pitchFamily="2" charset="2"/>
              <a:buNone/>
            </a:pPr>
            <a:endParaRPr lang="de-DE" b="0"/>
          </a:p>
          <a:p>
            <a:pPr marL="0" indent="0">
              <a:buFont typeface="Wingdings" panose="05000000000000000000" pitchFamily="2" charset="2"/>
              <a:buNone/>
            </a:pPr>
            <a:r>
              <a:rPr lang="de-DE" b="0"/>
              <a:t>Das sind keine absoluten regeln.. </a:t>
            </a:r>
            <a:r>
              <a:rPr lang="de-DE" b="0" err="1"/>
              <a:t>Row</a:t>
            </a:r>
            <a:r>
              <a:rPr lang="de-DE" b="0"/>
              <a:t> und </a:t>
            </a:r>
            <a:r>
              <a:rPr lang="de-DE" b="0" err="1"/>
              <a:t>Column</a:t>
            </a:r>
            <a:r>
              <a:rPr lang="de-DE" b="0"/>
              <a:t> beschreiben die physische Speicherorganisation. </a:t>
            </a:r>
            <a:r>
              <a:rPr lang="de-DE" b="0" err="1"/>
              <a:t>Row</a:t>
            </a:r>
            <a:r>
              <a:rPr lang="de-DE" b="0"/>
              <a:t> Stores sind typischerweise günstig für den Zugriff auf einzelne vollständige Datensätze, </a:t>
            </a:r>
            <a:r>
              <a:rPr lang="de-DE" b="0" err="1"/>
              <a:t>Column</a:t>
            </a:r>
            <a:r>
              <a:rPr lang="de-DE" b="0"/>
              <a:t> Stores für Aggregation über wenige Spalten und sehr viele Datensätze.</a:t>
            </a:r>
          </a:p>
          <a:p>
            <a:pPr marL="0" indent="0">
              <a:buFont typeface="Wingdings" panose="05000000000000000000" pitchFamily="2" charset="2"/>
              <a:buNone/>
            </a:pPr>
            <a:endParaRPr lang="de-DE" b="0"/>
          </a:p>
          <a:p>
            <a:r>
              <a:t>Vertiefung für Rückfragen. Diese Folie ist im Hauptvortrag ausgeblendet.</a:t>
            </a:r>
          </a:p>
        </p:txBody>
      </p:sp>
      <p:sp>
        <p:nvSpPr>
          <p:cNvPr id="4" name="Foliennummernplatzhalter 3">
            <a:extLst>
              <a:ext uri="{FF2B5EF4-FFF2-40B4-BE49-F238E27FC236}">
                <a16:creationId xmlns:a16="http://schemas.microsoft.com/office/drawing/2014/main" id="{15DE0607-34C8-3AF3-541C-B91309E81CD4}"/>
              </a:ext>
            </a:extLst>
          </p:cNvPr>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12</a:t>
            </a:fld>
            <a:endParaRPr lang="de-DE"/>
          </a:p>
        </p:txBody>
      </p:sp>
    </p:spTree>
    <p:extLst>
      <p:ext uri="{BB962C8B-B14F-4D97-AF65-F5344CB8AC3E}">
        <p14:creationId xmlns:p14="http://schemas.microsoft.com/office/powerpoint/2010/main" val="468508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Tabelle ordnet Datenmodelle nach typischen Aufgaben ein. Sie erzwingt keine separate Datenbank pro Suchverfahren. Relationale Systeme können Beziehungen über Joins abfragen. Beispiele sind fiktiv.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BM25 ist ein Rankingverfahren für lexikalische Volltextsuche. Exakte IDs und harte Bedingungen erfordern passende Felder und Filter. Beispiele sind fiktiv.</a:t>
            </a:r>
          </a:p>
          <a:p>
            <a:r>
              <a:t>Fachliche Quelle: https://www.elastic.co/docs/solutions/search/ranking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RRF kombiniert Rangpositionen aus den einzelnen Suchläufen. Die Grafik zeigt ein Konzept ohne gemessene Qualitätswerte. Filter und Nutzerrechte gelten für beide Suchzweige.</a:t>
            </a:r>
          </a:p>
          <a:p>
            <a:endParaRPr/>
          </a:p>
          <a:p>
            <a:r>
              <a:t>Fachliche Quellen:</a:t>
            </a:r>
          </a:p>
          <a:p>
            <a:endParaRPr/>
          </a:p>
          <a:p>
            <a:r>
              <a:t>https://learn.microsoft.com/en-us/azure/search/hybrid-search-overview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Kandidaten und 5 Belege sind illustrative Größen. Die tatsächlichen Werte hängen von Daten, Modell, Kontextbudget und Latenzanforderungen ab. Der Pilot vergleicht Varianten mit und ohne Reranking.</a:t>
            </a:r>
          </a:p>
          <a:p>
            <a:endParaRPr/>
          </a:p>
          <a:p>
            <a:r>
              <a:t>Fachliche Quellen:</a:t>
            </a:r>
          </a:p>
          <a:p>
            <a:endParaRPr/>
          </a:p>
          <a:p>
            <a:r>
              <a:t>https://learn.microsoft.com/en-us/azure/search/hybrid-search-overview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Fiktiver Beziehungspfad. Modellierte Beziehungen können über eine vorhandene API, relationale Abfragen oder einen Graphdienst bereitgestellt werden. Eine separate Graphdatenbank ist keine pauschale Voraussetzung.</a:t>
            </a:r>
          </a:p>
          <a:p>
            <a:endParaRPr/>
          </a:p>
          <a:p>
            <a:r>
              <a:t>Fachliche Quellen:</a:t>
            </a:r>
          </a:p>
          <a:p>
            <a:endParaRPr/>
          </a:p>
          <a:p>
            <a:r>
              <a:t>https://neo4j.com/docs/cypher-manual/current/clauses/match/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Query-Optimierung muss die Nutzerabsicht erhalten. Metadaten einschließlich Herkunft, Objekt-ID, Datenstand und Nutzerrechten begleiten jeden Abschnitt. Größe, Überlappung und Kontextumfang werden anhand repräsentativer Testfälle gewählt.</a:t>
            </a:r>
          </a:p>
          <a:p>
            <a:r>
              <a:t>Fachliche Quelle: https://learn.microsoft.com/en-us/azure/architecture/ai-ml/guide/rag/rag-solution-design-and-evaluation-guide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MCP ersetzt die anderen Muster nicht. </a:t>
            </a:r>
          </a:p>
          <a:p>
            <a:pPr marL="171450" indent="-171450">
              <a:buFont typeface="Wingdings" panose="05000000000000000000" pitchFamily="2" charset="2"/>
              <a:buChar char="è"/>
            </a:pPr>
            <a:r>
              <a:rPr lang="de-DE" dirty="0"/>
              <a:t>MCP kann intern weiterhin auf APIs zugreifen, Daten über CDC </a:t>
            </a:r>
            <a:r>
              <a:rPr lang="de-DE" dirty="0" err="1"/>
              <a:t>aaktualisiert</a:t>
            </a:r>
            <a:r>
              <a:rPr lang="de-DE" dirty="0"/>
              <a:t> bekommen oder auf Suchindizes zugreifen.</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MCP -&gt; KI-Zugriffsschicht</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API / Events / ETL / CDC</a:t>
            </a:r>
          </a:p>
          <a:p>
            <a:pPr marL="171450" indent="-171450">
              <a:buFont typeface="Wingdings" panose="05000000000000000000" pitchFamily="2" charset="2"/>
              <a:buChar char="è"/>
            </a:pPr>
            <a:r>
              <a:rPr lang="de-DE" dirty="0"/>
              <a:t>Darunterliegende Integrationsmechanismen</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Nicht die Technologie bestimmt das Muster sondern die Art der Kommunikation.</a:t>
            </a:r>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Direkt fragen, auf Änderungen reagieren, Daten bewegen oder Fähigkeiten bereitstellen </a:t>
            </a:r>
            <a:r>
              <a:rPr lang="de-DE" dirty="0" err="1"/>
              <a:t>sidn</a:t>
            </a:r>
            <a:r>
              <a:rPr lang="de-DE" dirty="0"/>
              <a:t> </a:t>
            </a:r>
            <a:r>
              <a:rPr lang="de-DE" dirty="0" err="1"/>
              <a:t>utnerschiedliche</a:t>
            </a:r>
            <a:r>
              <a:rPr lang="de-DE" dirty="0"/>
              <a:t> </a:t>
            </a:r>
            <a:r>
              <a:rPr lang="de-DE" dirty="0" err="1"/>
              <a:t>Integratiosprobleme</a:t>
            </a:r>
            <a:r>
              <a:rPr lang="de-DE" dirty="0"/>
              <a: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18</a:t>
            </a:fld>
            <a:endParaRPr lang="de-DE"/>
          </a:p>
        </p:txBody>
      </p:sp>
    </p:spTree>
    <p:extLst>
      <p:ext uri="{BB962C8B-B14F-4D97-AF65-F5344CB8AC3E}">
        <p14:creationId xmlns:p14="http://schemas.microsoft.com/office/powerpoint/2010/main" val="4196245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MCP ersetzt die anderen Muster nicht. </a:t>
            </a:r>
          </a:p>
          <a:p>
            <a:pPr marL="171450" indent="-171450">
              <a:buFont typeface="Wingdings" panose="05000000000000000000" pitchFamily="2" charset="2"/>
              <a:buChar char="è"/>
            </a:pPr>
            <a:r>
              <a:rPr lang="de-DE" dirty="0"/>
              <a:t>MCP kann intern weiterhin auf APIs zugreifen, Daten über CDC </a:t>
            </a:r>
            <a:r>
              <a:rPr lang="de-DE" dirty="0" err="1"/>
              <a:t>aaktualisiert</a:t>
            </a:r>
            <a:r>
              <a:rPr lang="de-DE" dirty="0"/>
              <a:t> bekommen oder auf Suchindizes zugreifen.</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MCP -&gt; KI-Zugriffsschicht</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API / Events / ETL / CDC</a:t>
            </a:r>
          </a:p>
          <a:p>
            <a:pPr marL="171450" indent="-171450">
              <a:buFont typeface="Wingdings" panose="05000000000000000000" pitchFamily="2" charset="2"/>
              <a:buChar char="è"/>
            </a:pPr>
            <a:r>
              <a:rPr lang="de-DE" dirty="0"/>
              <a:t>Darunterliegende Integrationsmechanismen</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Nicht die Technologie bestimmt das Muster sondern die Art der Kommunikation.</a:t>
            </a:r>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Direkt fragen, auf Änderungen reagieren, Daten bewegen oder Fähigkeiten bereitstellen </a:t>
            </a:r>
            <a:r>
              <a:rPr lang="de-DE" dirty="0" err="1"/>
              <a:t>sidn</a:t>
            </a:r>
            <a:r>
              <a:rPr lang="de-DE" dirty="0"/>
              <a:t> </a:t>
            </a:r>
            <a:r>
              <a:rPr lang="de-DE" dirty="0" err="1"/>
              <a:t>utnerschiedliche</a:t>
            </a:r>
            <a:r>
              <a:rPr lang="de-DE" dirty="0"/>
              <a:t> </a:t>
            </a:r>
            <a:r>
              <a:rPr lang="de-DE" dirty="0" err="1"/>
              <a:t>Integratiosprobleme</a:t>
            </a:r>
            <a:r>
              <a:rPr lang="de-DE" dirty="0"/>
              <a: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19</a:t>
            </a:fld>
            <a:endParaRPr lang="de-DE"/>
          </a:p>
        </p:txBody>
      </p:sp>
    </p:spTree>
    <p:extLst>
      <p:ext uri="{BB962C8B-B14F-4D97-AF65-F5344CB8AC3E}">
        <p14:creationId xmlns:p14="http://schemas.microsoft.com/office/powerpoint/2010/main" val="4196245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Begriff </a:t>
            </a:r>
            <a:r>
              <a:rPr lang="de-DE" dirty="0" err="1"/>
              <a:t>No</a:t>
            </a:r>
            <a:r>
              <a:rPr lang="de-DE" dirty="0"/>
              <a:t> Free Lunch Theorem kommt ursprünglich aus der Optimierungsforschung. Vereinfacht  gesagt gibt es keinen Algorithmus, der für alle möglichen Probleme grundsätzlich überlegen ist. Ich verwende das hier eher als Denkprinzip. Auch bei Datenbanken müssen wir zuerst verstehen, welches </a:t>
            </a:r>
            <a:r>
              <a:rPr lang="de-DE" dirty="0" err="1"/>
              <a:t>problem</a:t>
            </a:r>
            <a:r>
              <a:rPr lang="de-DE" dirty="0"/>
              <a:t> wir lösen wollen, bevor wir eine Technologie auswählen</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20</a:t>
            </a:fld>
            <a:endParaRPr lang="de-DE"/>
          </a:p>
        </p:txBody>
      </p:sp>
    </p:spTree>
    <p:extLst>
      <p:ext uri="{BB962C8B-B14F-4D97-AF65-F5344CB8AC3E}">
        <p14:creationId xmlns:p14="http://schemas.microsoft.com/office/powerpoint/2010/main" val="374055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22</a:t>
            </a:fld>
            <a:endParaRPr lang="de-DE"/>
          </a:p>
        </p:txBody>
      </p:sp>
    </p:spTree>
    <p:extLst>
      <p:ext uri="{BB962C8B-B14F-4D97-AF65-F5344CB8AC3E}">
        <p14:creationId xmlns:p14="http://schemas.microsoft.com/office/powerpoint/2010/main" val="5240653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einer API weiß der aufrufende Client normalerweise, welche Funktion oder Ressourcen er ansprechen möchte.</a:t>
            </a:r>
          </a:p>
          <a:p>
            <a:r>
              <a:rPr lang="de-DE" dirty="0"/>
              <a:t>APIs stellen </a:t>
            </a:r>
            <a:r>
              <a:rPr lang="de-DE" dirty="0" err="1"/>
              <a:t>defenierte</a:t>
            </a:r>
            <a:r>
              <a:rPr lang="de-DE" dirty="0"/>
              <a:t> Daten und Funktionen eines Systems über klar </a:t>
            </a:r>
            <a:r>
              <a:rPr lang="de-DE" dirty="0" err="1"/>
              <a:t>festegelgte</a:t>
            </a:r>
            <a:r>
              <a:rPr lang="de-DE" dirty="0"/>
              <a:t> Schnittstellen bereit. </a:t>
            </a:r>
          </a:p>
          <a:p>
            <a:r>
              <a:rPr lang="de-DE" dirty="0"/>
              <a:t>Bei klassischer API-Integration weiß die Anwendung normalerweise vorher, welchen </a:t>
            </a:r>
            <a:r>
              <a:rPr lang="de-DE" dirty="0" err="1"/>
              <a:t>Endpoint</a:t>
            </a:r>
            <a:r>
              <a:rPr lang="de-DE" dirty="0"/>
              <a:t> bzw. welche Funktion sie aufrufen muss.</a:t>
            </a:r>
          </a:p>
          <a:p>
            <a:r>
              <a:rPr lang="de-DE" dirty="0"/>
              <a:t>Eine API kann sowohl Datenzugriff als auch Aktionen ermöglichen.</a:t>
            </a:r>
          </a:p>
          <a:p>
            <a:r>
              <a:rPr lang="de-DE" dirty="0"/>
              <a:t>Man legt selbst vorher fest, wann welcher API-Aufruf durchgeführt wird.</a:t>
            </a:r>
          </a:p>
          <a:p>
            <a:endParaRPr lang="de-DE" dirty="0"/>
          </a:p>
          <a:p>
            <a:r>
              <a:rPr lang="de-DE" dirty="0"/>
              <a:t>APIs beantworten definierte Anfragen über klar festgelegte Schnittstellen.</a:t>
            </a:r>
          </a:p>
          <a:p>
            <a:endParaRPr lang="de-DE" dirty="0"/>
          </a:p>
          <a:p>
            <a:r>
              <a:rPr lang="de-DE" dirty="0"/>
              <a:t>REST arbeitet ressourcenorientiert:</a:t>
            </a:r>
          </a:p>
          <a:p>
            <a:r>
              <a:rPr lang="de-DE" dirty="0"/>
              <a:t>	/</a:t>
            </a:r>
            <a:r>
              <a:rPr lang="de-DE" dirty="0" err="1"/>
              <a:t>technologies</a:t>
            </a:r>
            <a:endParaRPr lang="de-DE" dirty="0"/>
          </a:p>
          <a:p>
            <a:r>
              <a:rPr lang="de-DE" dirty="0"/>
              <a:t>	/</a:t>
            </a:r>
            <a:r>
              <a:rPr lang="de-DE" dirty="0" err="1"/>
              <a:t>projects</a:t>
            </a:r>
            <a:endParaRPr lang="de-DE" dirty="0"/>
          </a:p>
          <a:p>
            <a:r>
              <a:rPr lang="de-DE" dirty="0"/>
              <a:t>	/</a:t>
            </a:r>
            <a:r>
              <a:rPr lang="de-DE" dirty="0" err="1"/>
              <a:t>documents</a:t>
            </a:r>
            <a:endParaRPr lang="de-DE" dirty="0"/>
          </a:p>
          <a:p>
            <a:r>
              <a:rPr lang="de-DE" dirty="0"/>
              <a:t>Verweis zu CRUD: HTTP</a:t>
            </a:r>
          </a:p>
          <a:p>
            <a:r>
              <a:rPr lang="de-DE" dirty="0"/>
              <a:t>Create -&gt; POST</a:t>
            </a:r>
          </a:p>
          <a:p>
            <a:r>
              <a:rPr lang="de-DE" dirty="0"/>
              <a:t>Read -&gt; GET</a:t>
            </a:r>
          </a:p>
          <a:p>
            <a:r>
              <a:rPr lang="de-DE" dirty="0"/>
              <a:t>Update -&gt; PUT / PATCH</a:t>
            </a:r>
          </a:p>
          <a:p>
            <a:r>
              <a:rPr lang="de-DE" dirty="0"/>
              <a:t>Delete -&gt; DELETE</a:t>
            </a:r>
          </a:p>
          <a:p>
            <a:pPr marL="171450" indent="-171450">
              <a:buFont typeface="Wingdings" panose="05000000000000000000" pitchFamily="2" charset="2"/>
              <a:buChar char="è"/>
            </a:pPr>
            <a:r>
              <a:rPr lang="de-DE" dirty="0"/>
              <a:t>Typische Zuordnung nicht Definition von REST</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err="1"/>
              <a:t>GraphQL</a:t>
            </a:r>
            <a:r>
              <a:rPr lang="de-DE" dirty="0"/>
              <a:t>: Der Client beschreibt gezielt, welche Felder er benötigt. -&gt; Gut, wenn Clients flexibel unterschiedliche Ausschnitte derselben Daten benötigen.</a:t>
            </a:r>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gRPC: Effiziente, stark typisierte Kommunikation zwischen Services.</a:t>
            </a:r>
          </a:p>
          <a:p>
            <a:pPr marL="0" indent="0">
              <a:buFont typeface="Wingdings" panose="05000000000000000000" pitchFamily="2" charset="2"/>
              <a:buNone/>
            </a:pPr>
            <a:r>
              <a:rPr lang="de-DE" dirty="0"/>
              <a:t>Typischer Fokus:</a:t>
            </a:r>
          </a:p>
          <a:p>
            <a:pPr marL="0" indent="0">
              <a:buFont typeface="Wingdings" panose="05000000000000000000" pitchFamily="2" charset="2"/>
              <a:buNone/>
            </a:pPr>
            <a:r>
              <a:rPr lang="de-DE" dirty="0"/>
              <a:t>Interne Services-zu-Service-Kommunikation.</a:t>
            </a:r>
          </a:p>
          <a:p>
            <a:pPr marL="0" indent="0">
              <a:buFont typeface="Wingdings" panose="05000000000000000000" pitchFamily="2" charset="2"/>
              <a:buNone/>
            </a:pPr>
            <a:r>
              <a:rPr lang="de-DE" dirty="0"/>
              <a:t>Klar definierte Interfaces</a:t>
            </a:r>
          </a:p>
          <a:p>
            <a:pPr marL="0" indent="0">
              <a:buFont typeface="Wingdings" panose="05000000000000000000" pitchFamily="2" charset="2"/>
              <a:buNone/>
            </a:pPr>
            <a:r>
              <a:rPr lang="de-DE" dirty="0"/>
              <a:t>Kompakte binäre Nachrichten</a:t>
            </a:r>
          </a:p>
          <a:p>
            <a:pPr marL="0" indent="0">
              <a:buFont typeface="Wingdings" panose="05000000000000000000" pitchFamily="2" charset="2"/>
              <a:buNone/>
            </a:pPr>
            <a:endParaRPr lang="de-DE" dirty="0"/>
          </a:p>
          <a:p>
            <a:pPr marL="0" indent="0">
              <a:buFont typeface="Wingdings" panose="05000000000000000000" pitchFamily="2" charset="2"/>
              <a:buNone/>
            </a:pPr>
            <a:endParaRPr lang="de-DE" dirty="0"/>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19</a:t>
            </a:fld>
            <a:endParaRPr lang="de-DE"/>
          </a:p>
        </p:txBody>
      </p:sp>
    </p:spTree>
    <p:extLst>
      <p:ext uri="{BB962C8B-B14F-4D97-AF65-F5344CB8AC3E}">
        <p14:creationId xmlns:p14="http://schemas.microsoft.com/office/powerpoint/2010/main" val="1129190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APIs, Ereignisse, Datenübernahme und Änderungsübernahme lösen unterschiedliche Integrationsaufgaben und können kombiniert werden. MCP beschreibt den Toolzugriff der KI-Anwendung. Es ersetzt die fachliche Datenanbindung nicht.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Synchron ist einfacher , koppelt </a:t>
            </a:r>
            <a:r>
              <a:rPr lang="de-DE" dirty="0" err="1"/>
              <a:t>syseme</a:t>
            </a:r>
            <a:r>
              <a:rPr lang="de-DE" dirty="0"/>
              <a:t> aber </a:t>
            </a:r>
            <a:r>
              <a:rPr lang="de-DE" dirty="0" err="1"/>
              <a:t>ezitliche</a:t>
            </a:r>
            <a:r>
              <a:rPr lang="de-DE" dirty="0"/>
              <a:t> stärker. -&gt; Der Sender wartet auf eine Antwort</a:t>
            </a:r>
          </a:p>
          <a:p>
            <a:r>
              <a:rPr lang="de-DE" dirty="0" err="1"/>
              <a:t>Asynchroin</a:t>
            </a:r>
            <a:r>
              <a:rPr lang="de-DE" dirty="0"/>
              <a:t> entkoppelt Systeme, macht den Ablauf aber komplexer. -&gt; Der Sender </a:t>
            </a:r>
            <a:r>
              <a:rPr lang="de-DE" dirty="0" err="1"/>
              <a:t>sttößt</a:t>
            </a:r>
            <a:r>
              <a:rPr lang="de-DE" dirty="0"/>
              <a:t> etwas an und kann weiterarbeiten.</a:t>
            </a:r>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20</a:t>
            </a:fld>
            <a:endParaRPr lang="de-DE"/>
          </a:p>
        </p:txBody>
      </p:sp>
    </p:spTree>
    <p:extLst>
      <p:ext uri="{BB962C8B-B14F-4D97-AF65-F5344CB8AC3E}">
        <p14:creationId xmlns:p14="http://schemas.microsoft.com/office/powerpoint/2010/main" val="21002985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Was bedeutet zeitliche Kopplung: Wenn b nicht verfügbar ist, kann A seine Anfrage nicht normal abschließen.</a:t>
            </a:r>
          </a:p>
          <a:p>
            <a:endParaRPr lang="de-DE" dirty="0"/>
          </a:p>
          <a:p>
            <a:r>
              <a:rPr lang="de-DE" dirty="0" err="1"/>
              <a:t>Aund</a:t>
            </a:r>
            <a:r>
              <a:rPr lang="de-DE" dirty="0"/>
              <a:t> B müssen also nicht zwingend gleichzeitig verfügbar sein.</a:t>
            </a:r>
          </a:p>
          <a:p>
            <a:endParaRPr lang="de-DE" dirty="0"/>
          </a:p>
          <a:p>
            <a:r>
              <a:rPr lang="de-DE" dirty="0"/>
              <a:t>REST Request/Response ist typischerweise synchron. Messaging und Event-Systeme sind typischerweise </a:t>
            </a:r>
            <a:r>
              <a:rPr lang="de-DE" dirty="0" err="1"/>
              <a:t>asyynchron</a:t>
            </a:r>
            <a:r>
              <a:rPr lang="de-DE" dirty="0"/>
              <a:t>.</a:t>
            </a:r>
          </a:p>
          <a:p>
            <a:endParaRPr lang="de-DE" dirty="0"/>
          </a:p>
          <a:p>
            <a:r>
              <a:rPr lang="de-DE" dirty="0"/>
              <a:t>Trade-Offs:</a:t>
            </a:r>
          </a:p>
          <a:p>
            <a:r>
              <a:rPr lang="de-DE" dirty="0"/>
              <a:t>Synchron ist meist leichter nachzuvollziehen, erzeugt aber stärker zeitliche Abhängigkeiten. </a:t>
            </a:r>
            <a:br>
              <a:rPr lang="de-DE" dirty="0"/>
            </a:br>
            <a:r>
              <a:rPr lang="de-DE" dirty="0"/>
              <a:t>Asynchron </a:t>
            </a:r>
            <a:r>
              <a:rPr lang="de-DE" dirty="0" err="1"/>
              <a:t>reduzziert</a:t>
            </a:r>
            <a:r>
              <a:rPr lang="de-DE" dirty="0"/>
              <a:t> diese Abhängigkeit, benötigt dafür mehr Infrastruktur und Logik für Zustellung, Fehlerbehandlung und Konsistenz.</a:t>
            </a:r>
          </a:p>
          <a:p>
            <a:endParaRPr lang="de-DE" dirty="0"/>
          </a:p>
          <a:p>
            <a:r>
              <a:rPr lang="de-DE" dirty="0"/>
              <a:t>Synchron </a:t>
            </a:r>
            <a:r>
              <a:rPr lang="de-DE" dirty="0" err="1"/>
              <a:t>kopplet</a:t>
            </a:r>
            <a:r>
              <a:rPr lang="de-DE" dirty="0"/>
              <a:t> Systeme zeitlich stärker. Asynchron entkoppelt sie, erhöht aber die </a:t>
            </a:r>
            <a:r>
              <a:rPr lang="de-DE" dirty="0" err="1"/>
              <a:t>Systemkimplexität</a:t>
            </a:r>
            <a:r>
              <a:rPr lang="de-DE" dirty="0"/>
              <a: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22</a:t>
            </a:fld>
            <a:endParaRPr lang="de-DE"/>
          </a:p>
        </p:txBody>
      </p:sp>
    </p:spTree>
    <p:extLst>
      <p:ext uri="{BB962C8B-B14F-4D97-AF65-F5344CB8AC3E}">
        <p14:creationId xmlns:p14="http://schemas.microsoft.com/office/powerpoint/2010/main" val="3683768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konkrete technische Umsetzung kann Mischformen nutzen. Ein angenommener Auftrag bedeutet noch keine fachlich abgeschlossene Verarbeitung. Wiederholungen und Statusmeldungen gehören zum Vertrag.</a:t>
            </a:r>
          </a:p>
          <a:p>
            <a:endParaRPr/>
          </a:p>
          <a:p>
            <a:r>
              <a:t>Fachliche Quellen:</a:t>
            </a:r>
          </a:p>
          <a:p>
            <a:endParaRPr/>
          </a:p>
          <a:p>
            <a:r>
              <a:t>https://learn.microsoft.com/en-us/azure/architecture/guide/architecture-styles/event-driven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API und Export sind mögliche Wege, deren interne Verfügbarkeit zu bestätigen ist. Änderungsübernahme kann periodisch oder ereignisgetrieben erfolgen. CDC ist eine technische Option bei entsprechendem Quellzugriff. Löschungen und Rechteänderungen sind ebenso zu verarbeiten wie neue 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Statt regelmäßig nach Änderungen zu fragen, veröffentlicht ein System ein Ereignis, sobald etwas relevantes passiert.</a:t>
            </a:r>
          </a:p>
          <a:p>
            <a:r>
              <a:rPr lang="de-DE" dirty="0"/>
              <a:t>Systeme reagieren auf Ereignisse, statt Änderungen ständig abzufragen.</a:t>
            </a:r>
          </a:p>
          <a:p>
            <a:endParaRPr lang="de-DE" dirty="0"/>
          </a:p>
          <a:p>
            <a:r>
              <a:rPr lang="de-DE" dirty="0"/>
              <a:t>Problems:</a:t>
            </a:r>
          </a:p>
          <a:p>
            <a:r>
              <a:rPr lang="de-DE" dirty="0"/>
              <a:t>Unnötige Anfragen</a:t>
            </a:r>
          </a:p>
          <a:p>
            <a:r>
              <a:rPr lang="de-DE" dirty="0"/>
              <a:t>Änderung wird erst beim nächsten Poll erkannt</a:t>
            </a:r>
          </a:p>
          <a:p>
            <a:r>
              <a:rPr lang="de-DE" dirty="0"/>
              <a:t>Stärkere Abhängigkeit von Abfrageintervallen</a:t>
            </a:r>
          </a:p>
          <a:p>
            <a:r>
              <a:rPr lang="de-DE" dirty="0"/>
              <a:t>Bei vielen Systemen schnell ineffizient</a:t>
            </a:r>
          </a:p>
          <a:p>
            <a:endParaRPr lang="de-DE" dirty="0"/>
          </a:p>
          <a:p>
            <a:r>
              <a:rPr lang="de-DE" dirty="0"/>
              <a:t>Event Driven: Die Quelle veröffentlicht die Änderung einmal, interessierte Systeme reagieren darauf.</a:t>
            </a:r>
          </a:p>
          <a:p>
            <a:endParaRPr lang="de-DE" dirty="0"/>
          </a:p>
          <a:p>
            <a:endParaRPr lang="de-DE" dirty="0"/>
          </a:p>
          <a:p>
            <a:r>
              <a:rPr lang="de-DE" dirty="0"/>
              <a:t>Event: Eine Beschreibung davon, dass etwas passiert ist. -&gt; Ein Event beschreibt typischerweise etwas, das bereits passiert ist.</a:t>
            </a:r>
          </a:p>
          <a:p>
            <a:r>
              <a:rPr lang="de-DE" dirty="0"/>
              <a:t>Producer / Publisher: Das System, das ein Ereignis erzeugt.</a:t>
            </a:r>
          </a:p>
          <a:p>
            <a:r>
              <a:rPr lang="de-DE" dirty="0"/>
              <a:t>Consumer / Subscriber: Ein System, das auf das Ergebnis reagiert.</a:t>
            </a:r>
          </a:p>
          <a:p>
            <a:endParaRPr lang="de-DE" dirty="0"/>
          </a:p>
          <a:p>
            <a:r>
              <a:rPr lang="de-DE" dirty="0"/>
              <a:t>Dazwischen eine Event </a:t>
            </a:r>
            <a:r>
              <a:rPr lang="de-DE" dirty="0" err="1"/>
              <a:t>Platform</a:t>
            </a:r>
            <a:r>
              <a:rPr lang="de-DE" dirty="0"/>
              <a:t> / Message Broker.</a:t>
            </a:r>
          </a:p>
          <a:p>
            <a:endParaRPr lang="de-DE" dirty="0"/>
          </a:p>
          <a:p>
            <a:r>
              <a:rPr lang="de-DE" dirty="0"/>
              <a:t>Ein Broker nimmt Nachrichten entgegen und verteilt sie an interessierte Empfänger.</a:t>
            </a:r>
          </a:p>
          <a:p>
            <a:endParaRPr lang="de-DE" dirty="0"/>
          </a:p>
          <a:p>
            <a:endParaRPr lang="de-DE" dirty="0"/>
          </a:p>
          <a:p>
            <a:r>
              <a:rPr lang="de-DE" dirty="0"/>
              <a:t>API: „Was ist der aktuelle Status?“</a:t>
            </a:r>
          </a:p>
          <a:p>
            <a:r>
              <a:rPr lang="de-DE" dirty="0"/>
              <a:t>Event: „Der Status hat sich geändert.“</a:t>
            </a:r>
          </a:p>
          <a:p>
            <a:endParaRPr lang="de-DE" dirty="0"/>
          </a:p>
          <a:p>
            <a:r>
              <a:rPr lang="de-DE" dirty="0" err="1"/>
              <a:t>Webhook</a:t>
            </a:r>
            <a:r>
              <a:rPr lang="de-DE" dirty="0"/>
              <a:t>: ist eine einfache Form eventgetriebener Kommunikation: Bei einem Ereignis ruft System A einen vorher hinterlegten HTTP-Endpunkt von System B auf.</a:t>
            </a:r>
          </a:p>
          <a:p>
            <a:endParaRPr lang="de-DE" dirty="0"/>
          </a:p>
          <a:p>
            <a:r>
              <a:rPr lang="de-DE" dirty="0"/>
              <a:t>Vorteile: </a:t>
            </a:r>
          </a:p>
          <a:p>
            <a:r>
              <a:rPr lang="de-DE" dirty="0"/>
              <a:t>Lose Kopplung</a:t>
            </a:r>
          </a:p>
          <a:p>
            <a:r>
              <a:rPr lang="de-DE" dirty="0"/>
              <a:t>Mehrere Systeme können unabhängig reagieren</a:t>
            </a:r>
          </a:p>
          <a:p>
            <a:r>
              <a:rPr lang="de-DE" dirty="0"/>
              <a:t>Schnelle Reaktion auf </a:t>
            </a:r>
            <a:r>
              <a:rPr lang="de-DE" dirty="0" err="1"/>
              <a:t>Ändernungen</a:t>
            </a:r>
            <a:endParaRPr lang="de-DE" dirty="0"/>
          </a:p>
          <a:p>
            <a:endParaRPr lang="de-DE" dirty="0"/>
          </a:p>
          <a:p>
            <a:r>
              <a:rPr lang="de-DE" dirty="0"/>
              <a:t>Herausforderungen:</a:t>
            </a:r>
          </a:p>
          <a:p>
            <a:r>
              <a:rPr lang="de-DE" dirty="0"/>
              <a:t>Komplexere Fehlerbehandlung.</a:t>
            </a:r>
          </a:p>
          <a:p>
            <a:r>
              <a:rPr lang="de-DE" dirty="0"/>
              <a:t>Daten können zeitweise unterschiedlich aktuell sein.</a:t>
            </a:r>
          </a:p>
          <a:p>
            <a:endParaRPr lang="de-DE" dirty="0"/>
          </a:p>
          <a:p>
            <a:endParaRPr lang="de-DE" dirty="0"/>
          </a:p>
          <a:p>
            <a:r>
              <a:rPr lang="de-DE" dirty="0"/>
              <a:t>Merksatz:  APIs beantworten Anfragen. Events teilen mit, dass etwas passiert ist.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25</a:t>
            </a:fld>
            <a:endParaRPr lang="de-DE"/>
          </a:p>
        </p:txBody>
      </p:sp>
    </p:spTree>
    <p:extLst>
      <p:ext uri="{BB962C8B-B14F-4D97-AF65-F5344CB8AC3E}">
        <p14:creationId xmlns:p14="http://schemas.microsoft.com/office/powerpoint/2010/main" val="38520378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ELT/ETL bewegt und verarbeitet Daten. CDC überträgt Änderungen. DAGs orchestrieren die einzelnen Verarbeitungsschritte.</a:t>
            </a:r>
          </a:p>
          <a:p>
            <a:endParaRPr lang="de-DE" dirty="0"/>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25</a:t>
            </a:fld>
            <a:endParaRPr lang="de-DE"/>
          </a:p>
        </p:txBody>
      </p:sp>
    </p:spTree>
    <p:extLst>
      <p:ext uri="{BB962C8B-B14F-4D97-AF65-F5344CB8AC3E}">
        <p14:creationId xmlns:p14="http://schemas.microsoft.com/office/powerpoint/2010/main" val="4012380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Offene interne Entscheidungen vor einer Umsetzung. Es liegen keine bestätigten Angaben über vorhandene Schnittstellen, InnoHub-Exporte, Modellbetrieb, MCP-Unterstützung oder Pilotkennzahlen vor.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MCP ersetzt die anderen Muster nicht. </a:t>
            </a:r>
          </a:p>
          <a:p>
            <a:pPr marL="171450" indent="-171450">
              <a:buFont typeface="Wingdings" panose="05000000000000000000" pitchFamily="2" charset="2"/>
              <a:buChar char="è"/>
            </a:pPr>
            <a:r>
              <a:rPr lang="de-DE" dirty="0"/>
              <a:t>MCP kann intern weiterhin auf APIs zugreifen, Daten über CDC </a:t>
            </a:r>
            <a:r>
              <a:rPr lang="de-DE" dirty="0" err="1"/>
              <a:t>aaktualisiert</a:t>
            </a:r>
            <a:r>
              <a:rPr lang="de-DE" dirty="0"/>
              <a:t> bekommen oder auf Suchindizes zugreifen.</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MCP -&gt; KI-Zugriffsschicht</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API / Events / ETL / CDC</a:t>
            </a:r>
          </a:p>
          <a:p>
            <a:pPr marL="171450" indent="-171450">
              <a:buFont typeface="Wingdings" panose="05000000000000000000" pitchFamily="2" charset="2"/>
              <a:buChar char="è"/>
            </a:pPr>
            <a:r>
              <a:rPr lang="de-DE" dirty="0"/>
              <a:t>Darunterliegende Integrationsmechanismen</a:t>
            </a:r>
          </a:p>
          <a:p>
            <a:pPr marL="171450" indent="-171450">
              <a:buFont typeface="Wingdings" panose="05000000000000000000" pitchFamily="2" charset="2"/>
              <a:buChar char="è"/>
            </a:pPr>
            <a:endParaRPr lang="de-DE" dirty="0"/>
          </a:p>
          <a:p>
            <a:pPr marL="0" indent="0">
              <a:buFont typeface="Wingdings" panose="05000000000000000000" pitchFamily="2" charset="2"/>
              <a:buNone/>
            </a:pPr>
            <a:r>
              <a:rPr lang="de-DE" dirty="0"/>
              <a:t>Nicht die Technologie bestimmt das Muster sondern die Art der Kommunikation.</a:t>
            </a:r>
          </a:p>
          <a:p>
            <a:pPr marL="0" indent="0">
              <a:buFont typeface="Wingdings" panose="05000000000000000000" pitchFamily="2" charset="2"/>
              <a:buNone/>
            </a:pPr>
            <a:endParaRPr lang="de-DE" dirty="0"/>
          </a:p>
          <a:p>
            <a:pPr marL="0" indent="0">
              <a:buFont typeface="Wingdings" panose="05000000000000000000" pitchFamily="2" charset="2"/>
              <a:buNone/>
            </a:pPr>
            <a:r>
              <a:rPr lang="de-DE" dirty="0"/>
              <a:t>Direkt fragen, auf Änderungen reagieren, Daten bewegen oder Fähigkeiten bereitstellen </a:t>
            </a:r>
            <a:r>
              <a:rPr lang="de-DE" dirty="0" err="1"/>
              <a:t>sidn</a:t>
            </a:r>
            <a:r>
              <a:rPr lang="de-DE" dirty="0"/>
              <a:t> </a:t>
            </a:r>
            <a:r>
              <a:rPr lang="de-DE" dirty="0" err="1"/>
              <a:t>utnerschiedliche</a:t>
            </a:r>
            <a:r>
              <a:rPr lang="de-DE" dirty="0"/>
              <a:t> </a:t>
            </a:r>
            <a:r>
              <a:rPr lang="de-DE" dirty="0" err="1"/>
              <a:t>Integratiosprobleme</a:t>
            </a:r>
            <a:r>
              <a:rPr lang="de-DE" dirty="0"/>
              <a: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28</a:t>
            </a:fld>
            <a:endParaRPr lang="de-DE"/>
          </a:p>
        </p:txBody>
      </p:sp>
    </p:spTree>
    <p:extLst>
      <p:ext uri="{BB962C8B-B14F-4D97-AF65-F5344CB8AC3E}">
        <p14:creationId xmlns:p14="http://schemas.microsoft.com/office/powerpoint/2010/main" val="41962451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MCP versucht aus vielen </a:t>
            </a:r>
            <a:r>
              <a:rPr lang="de-DE" dirty="0" err="1"/>
              <a:t>indiviuellen</a:t>
            </a:r>
            <a:r>
              <a:rPr lang="de-DE" dirty="0"/>
              <a:t> Punkt-zu-Punkt-Integration ein </a:t>
            </a:r>
            <a:r>
              <a:rPr lang="de-DE" dirty="0" err="1"/>
              <a:t>standatisierte</a:t>
            </a:r>
            <a:r>
              <a:rPr lang="de-DE" dirty="0"/>
              <a:t> Schnittstelle zu machen.</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33</a:t>
            </a:fld>
            <a:endParaRPr lang="de-DE"/>
          </a:p>
        </p:txBody>
      </p:sp>
    </p:spTree>
    <p:extLst>
      <p:ext uri="{BB962C8B-B14F-4D97-AF65-F5344CB8AC3E}">
        <p14:creationId xmlns:p14="http://schemas.microsoft.com/office/powerpoint/2010/main" val="18354510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33</a:t>
            </a:fld>
            <a:endParaRPr lang="de-DE"/>
          </a:p>
        </p:txBody>
      </p:sp>
    </p:spTree>
    <p:extLst>
      <p:ext uri="{BB962C8B-B14F-4D97-AF65-F5344CB8AC3E}">
        <p14:creationId xmlns:p14="http://schemas.microsoft.com/office/powerpoint/2010/main" val="5240653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den Pilot werden Tools betrachtet. MCP kennt zusätzlich unter anderem Resources und Prompts. tools/list beschreibt verfügbare Tools. tools/call ruft ein Tool auf. Die konkrete fachliche Umsetzung und Datenautorisierung bleiben Teil der Anwendung und des Servers.</a:t>
            </a:r>
          </a:p>
          <a:p>
            <a:endParaRPr/>
          </a:p>
          <a:p>
            <a:r>
              <a:t>Fachliche Quellen:</a:t>
            </a:r>
          </a:p>
          <a:p>
            <a:endParaRPr/>
          </a:p>
          <a:p>
            <a:r>
              <a:t>https://modelcontextprotocol.io/docs/2026-07-28/learn/architecture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MCP-Client ist eine Komponente des Hosts. Ein MCP-Server stellt Tools bereit und kann dazu vorhandene Dienste nutzen. Die gezeigte DefenceGPT-Rolle setzt eine direkte oder ergänzte MCP-Anbindung voraus. Die Rückrichtung transportiert Ergebnisse und Belege.</a:t>
            </a:r>
          </a:p>
          <a:p>
            <a:endParaRPr/>
          </a:p>
          <a:p>
            <a:r>
              <a:t>Fachliche Quellen:</a:t>
            </a:r>
          </a:p>
          <a:p>
            <a:endParaRPr/>
          </a:p>
          <a:p>
            <a:r>
              <a:t>https://modelcontextprotocol.io/docs/2026-07-28/learn/architecture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Rechte müssen serverseitig und an den Datenzugriffen durchgesetzt werden. Inhalte und Toolergebnisse sind Daten, keine vertrauenswürdigen Anweisungen. Protokolle dürfen selbst keine unnötigen vertraulichen Inhalte offenlegen. Schreibende oder irreversible Aktionen liegen außerhalb des vorgeschlagenen Piloten.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Chatbots für Kundenprozess</a:t>
            </a:r>
          </a:p>
          <a:p>
            <a:r>
              <a:rPr lang="de-DE" dirty="0"/>
              <a:t>Zusammenfassung und Informationsabruf</a:t>
            </a:r>
          </a:p>
          <a:p>
            <a:r>
              <a:rPr lang="de-DE" dirty="0"/>
              <a:t>Schnelles</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41</a:t>
            </a:fld>
            <a:endParaRPr lang="de-DE"/>
          </a:p>
        </p:txBody>
      </p:sp>
    </p:spTree>
    <p:extLst>
      <p:ext uri="{BB962C8B-B14F-4D97-AF65-F5344CB8AC3E}">
        <p14:creationId xmlns:p14="http://schemas.microsoft.com/office/powerpoint/2010/main" val="4883135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a:p>
          <a:p>
            <a:endParaRPr/>
          </a:p>
          <a:p>
            <a:r>
              <a:t>Fachliche Quellen:</a:t>
            </a:r>
          </a:p>
          <a:p>
            <a:r>
              <a:t>https://www.elastic.co/docs/solutions/search/hybrid-search</a:t>
            </a:r>
          </a:p>
          <a:p>
            <a:r>
              <a:t>https://learn.microsoft.com/en-us/azure/architecture/ai-ml/guide/rag/rag-solution-design-and-evaluation-guide</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43</a:t>
            </a:fld>
            <a:endParaRPr lang="de-DE"/>
          </a:p>
        </p:txBody>
      </p:sp>
    </p:spTree>
    <p:extLst>
      <p:ext uri="{BB962C8B-B14F-4D97-AF65-F5344CB8AC3E}">
        <p14:creationId xmlns:p14="http://schemas.microsoft.com/office/powerpoint/2010/main" val="25301185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t>Query Rewriting soll die belegte Nutzerabsicht bewahren. Bei Mehrdeutigkeit ist eine Rückfrage angemessen. Chunkgröße und Überlappung haben keinen universellen Optimalwert. Kontextauswahl und Bewertung der generierten Antwort gehören gemeinsam in die Evaluation.</a:t>
            </a:r>
          </a:p>
          <a:p>
            <a:endParaRPr/>
          </a:p>
          <a:p>
            <a:r>
              <a:t>Fachliche Quellen:</a:t>
            </a:r>
          </a:p>
          <a:p>
            <a:r>
              <a:t>https://learn.microsoft.com/en-us/azure/architecture/ai-ml/guide/rag/rag-solution-design-and-evaluation-guide</a:t>
            </a:r>
          </a:p>
          <a:p>
            <a:r>
              <a:t>https://learn.microsoft.com/en-us/azure/ai-services/document-intelligence/concept/retrieval-augmented-generation?view=doc-intel-4.0.0</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43</a:t>
            </a:fld>
            <a:endParaRPr lang="de-DE"/>
          </a:p>
        </p:txBody>
      </p:sp>
    </p:spTree>
    <p:extLst>
      <p:ext uri="{BB962C8B-B14F-4D97-AF65-F5344CB8AC3E}">
        <p14:creationId xmlns:p14="http://schemas.microsoft.com/office/powerpoint/2010/main" val="1273810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Konzeptioneller Vorschlag für einen lesenden Pilot, keine Beschreibung einer bereits bestehenden produktiven Architektur. Datenzufuhr: freigegebene API oder Export, Prüfung, Chunking, Metadaten und kompatible Embeddings, Suchindex. Anfrage: DefenceGPT mit Orchestrierung und MCP-Client ruft ein eng beschriebenes Suchtool auf. Der Suchdienst erzwingt Zugriffs- und Fachfilter, kombiniert lexikalisches und semantisches Retrieval und bewertet Kandidaten erneut. Der Server gibt Belege mit IDs, Quellen und Datenstand zurück. Der Host baut den Kontext und ruft das LLM für eine Quellenantwort auf. Rechteänderungen und Löschungen sind auch bei Indizes zeitnah durchzusetzen. Eine zusätzliche Liveabfrage für aktuelle Einzelattribute ist möglich, wenn die freigegebene Quell-API das unterstützt. API-Verfügbarkeit, MCP-Anbindung, Betriebsumgebung und Aktualitätsziel sind intern zu bestätigen. Reranking wird gegen eine Variante ohne Reranking evaluiert.</a:t>
            </a:r>
          </a:p>
          <a:p>
            <a:endParaRPr/>
          </a:p>
          <a:p>
            <a:r>
              <a:t>Fachliche Quellen:</a:t>
            </a:r>
          </a:p>
          <a:p>
            <a:endParaRPr/>
          </a:p>
          <a:p>
            <a:r>
              <a:t>https://modelcontextprotocol.io/docs/2026-07-28/learn/architecture</a:t>
            </a:r>
          </a:p>
          <a:p>
            <a:endParaRPr/>
          </a:p>
          <a:p>
            <a:r>
              <a:t>https://learn.microsoft.com/en-us/azure/architecture/ai-ml/guide/rag/rag-solution-design-and-evaluation-guide</a:t>
            </a:r>
          </a:p>
          <a:p>
            <a:endParaRPr/>
          </a:p>
          <a:p>
            <a:r>
              <a:t>https://learn.microsoft.com/en-us/azure/search/hybrid-search-overview</a:t>
            </a:r>
          </a:p>
          <a:p>
            <a:r>
              <a:t>Fachliche Quelle zu BM25 und Hybrid Search: https://www.elastic.co/docs/solutions/search/ranking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Frage und sämtliche Einträge sind fiktiv. Der Beispielauszug ist ein gewünschtes Ausgabeformat und kein gemessenes Systemergebnis. Der Datenstand zeigt eine frei gewählte Quellenversion, kein aktuelles Datum einer realen Datenbank. Semantisches Retrieval liefert eine relevante Auswahl. Für vollständige Bestandslisten sind strukturierte, gegebenenfalls paginierte Abfragen erforderlich.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Zielverhalten des Piloten, keine Leistungszusage. Ob die Lösung Zeit spart und eine ausreichende Qualität erreicht, wird mit repräsentativen Aufgaben und einem Vergleich zur bisherigen Recherche geprüft. Es liegen keine gemessenen Genauigkeits-, Zeit- oder Kostenwerte vor.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Eine Quellenangabe beweist noch nicht die Richtigkeit oder Vollständigkeit einer Antwort. Auch die Zuordnung der Aussage zur Quelle muss geprüft werden. Eine relevante Auswahl aus einer semantischen Suche ist keine Garantie für eine vollständige Bestandsliste. Bei Fragen nach allen Objekten sind strukturierte Abfragen mit klarer Abdeckung erforderlich.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Optionen bilden keine Reifegradleiter. Jede Erweiterung wird nur bei beobachtetem fachlichem Bedarf und messbarem Mehrwert eingeführt. Ein Graphzugriff erhöht nicht automatisch die Autonomie. Mehr Agenten führen nicht automatisch zu besseren Ergebnissen.</a:t>
            </a:r>
          </a:p>
          <a:p>
            <a:endParaRPr/>
          </a:p>
          <a:p>
            <a:r>
              <a:t>Fachliche Quellen:</a:t>
            </a:r>
          </a:p>
          <a:p>
            <a:endParaRPr/>
          </a:p>
          <a:p>
            <a:r>
              <a:t>https://learn.microsoft.com/en-us/azure/architecture/ai-ml/guide/rag/rag-agentic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Fachliche Quellen:</a:t>
            </a:r>
          </a:p>
          <a:p>
            <a:r>
              <a:t>https://learn.microsoft.com/en-us/azure/architecture/ai-ml/guide/rag/rag-solution-design-and-evaluation-guide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Retrieval-Qualität, Quellenbezug, Aufgabenerfolg sowie Betrieb und Zugriff werden separat gemessen. Akzeptanzwerte werden vor der Auswertung festgelegt. Die bisherige Recherche bildet die Vergleichsbasis.</a:t>
            </a:r>
          </a:p>
          <a:p>
            <a:r>
              <a:t>Fachliche Quelle: https://learn.microsoft.com/en-us/azure/architecture/ai-ml/guide/rag/rag-solution-design-and-evaluation-guide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Golden Set enthält repräsentative Fragen, relevante Quellen und erwartetes Verhalten. Eine wortgleiche Musterantwort ist nicht immer erforderlich. Bei Änderungen an Modell, Prompt, Tools oder Index erfolgen Regressionstests. Neue Fehlerfälle ergänzen das Set.</a:t>
            </a:r>
          </a:p>
          <a:p>
            <a:r>
              <a:t>Fachliche Quelle: https://learn.microsoft.com/en-us/azure/architecture/ai-ml/guide/rag/rag-solution-design-and-evaluation-guide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Empfehlung für einen begrenzten, lesenden Pilot mit freigegebenen Quellen. Die Schritte sind ein Vorgehensvorschlag und enthalten keine Zusage zu Aufwand, Dauer oder bereits vorhandenen Systemfähigkeiten.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Hauptpräsentation endet hier. Es folgen ausgeblendete Vertiefungsfolien für Rückfragen.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Vertiefung für Rückfragen. Diese Folie ist im Hauptvortrag ausgeblendet.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t>Fiktives Beispiel einer Beziehungsabfrage, kein Aufruf einer tatsächlich verfügbaren internen Funktion. Die Anwendung muss Argumente, Berechtigungen und mögliche Auswirkungen des Aufrufs prüfen.</a:t>
            </a:r>
          </a:p>
          <a:p>
            <a:r>
              <a:t>Vertiefung für Rückfragen. Diese Folie ist im Hauptvortrag ausgeblendet.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38</a:t>
            </a:fld>
            <a:endParaRPr lang="de-DE"/>
          </a:p>
        </p:txBody>
      </p:sp>
    </p:spTree>
    <p:extLst>
      <p:ext uri="{BB962C8B-B14F-4D97-AF65-F5344CB8AC3E}">
        <p14:creationId xmlns:p14="http://schemas.microsoft.com/office/powerpoint/2010/main" val="25171124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228600" indent="-228600">
              <a:buFont typeface="+mj-lt"/>
              <a:buAutoNum type="arabicPeriod"/>
            </a:pPr>
            <a:r>
              <a:rPr lang="de-DE"/>
              <a:t>Basic Responder: </a:t>
            </a:r>
          </a:p>
          <a:p>
            <a:r>
              <a:rPr lang="de-DE" b="0"/>
              <a:t>Das LLM beantwortet eine Frage direkt</a:t>
            </a:r>
          </a:p>
          <a:p>
            <a:pPr marL="438150" lvl="2" indent="-171450">
              <a:buFont typeface="Arial" panose="020B0604020202020204" pitchFamily="34" charset="0"/>
              <a:buChar char="•"/>
            </a:pPr>
            <a:r>
              <a:rPr lang="de-DE"/>
              <a:t>keine externen </a:t>
            </a:r>
            <a:r>
              <a:rPr lang="de-DE" err="1"/>
              <a:t>tools</a:t>
            </a:r>
            <a:endParaRPr lang="de-DE"/>
          </a:p>
          <a:p>
            <a:pPr marL="438150" lvl="2" indent="-171450">
              <a:buFont typeface="Arial" panose="020B0604020202020204" pitchFamily="34" charset="0"/>
              <a:buChar char="•"/>
            </a:pPr>
            <a:r>
              <a:rPr lang="de-DE"/>
              <a:t>Keine </a:t>
            </a:r>
            <a:r>
              <a:rPr lang="de-DE" err="1"/>
              <a:t>planung</a:t>
            </a:r>
            <a:r>
              <a:rPr lang="de-DE"/>
              <a:t> kein eigenständiger Workflow</a:t>
            </a:r>
          </a:p>
          <a:p>
            <a:pPr marL="438150" lvl="2" indent="-171450">
              <a:buFont typeface="Arial" panose="020B0604020202020204" pitchFamily="34" charset="0"/>
              <a:buChar char="•"/>
            </a:pPr>
            <a:r>
              <a:rPr lang="de-DE"/>
              <a:t>Antwort auf Basis des vorhandenen Kontexts</a:t>
            </a:r>
          </a:p>
          <a:p>
            <a:pPr marL="171450" lvl="1" indent="-171450">
              <a:buFont typeface="Wingdings" panose="05000000000000000000" pitchFamily="2" charset="2"/>
              <a:buChar char="è"/>
            </a:pPr>
            <a:r>
              <a:rPr lang="de-DE"/>
              <a:t>Erkläre mir den Unterschied zwischen TRL 5 und TRL 6</a:t>
            </a:r>
          </a:p>
          <a:p>
            <a:pPr marL="171450" lvl="1" indent="-171450">
              <a:buFont typeface="Wingdings" panose="05000000000000000000" pitchFamily="2" charset="2"/>
              <a:buChar char="è"/>
            </a:pPr>
            <a:endParaRPr lang="de-DE"/>
          </a:p>
          <a:p>
            <a:pPr marL="228600" lvl="1" indent="-228600">
              <a:buFont typeface="+mj-lt"/>
              <a:buAutoNum type="arabicPeriod" startAt="2"/>
            </a:pPr>
            <a:r>
              <a:rPr lang="de-DE" b="1"/>
              <a:t>Tool-</a:t>
            </a:r>
            <a:r>
              <a:rPr lang="de-DE" b="1" err="1"/>
              <a:t>using</a:t>
            </a:r>
            <a:r>
              <a:rPr lang="de-DE" b="1"/>
              <a:t> Assistent</a:t>
            </a:r>
          </a:p>
          <a:p>
            <a:pPr marL="438150" lvl="2" indent="-171450">
              <a:buFont typeface="Arial" panose="020B0604020202020204" pitchFamily="34" charset="0"/>
              <a:buChar char="•"/>
            </a:pPr>
            <a:r>
              <a:rPr lang="de-DE"/>
              <a:t>LLM kann externe Fähigkeiten auswählen</a:t>
            </a:r>
          </a:p>
          <a:p>
            <a:pPr marL="438150" lvl="2" indent="-171450">
              <a:buFont typeface="Arial" panose="020B0604020202020204" pitchFamily="34" charset="0"/>
              <a:buChar char="•"/>
            </a:pPr>
            <a:r>
              <a:rPr lang="de-DE"/>
              <a:t>Meist klar begrenzte Aufgabe</a:t>
            </a:r>
          </a:p>
          <a:p>
            <a:pPr marL="438150" lvl="2" indent="-171450">
              <a:buFont typeface="Arial" panose="020B0604020202020204" pitchFamily="34" charset="0"/>
              <a:buChar char="•"/>
            </a:pPr>
            <a:r>
              <a:rPr lang="de-DE"/>
              <a:t>Ein oder wenige Tool Calls</a:t>
            </a:r>
          </a:p>
          <a:p>
            <a:pPr marL="438150" lvl="2" indent="-171450">
              <a:buFont typeface="Arial" panose="020B0604020202020204" pitchFamily="34" charset="0"/>
              <a:buChar char="•"/>
            </a:pPr>
            <a:r>
              <a:rPr lang="de-DE"/>
              <a:t>Externe oder Aktionen möglich</a:t>
            </a:r>
          </a:p>
          <a:p>
            <a:pPr marL="171450" lvl="1" indent="-171450">
              <a:buFont typeface="Wingdings" panose="05000000000000000000" pitchFamily="2" charset="2"/>
              <a:buChar char="è"/>
            </a:pPr>
            <a:r>
              <a:rPr lang="de-DE"/>
              <a:t>Welche Projekte sind mit Technologie X verknüpft?</a:t>
            </a:r>
          </a:p>
          <a:p>
            <a:pPr marL="171450" lvl="1" indent="-171450">
              <a:buFont typeface="Wingdings" panose="05000000000000000000" pitchFamily="2" charset="2"/>
              <a:buChar char="è"/>
            </a:pPr>
            <a:endParaRPr lang="de-DE"/>
          </a:p>
          <a:p>
            <a:pPr marL="228600" lvl="1" indent="-228600">
              <a:buFont typeface="+mj-lt"/>
              <a:buAutoNum type="arabicPeriod" startAt="3"/>
            </a:pPr>
            <a:r>
              <a:rPr lang="de-DE" b="1"/>
              <a:t>Router Pattern</a:t>
            </a:r>
          </a:p>
          <a:p>
            <a:pPr marL="0" lvl="1" indent="0">
              <a:buFont typeface="Wingdings" panose="05000000000000000000" pitchFamily="2" charset="2"/>
              <a:buNone/>
            </a:pPr>
            <a:r>
              <a:rPr lang="de-DE"/>
              <a:t>Welche Quelle, welches Tool oder welcher Spezialpfad passt zu dieser Anfrage?</a:t>
            </a:r>
          </a:p>
          <a:p>
            <a:pPr marL="438150" lvl="2" indent="-171450">
              <a:buFont typeface="Arial" panose="020B0604020202020204" pitchFamily="34" charset="0"/>
              <a:buChar char="•"/>
            </a:pPr>
            <a:r>
              <a:rPr lang="de-DE"/>
              <a:t>Klassifiziert Anfrage</a:t>
            </a:r>
          </a:p>
          <a:p>
            <a:pPr marL="438150" lvl="2" indent="-171450">
              <a:buFont typeface="Arial" panose="020B0604020202020204" pitchFamily="34" charset="0"/>
              <a:buChar char="•"/>
            </a:pPr>
            <a:r>
              <a:rPr lang="de-DE"/>
              <a:t>Wählt geeigneten Pfad</a:t>
            </a:r>
          </a:p>
          <a:p>
            <a:pPr marL="438150" lvl="2" indent="-171450">
              <a:buFont typeface="Arial" panose="020B0604020202020204" pitchFamily="34" charset="0"/>
              <a:buChar char="•"/>
            </a:pPr>
            <a:r>
              <a:rPr lang="de-DE"/>
              <a:t>Reduziert unnötige Tools</a:t>
            </a:r>
          </a:p>
          <a:p>
            <a:pPr marL="438150" lvl="2" indent="-171450">
              <a:buFont typeface="Arial" panose="020B0604020202020204" pitchFamily="34" charset="0"/>
              <a:buChar char="•"/>
            </a:pPr>
            <a:r>
              <a:rPr lang="de-DE"/>
              <a:t>Noch relativ kontrollierbar</a:t>
            </a:r>
          </a:p>
          <a:p>
            <a:pPr marL="0" lvl="1" indent="0">
              <a:buFont typeface="Arial" panose="020B0604020202020204" pitchFamily="34" charset="0"/>
              <a:buNone/>
            </a:pPr>
            <a:r>
              <a:rPr lang="de-DE"/>
              <a:t>Welche Technologien sind semantisch ähnlich zu X?</a:t>
            </a:r>
          </a:p>
          <a:p>
            <a:pPr marL="0" lvl="1" indent="0">
              <a:buFont typeface="Wingdings" panose="05000000000000000000" pitchFamily="2" charset="2"/>
              <a:buNone/>
            </a:pPr>
            <a:endParaRPr lang="de-DE"/>
          </a:p>
          <a:p>
            <a:pPr marL="228600" lvl="1" indent="-228600">
              <a:buFont typeface="+mj-lt"/>
              <a:buAutoNum type="arabicPeriod" startAt="4"/>
            </a:pPr>
            <a:r>
              <a:rPr lang="de-DE" b="1"/>
              <a:t>Multi-Agent Pattern</a:t>
            </a:r>
          </a:p>
          <a:p>
            <a:pPr marL="0" lvl="1" indent="0">
              <a:buFont typeface="Wingdings" panose="05000000000000000000" pitchFamily="2" charset="2"/>
              <a:buNone/>
            </a:pPr>
            <a:r>
              <a:rPr lang="de-DE"/>
              <a:t>Mehrere spezialisierte Agenten bearbeiten teile einer Aufgabe</a:t>
            </a:r>
          </a:p>
          <a:p>
            <a:pPr marL="438150" lvl="2" indent="-171450">
              <a:buFont typeface="Arial" panose="020B0604020202020204" pitchFamily="34" charset="0"/>
              <a:buChar char="•"/>
            </a:pPr>
            <a:r>
              <a:rPr lang="de-DE"/>
              <a:t>Technology Agent: Technologiesuche</a:t>
            </a:r>
          </a:p>
          <a:p>
            <a:pPr marL="438150" lvl="2" indent="-171450">
              <a:buFont typeface="Arial" panose="020B0604020202020204" pitchFamily="34" charset="0"/>
              <a:buChar char="•"/>
            </a:pPr>
            <a:r>
              <a:rPr lang="de-DE"/>
              <a:t>Project Agent: Projektinformationen</a:t>
            </a:r>
          </a:p>
          <a:p>
            <a:pPr marL="438150" lvl="2" indent="-171450">
              <a:buFont typeface="Arial" panose="020B0604020202020204" pitchFamily="34" charset="0"/>
              <a:buChar char="•"/>
            </a:pPr>
            <a:r>
              <a:rPr lang="de-DE"/>
              <a:t>Analysis Agent: zusammenhänge bewerten</a:t>
            </a:r>
          </a:p>
          <a:p>
            <a:pPr marL="438150" lvl="2" indent="-171450">
              <a:buFont typeface="Arial" panose="020B0604020202020204" pitchFamily="34" charset="0"/>
              <a:buChar char="•"/>
            </a:pPr>
            <a:endParaRPr lang="de-DE"/>
          </a:p>
          <a:p>
            <a:pPr marL="438150" lvl="2" indent="-171450">
              <a:buFont typeface="Arial" panose="020B0604020202020204" pitchFamily="34" charset="0"/>
              <a:buChar char="•"/>
            </a:pPr>
            <a:r>
              <a:rPr lang="de-DE"/>
              <a:t>Spezialisierte Rollen</a:t>
            </a:r>
          </a:p>
          <a:p>
            <a:pPr marL="438150" lvl="2" indent="-171450">
              <a:buFont typeface="Arial" panose="020B0604020202020204" pitchFamily="34" charset="0"/>
              <a:buChar char="•"/>
            </a:pPr>
            <a:r>
              <a:rPr lang="de-DE"/>
              <a:t>Aufgaben werden verteilt</a:t>
            </a:r>
          </a:p>
          <a:p>
            <a:pPr marL="438150" lvl="2" indent="-171450">
              <a:buFont typeface="Arial" panose="020B0604020202020204" pitchFamily="34" charset="0"/>
              <a:buChar char="•"/>
            </a:pPr>
            <a:r>
              <a:rPr lang="de-DE"/>
              <a:t>Ergebnisse werden zusammengeführt</a:t>
            </a:r>
          </a:p>
          <a:p>
            <a:pPr marL="438150" lvl="2" indent="-171450">
              <a:buFont typeface="Arial" panose="020B0604020202020204" pitchFamily="34" charset="0"/>
              <a:buChar char="•"/>
            </a:pPr>
            <a:r>
              <a:rPr lang="de-DE"/>
              <a:t>Höhere Parallelisierung möglich</a:t>
            </a:r>
          </a:p>
          <a:p>
            <a:pPr marL="438150" lvl="2" indent="-171450">
              <a:buFont typeface="Arial" panose="020B0604020202020204" pitchFamily="34" charset="0"/>
              <a:buChar char="•"/>
            </a:pPr>
            <a:r>
              <a:rPr lang="de-DE"/>
              <a:t>Deutlich höhere Koordinationskomplexität</a:t>
            </a:r>
          </a:p>
          <a:p>
            <a:pPr marL="0" lvl="1" indent="0">
              <a:buFont typeface="Arial" panose="020B0604020202020204" pitchFamily="34" charset="0"/>
              <a:buNone/>
            </a:pPr>
            <a:r>
              <a:rPr lang="de-DE" b="1"/>
              <a:t>Aber</a:t>
            </a:r>
            <a:r>
              <a:rPr lang="de-DE"/>
              <a:t>: Mehrere Agenten bedeuten nicht automatisch bessere Ergebnisse.</a:t>
            </a:r>
          </a:p>
          <a:p>
            <a:pPr marL="438150" lvl="2" indent="-171450">
              <a:buFont typeface="Arial" panose="020B0604020202020204" pitchFamily="34" charset="0"/>
              <a:buChar char="•"/>
            </a:pPr>
            <a:endParaRPr lang="de-DE"/>
          </a:p>
          <a:p>
            <a:pPr marL="228600" lvl="1" indent="-228600">
              <a:buFont typeface="+mj-lt"/>
              <a:buAutoNum type="arabicPeriod" startAt="5"/>
            </a:pPr>
            <a:r>
              <a:rPr lang="de-DE" b="1" err="1"/>
              <a:t>Autonomus</a:t>
            </a:r>
            <a:r>
              <a:rPr lang="de-DE" b="1"/>
              <a:t> Agent</a:t>
            </a:r>
          </a:p>
          <a:p>
            <a:pPr marL="0" lvl="1" indent="0">
              <a:buFont typeface="+mj-lt"/>
              <a:buNone/>
            </a:pPr>
            <a:r>
              <a:rPr lang="de-DE" b="0"/>
              <a:t>Der Nutzer gibt eher ein Ziel als eine konkrete einzelne Aufgabe.</a:t>
            </a:r>
          </a:p>
          <a:p>
            <a:pPr marL="0" lvl="1" indent="0">
              <a:buFont typeface="+mj-lt"/>
              <a:buNone/>
            </a:pPr>
            <a:endParaRPr lang="de-DE" b="0"/>
          </a:p>
          <a:p>
            <a:pPr marL="0" lvl="1" indent="0">
              <a:buFont typeface="+mj-lt"/>
              <a:buNone/>
            </a:pPr>
            <a:r>
              <a:rPr lang="de-DE" b="0"/>
              <a:t>Das System kann dann selbst entscheiden: </a:t>
            </a:r>
          </a:p>
          <a:p>
            <a:pPr marL="0" lvl="1" indent="0">
              <a:buFont typeface="+mj-lt"/>
              <a:buNone/>
            </a:pPr>
            <a:r>
              <a:rPr lang="de-DE" b="0" err="1"/>
              <a:t>Werlche</a:t>
            </a:r>
            <a:r>
              <a:rPr lang="de-DE" b="0"/>
              <a:t> Informationen </a:t>
            </a:r>
            <a:r>
              <a:rPr lang="de-DE" b="0" err="1"/>
              <a:t>bracuhe</a:t>
            </a:r>
            <a:r>
              <a:rPr lang="de-DE" b="0"/>
              <a:t> ich?</a:t>
            </a:r>
          </a:p>
          <a:p>
            <a:pPr marL="0" lvl="1" indent="0">
              <a:buFont typeface="+mj-lt"/>
              <a:buNone/>
            </a:pPr>
            <a:r>
              <a:rPr lang="de-DE" b="0"/>
              <a:t>Welche Quellen muss ich durchsuchen?</a:t>
            </a:r>
          </a:p>
          <a:p>
            <a:pPr marL="0" lvl="1" indent="0">
              <a:buFont typeface="+mj-lt"/>
              <a:buNone/>
            </a:pPr>
            <a:r>
              <a:rPr lang="de-DE" b="0" err="1"/>
              <a:t>Wlehce</a:t>
            </a:r>
            <a:r>
              <a:rPr lang="de-DE" b="0"/>
              <a:t> Beziehungen sollte ich untersuchen?</a:t>
            </a:r>
          </a:p>
          <a:p>
            <a:pPr marL="0" lvl="1" indent="0">
              <a:buFont typeface="+mj-lt"/>
              <a:buNone/>
            </a:pPr>
            <a:r>
              <a:rPr lang="de-DE" b="0"/>
              <a:t>Fehlen </a:t>
            </a:r>
            <a:r>
              <a:rPr lang="de-DE" b="0" err="1"/>
              <a:t>Informationenß</a:t>
            </a:r>
            <a:endParaRPr lang="de-DE" b="0"/>
          </a:p>
          <a:p>
            <a:pPr marL="0" lvl="1" indent="0">
              <a:buFont typeface="+mj-lt"/>
              <a:buNone/>
            </a:pPr>
            <a:r>
              <a:rPr lang="de-DE" b="0"/>
              <a:t>Muss ich erneut suchen?</a:t>
            </a:r>
          </a:p>
          <a:p>
            <a:pPr marL="0" lvl="1" indent="0">
              <a:buFont typeface="+mj-lt"/>
              <a:buNone/>
            </a:pPr>
            <a:r>
              <a:rPr lang="de-DE" b="0"/>
              <a:t>Welche </a:t>
            </a:r>
            <a:r>
              <a:rPr lang="de-DE" b="0" err="1"/>
              <a:t>ergebnisse</a:t>
            </a:r>
            <a:r>
              <a:rPr lang="de-DE" b="0"/>
              <a:t> sind relevant?</a:t>
            </a:r>
          </a:p>
          <a:p>
            <a:pPr marL="0" lvl="1" indent="0">
              <a:buFont typeface="+mj-lt"/>
              <a:buNone/>
            </a:pPr>
            <a:r>
              <a:rPr lang="de-DE" b="0"/>
              <a:t>Welche Vorschläge lassen sich daraus ableiten?</a:t>
            </a:r>
          </a:p>
          <a:p>
            <a:pPr marL="0" lvl="1" indent="0">
              <a:buFont typeface="+mj-lt"/>
              <a:buNone/>
            </a:pPr>
            <a:endParaRPr lang="de-DE" b="0"/>
          </a:p>
          <a:p>
            <a:pPr marL="0" lvl="1" indent="0">
              <a:buFont typeface="+mj-lt"/>
              <a:buNone/>
            </a:pPr>
            <a:r>
              <a:rPr lang="de-DE" b="0" err="1"/>
              <a:t>Zielorientiret</a:t>
            </a:r>
            <a:r>
              <a:rPr lang="de-DE" b="0"/>
              <a:t> statt schrittweise </a:t>
            </a:r>
            <a:r>
              <a:rPr lang="de-DE" b="0" err="1"/>
              <a:t>isntruiert</a:t>
            </a:r>
          </a:p>
          <a:p>
            <a:pPr marL="0" lvl="1" indent="0">
              <a:buFont typeface="+mj-lt"/>
              <a:buNone/>
            </a:pPr>
            <a:r>
              <a:rPr lang="de-DE" b="0"/>
              <a:t>Eigenständige Planung </a:t>
            </a:r>
          </a:p>
          <a:p>
            <a:pPr marL="0" lvl="1" indent="0">
              <a:buFont typeface="+mj-lt"/>
              <a:buNone/>
            </a:pPr>
            <a:r>
              <a:rPr lang="de-DE" b="0"/>
              <a:t>Iterative Tool Nutzung</a:t>
            </a:r>
          </a:p>
          <a:p>
            <a:pPr marL="0" lvl="1" indent="0">
              <a:buFont typeface="+mj-lt"/>
              <a:buNone/>
            </a:pPr>
            <a:r>
              <a:rPr lang="de-DE" b="0"/>
              <a:t>Bewerten von </a:t>
            </a:r>
            <a:r>
              <a:rPr lang="de-DE" b="0" err="1"/>
              <a:t>zwischenergebnissen</a:t>
            </a:r>
            <a:endParaRPr lang="de-DE" b="0"/>
          </a:p>
          <a:p>
            <a:pPr marL="0" lvl="1" indent="0">
              <a:buFont typeface="+mj-lt"/>
              <a:buNone/>
            </a:pPr>
            <a:r>
              <a:rPr lang="de-DE" b="0"/>
              <a:t>Deutlicher </a:t>
            </a:r>
            <a:r>
              <a:rPr lang="de-DE" b="0" err="1"/>
              <a:t>Kontroll</a:t>
            </a:r>
            <a:r>
              <a:rPr lang="de-DE" b="0"/>
              <a:t>. Und </a:t>
            </a:r>
            <a:r>
              <a:rPr lang="de-DE" b="0" err="1"/>
              <a:t>Governancebedarf</a:t>
            </a:r>
            <a:endParaRPr lang="de-DE" b="0"/>
          </a:p>
          <a:p>
            <a:pPr marL="0" lvl="1" indent="0">
              <a:buFont typeface="+mj-lt"/>
              <a:buNone/>
            </a:pPr>
            <a:endParaRPr lang="de-DE" b="0"/>
          </a:p>
          <a:p>
            <a:pPr marL="228600" lvl="1" indent="-228600">
              <a:buFont typeface="+mj-lt"/>
              <a:buAutoNum type="arabicPeriod" startAt="6"/>
            </a:pPr>
            <a:r>
              <a:rPr lang="de-DE" b="1"/>
              <a:t>Workflow/ Single-Agent Workflow</a:t>
            </a:r>
          </a:p>
          <a:p>
            <a:pPr marL="0" lvl="1" indent="0">
              <a:buFont typeface="+mj-lt"/>
              <a:buNone/>
            </a:pPr>
            <a:endParaRPr lang="de-DE" b="0"/>
          </a:p>
          <a:p>
            <a:pPr marL="0" lvl="1" indent="0">
              <a:buFont typeface="+mj-lt"/>
              <a:buNone/>
            </a:pPr>
            <a:r>
              <a:rPr lang="de-DE" b="0"/>
              <a:t>Planen -&gt; Suche -&gt; Analyse -&gt; Tool Auswahl -&gt; Antwort</a:t>
            </a:r>
          </a:p>
          <a:p>
            <a:r>
              <a:t>Vertiefung für Rückfragen. Diese Folie ist im Hauptvortrag ausgeblendet.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39</a:t>
            </a:fld>
            <a:endParaRPr lang="de-DE"/>
          </a:p>
        </p:txBody>
      </p:sp>
    </p:spTree>
    <p:extLst>
      <p:ext uri="{BB962C8B-B14F-4D97-AF65-F5344CB8AC3E}">
        <p14:creationId xmlns:p14="http://schemas.microsoft.com/office/powerpoint/2010/main" val="1536735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Vektordatenbanken ermöglichen Ähnlichkeitssuche über semantische Repräsentationen statt über exakte Werte.</a:t>
            </a:r>
          </a:p>
          <a:p>
            <a:endParaRPr lang="de-DE"/>
          </a:p>
          <a:p>
            <a:r>
              <a:rPr lang="de-DE" err="1"/>
              <a:t>Vektordatenbanekn</a:t>
            </a:r>
            <a:r>
              <a:rPr lang="de-DE"/>
              <a:t>:</a:t>
            </a:r>
          </a:p>
          <a:p>
            <a:r>
              <a:rPr lang="de-DE"/>
              <a:t>Text oder andere Inhalte werden in </a:t>
            </a:r>
            <a:r>
              <a:rPr lang="de-DE" err="1"/>
              <a:t>Embeddings</a:t>
            </a:r>
            <a:r>
              <a:rPr lang="de-DE"/>
              <a:t> umgewandelt</a:t>
            </a:r>
          </a:p>
          <a:p>
            <a:r>
              <a:rPr lang="de-DE" err="1"/>
              <a:t>Embeddings</a:t>
            </a:r>
            <a:r>
              <a:rPr lang="de-DE"/>
              <a:t> sind numerische Vektoren liegen in einem hochdimensionalen Vektorraum</a:t>
            </a:r>
          </a:p>
          <a:p>
            <a:r>
              <a:rPr lang="de-DE"/>
              <a:t>Semantisch ähnliche Inhalte liegen dort nah beieinander</a:t>
            </a:r>
          </a:p>
          <a:p>
            <a:r>
              <a:rPr lang="de-DE"/>
              <a:t>Gesucht wird daher nicht nach exakten Werten, sondern nach Ähnlichkeit.</a:t>
            </a:r>
          </a:p>
          <a:p>
            <a:endParaRPr lang="de-DE"/>
          </a:p>
          <a:p>
            <a:r>
              <a:rPr lang="de-DE"/>
              <a:t>Was bedeutet aber ähnlich?</a:t>
            </a:r>
          </a:p>
          <a:p>
            <a:r>
              <a:rPr lang="de-DE" err="1"/>
              <a:t>z.b.</a:t>
            </a:r>
            <a:r>
              <a:rPr lang="de-DE"/>
              <a:t> Welche Technologien sind inhaltlich </a:t>
            </a:r>
            <a:r>
              <a:rPr lang="de-DE" err="1"/>
              <a:t>ähnllich</a:t>
            </a:r>
            <a:r>
              <a:rPr lang="de-DE"/>
              <a:t> zu </a:t>
            </a:r>
            <a:r>
              <a:rPr lang="de-DE" err="1"/>
              <a:t>Advanced</a:t>
            </a:r>
            <a:r>
              <a:rPr lang="de-DE"/>
              <a:t> Sensor Technology?</a:t>
            </a:r>
          </a:p>
          <a:p>
            <a:endParaRPr lang="de-DE"/>
          </a:p>
          <a:p>
            <a:r>
              <a:rPr lang="de-DE"/>
              <a:t>Stärken von </a:t>
            </a:r>
            <a:r>
              <a:rPr lang="de-DE" err="1"/>
              <a:t>Vekordatenbanken</a:t>
            </a:r>
            <a:r>
              <a:rPr lang="de-DE"/>
              <a:t>:</a:t>
            </a:r>
            <a:br>
              <a:rPr lang="de-DE"/>
            </a:br>
            <a:r>
              <a:rPr lang="de-DE"/>
              <a:t>semantische suche </a:t>
            </a:r>
            <a:r>
              <a:rPr lang="de-DE" err="1"/>
              <a:t>ähnlcihe</a:t>
            </a:r>
            <a:r>
              <a:rPr lang="de-DE"/>
              <a:t> Inhalte finden, auch ohne exakte Wortübereinstimmungen</a:t>
            </a:r>
          </a:p>
          <a:p>
            <a:r>
              <a:rPr lang="de-DE"/>
              <a:t>Gut geeignet für Retrieval in RAG </a:t>
            </a:r>
            <a:r>
              <a:rPr lang="de-DE" err="1"/>
              <a:t>systemen</a:t>
            </a:r>
            <a:endParaRPr lang="de-DE"/>
          </a:p>
          <a:p>
            <a:endParaRPr lang="de-DE"/>
          </a:p>
          <a:p>
            <a:r>
              <a:rPr lang="de-DE"/>
              <a:t>Grenzen:</a:t>
            </a:r>
          </a:p>
          <a:p>
            <a:r>
              <a:rPr lang="de-DE"/>
              <a:t>Vektordatenbanken beantworten vor allem Ähnlichkeitsfragen, nicht automatisch exakte strukturierte oder relationale Fragen.</a:t>
            </a:r>
          </a:p>
          <a:p>
            <a:r>
              <a:rPr lang="de-DE" err="1"/>
              <a:t>Zb</a:t>
            </a:r>
            <a:r>
              <a:rPr lang="de-DE"/>
              <a:t>. Welche Technologien haben TRL &lt;6 ? Ist keine typische Vektorfrage. Und auch fragen zu </a:t>
            </a:r>
            <a:r>
              <a:rPr lang="de-DE" err="1"/>
              <a:t>verknüpfungen</a:t>
            </a:r>
            <a:r>
              <a:rPr lang="de-DE"/>
              <a:t> sind keine Vektor fragen</a:t>
            </a:r>
          </a:p>
          <a:p>
            <a:endParaRPr lang="de-DE"/>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42</a:t>
            </a:fld>
            <a:endParaRPr lang="de-DE"/>
          </a:p>
        </p:txBody>
      </p:sp>
    </p:spTree>
    <p:extLst>
      <p:ext uri="{BB962C8B-B14F-4D97-AF65-F5344CB8AC3E}">
        <p14:creationId xmlns:p14="http://schemas.microsoft.com/office/powerpoint/2010/main" val="27306772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Nodes/ Knoten repräsentieren Entitäten, </a:t>
            </a:r>
            <a:r>
              <a:rPr lang="de-DE" err="1"/>
              <a:t>z.b.</a:t>
            </a:r>
            <a:r>
              <a:rPr lang="de-DE"/>
              <a:t> Technologien, Projekte oder Trends</a:t>
            </a:r>
          </a:p>
          <a:p>
            <a:r>
              <a:rPr lang="de-DE"/>
              <a:t>Edge/ Kanten beschreiben Beziehungen </a:t>
            </a:r>
            <a:r>
              <a:rPr lang="de-DE" err="1"/>
              <a:t>zwiscehn</a:t>
            </a:r>
            <a:r>
              <a:rPr lang="de-DE"/>
              <a:t> diesen Entitäten-&gt; Was hängt womit zusammen?</a:t>
            </a:r>
          </a:p>
          <a:p>
            <a:r>
              <a:rPr lang="de-DE"/>
              <a:t>Property beschreiben die </a:t>
            </a:r>
            <a:r>
              <a:rPr lang="de-DE" err="1"/>
              <a:t>eigenschaft</a:t>
            </a:r>
            <a:r>
              <a:rPr lang="de-DE"/>
              <a:t> eines Knotens oder </a:t>
            </a:r>
            <a:r>
              <a:rPr lang="de-DE" err="1"/>
              <a:t>beziehung</a:t>
            </a:r>
            <a:endParaRPr lang="de-DE"/>
          </a:p>
          <a:p>
            <a:endParaRPr lang="de-DE"/>
          </a:p>
          <a:p>
            <a:r>
              <a:rPr lang="de-DE"/>
              <a:t>Ein Graph besteht aus Nodes und </a:t>
            </a:r>
            <a:r>
              <a:rPr lang="de-DE" err="1"/>
              <a:t>Edges</a:t>
            </a:r>
            <a:endParaRPr lang="de-DE"/>
          </a:p>
          <a:p>
            <a:r>
              <a:rPr lang="de-DE"/>
              <a:t>Beziehungen sind im Datenmodell explizit und nicht nur indirekt über </a:t>
            </a:r>
            <a:r>
              <a:rPr lang="de-DE" err="1"/>
              <a:t>Taballenverknüpfungen</a:t>
            </a:r>
            <a:endParaRPr lang="de-DE"/>
          </a:p>
          <a:p>
            <a:r>
              <a:rPr lang="de-DE"/>
              <a:t>Dadurch sind </a:t>
            </a:r>
            <a:r>
              <a:rPr lang="de-DE" err="1"/>
              <a:t>Traversals</a:t>
            </a:r>
            <a:r>
              <a:rPr lang="de-DE"/>
              <a:t> über </a:t>
            </a:r>
            <a:r>
              <a:rPr lang="de-DE" err="1"/>
              <a:t>merhere</a:t>
            </a:r>
            <a:r>
              <a:rPr lang="de-DE"/>
              <a:t> Schritte sehr natürlich</a:t>
            </a:r>
          </a:p>
          <a:p>
            <a:r>
              <a:rPr lang="de-DE" err="1"/>
              <a:t>Bsp</a:t>
            </a:r>
            <a:r>
              <a:rPr lang="de-DE"/>
              <a:t>:</a:t>
            </a:r>
          </a:p>
          <a:p>
            <a:r>
              <a:rPr lang="de-DE"/>
              <a:t>Project-&gt;Technology-&gt;</a:t>
            </a:r>
            <a:r>
              <a:rPr lang="de-DE" err="1"/>
              <a:t>trendSehr</a:t>
            </a:r>
            <a:r>
              <a:rPr lang="de-DE"/>
              <a:t> gut wenn </a:t>
            </a:r>
            <a:r>
              <a:rPr lang="de-DE" err="1"/>
              <a:t>beziehungen</a:t>
            </a:r>
            <a:r>
              <a:rPr lang="de-DE"/>
              <a:t> selbst im </a:t>
            </a:r>
            <a:r>
              <a:rPr lang="de-DE" err="1"/>
              <a:t>zentrum</a:t>
            </a:r>
            <a:r>
              <a:rPr lang="de-DE"/>
              <a:t> der Abfrage stehen.</a:t>
            </a:r>
          </a:p>
          <a:p>
            <a:endParaRPr lang="de-DE"/>
          </a:p>
          <a:p>
            <a:r>
              <a:rPr lang="de-DE"/>
              <a:t>Auch relationale Datenbanken können Beziehungen über </a:t>
            </a:r>
            <a:r>
              <a:rPr lang="de-DE" err="1"/>
              <a:t>Foreign</a:t>
            </a:r>
            <a:r>
              <a:rPr lang="de-DE"/>
              <a:t> Keys und JOINs modellieren.</a:t>
            </a:r>
            <a:br>
              <a:rPr lang="de-DE"/>
            </a:br>
            <a:r>
              <a:rPr lang="de-DE" err="1"/>
              <a:t>Graphendatenbanken</a:t>
            </a:r>
            <a:r>
              <a:rPr lang="de-DE"/>
              <a:t> machen Beziehungen aber zum zentralen Bestandteil des </a:t>
            </a:r>
            <a:r>
              <a:rPr lang="de-DE" err="1"/>
              <a:t>datenmodells</a:t>
            </a:r>
            <a:r>
              <a:rPr lang="de-DE"/>
              <a:t> und sind für </a:t>
            </a:r>
            <a:r>
              <a:rPr lang="de-DE" err="1"/>
              <a:t>Traversals</a:t>
            </a:r>
            <a:r>
              <a:rPr lang="de-DE"/>
              <a:t> über viele beziehungsschritte besonders geeignet.</a:t>
            </a:r>
          </a:p>
          <a:p>
            <a:endParaRPr lang="de-DE"/>
          </a:p>
          <a:p>
            <a:r>
              <a:rPr lang="de-DE"/>
              <a:t>Graph 0 Entitäten verbinden und </a:t>
            </a:r>
            <a:r>
              <a:rPr lang="de-DE" err="1"/>
              <a:t>beziehungen</a:t>
            </a:r>
            <a:r>
              <a:rPr lang="de-DE"/>
              <a:t> traversieren.</a:t>
            </a:r>
          </a:p>
          <a:p>
            <a:endParaRPr lang="de-DE"/>
          </a:p>
          <a:p>
            <a:endParaRPr lang="de-DE"/>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43</a:t>
            </a:fld>
            <a:endParaRPr lang="de-DE"/>
          </a:p>
        </p:txBody>
      </p:sp>
    </p:spTree>
    <p:extLst>
      <p:ext uri="{BB962C8B-B14F-4D97-AF65-F5344CB8AC3E}">
        <p14:creationId xmlns:p14="http://schemas.microsoft.com/office/powerpoint/2010/main" val="34094427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Relational </a:t>
            </a:r>
            <a:r>
              <a:rPr lang="de-DE" err="1"/>
              <a:t>Bsp</a:t>
            </a:r>
            <a:r>
              <a:rPr lang="de-DE"/>
              <a:t> Frage: „Welche Technologien haben TLR &gt;= 6 und strategische Relevanz = hoch?“</a:t>
            </a:r>
          </a:p>
          <a:p>
            <a:endParaRPr lang="de-DE"/>
          </a:p>
          <a:p>
            <a:r>
              <a:rPr lang="de-DE"/>
              <a:t>	Technology</a:t>
            </a:r>
          </a:p>
          <a:p>
            <a:r>
              <a:rPr lang="de-DE"/>
              <a:t>	    Name</a:t>
            </a:r>
          </a:p>
          <a:p>
            <a:r>
              <a:rPr lang="de-DE"/>
              <a:t>	    Status</a:t>
            </a:r>
          </a:p>
          <a:p>
            <a:r>
              <a:rPr lang="de-DE"/>
              <a:t>	    TRL</a:t>
            </a:r>
          </a:p>
          <a:p>
            <a:r>
              <a:rPr lang="de-DE"/>
              <a:t>	    Strategic </a:t>
            </a:r>
            <a:r>
              <a:rPr lang="de-DE" err="1"/>
              <a:t>Relevance</a:t>
            </a:r>
            <a:endParaRPr lang="de-DE"/>
          </a:p>
          <a:p>
            <a:r>
              <a:rPr lang="de-DE" err="1"/>
              <a:t>Owner</a:t>
            </a:r>
            <a:endParaRPr lang="de-DE"/>
          </a:p>
          <a:p>
            <a:r>
              <a:rPr lang="de-DE"/>
              <a:t>	    Date</a:t>
            </a:r>
          </a:p>
          <a:p>
            <a:r>
              <a:t>Vertiefung für Rückfragen. Diese Folie ist im Hauptvortrag ausgeblendet.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44</a:t>
            </a:fld>
            <a:endParaRPr lang="de-DE"/>
          </a:p>
        </p:txBody>
      </p:sp>
    </p:spTree>
    <p:extLst>
      <p:ext uri="{BB962C8B-B14F-4D97-AF65-F5344CB8AC3E}">
        <p14:creationId xmlns:p14="http://schemas.microsoft.com/office/powerpoint/2010/main" val="36423202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CRUD beschreibt sehr </a:t>
            </a:r>
            <a:r>
              <a:rPr lang="de-DE" err="1"/>
              <a:t>allgemeind</a:t>
            </a:r>
            <a:r>
              <a:rPr lang="de-DE"/>
              <a:t>, was Anwendungen mit </a:t>
            </a:r>
            <a:r>
              <a:rPr lang="de-DE" err="1"/>
              <a:t>persitenten</a:t>
            </a:r>
            <a:r>
              <a:rPr lang="de-DE"/>
              <a:t> daten tun können.</a:t>
            </a:r>
          </a:p>
          <a:p>
            <a:endParaRPr lang="de-DE"/>
          </a:p>
          <a:p>
            <a:r>
              <a:rPr lang="de-DE"/>
              <a:t>ACID: zuverlässig ändern, ohne inkonsistente Zwischenzustände zu hinterlassen.</a:t>
            </a:r>
          </a:p>
          <a:p>
            <a:r>
              <a:t>Vertiefung für Rückfragen. Diese Folie ist im Hauptvortrag ausgeblendet.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45</a:t>
            </a:fld>
            <a:endParaRPr lang="de-DE"/>
          </a:p>
        </p:txBody>
      </p:sp>
    </p:spTree>
    <p:extLst>
      <p:ext uri="{BB962C8B-B14F-4D97-AF65-F5344CB8AC3E}">
        <p14:creationId xmlns:p14="http://schemas.microsoft.com/office/powerpoint/2010/main" val="20386020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Unterschiedliche Daten und Workloads können mit unterschiedlichen, jeweils passenden Speichersystemen verarbeitet werden.</a:t>
            </a:r>
          </a:p>
          <a:p>
            <a:r>
              <a:rPr lang="de-DE"/>
              <a:t>-&gt; Verschiedene Systeme haben unterschiedliche Stärken. Gleichzeitig bezahlt man </a:t>
            </a:r>
            <a:r>
              <a:rPr lang="de-DE" err="1"/>
              <a:t>PolygotPersitance</a:t>
            </a:r>
            <a:r>
              <a:rPr lang="de-DE"/>
              <a:t> mit zusätzlicher betriebs. </a:t>
            </a:r>
            <a:r>
              <a:rPr lang="de-DE" err="1"/>
              <a:t>Sychronisations</a:t>
            </a:r>
            <a:r>
              <a:rPr lang="de-DE"/>
              <a:t> und </a:t>
            </a:r>
            <a:r>
              <a:rPr lang="de-DE" err="1"/>
              <a:t>Konsitzenzkomplexität</a:t>
            </a:r>
            <a:endParaRPr lang="de-DE"/>
          </a:p>
          <a:p>
            <a:r>
              <a:t>Vertiefung für Rückfragen. Diese Folie ist im Hauptvortrag ausgeblendet.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46</a:t>
            </a:fld>
            <a:endParaRPr lang="de-DE"/>
          </a:p>
        </p:txBody>
      </p:sp>
    </p:spTree>
    <p:extLst>
      <p:ext uri="{BB962C8B-B14F-4D97-AF65-F5344CB8AC3E}">
        <p14:creationId xmlns:p14="http://schemas.microsoft.com/office/powerpoint/2010/main" val="41464597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47</a:t>
            </a:fld>
            <a:endParaRPr lang="de-DE"/>
          </a:p>
        </p:txBody>
      </p:sp>
    </p:spTree>
    <p:extLst>
      <p:ext uri="{BB962C8B-B14F-4D97-AF65-F5344CB8AC3E}">
        <p14:creationId xmlns:p14="http://schemas.microsoft.com/office/powerpoint/2010/main" val="5240653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Bei einer API weiß der aufrufende Client normalerweise, welche Funktion oder Ressourcen er ansprechen möchte.</a:t>
            </a:r>
          </a:p>
          <a:p>
            <a:r>
              <a:rPr lang="de-DE"/>
              <a:t>APIs stellen </a:t>
            </a:r>
            <a:r>
              <a:rPr lang="de-DE" err="1"/>
              <a:t>defenierte</a:t>
            </a:r>
            <a:r>
              <a:rPr lang="de-DE"/>
              <a:t> Daten und Funktionen eines Systems über klar </a:t>
            </a:r>
            <a:r>
              <a:rPr lang="de-DE" err="1"/>
              <a:t>festegelgte</a:t>
            </a:r>
            <a:r>
              <a:rPr lang="de-DE"/>
              <a:t> Schnittstellen bereit. </a:t>
            </a:r>
          </a:p>
          <a:p>
            <a:r>
              <a:rPr lang="de-DE"/>
              <a:t>Bei klassischer API-Integration weiß die Anwendung normalerweise vorher, welchen </a:t>
            </a:r>
            <a:r>
              <a:rPr lang="de-DE" err="1"/>
              <a:t>Endpoint</a:t>
            </a:r>
            <a:r>
              <a:rPr lang="de-DE"/>
              <a:t> bzw. welche Funktion sie aufrufen muss.</a:t>
            </a:r>
          </a:p>
          <a:p>
            <a:r>
              <a:rPr lang="de-DE"/>
              <a:t>Eine API kann sowohl Datenzugriff als auch Aktionen ermöglichen.</a:t>
            </a:r>
          </a:p>
          <a:p>
            <a:r>
              <a:rPr lang="de-DE"/>
              <a:t>Man legt selbst vorher fest, wann welcher API-Aufruf durchgeführt wird.</a:t>
            </a:r>
          </a:p>
          <a:p>
            <a:endParaRPr lang="de-DE"/>
          </a:p>
          <a:p>
            <a:r>
              <a:rPr lang="de-DE"/>
              <a:t>APIs beantworten definierte Anfragen über klar festgelegte Schnittstellen.</a:t>
            </a:r>
          </a:p>
          <a:p>
            <a:endParaRPr lang="de-DE"/>
          </a:p>
          <a:p>
            <a:r>
              <a:rPr lang="de-DE"/>
              <a:t>REST arbeitet ressourcenorientiert:</a:t>
            </a:r>
          </a:p>
          <a:p>
            <a:r>
              <a:rPr lang="de-DE"/>
              <a:t>	/</a:t>
            </a:r>
            <a:r>
              <a:rPr lang="de-DE" err="1"/>
              <a:t>technologies</a:t>
            </a:r>
            <a:endParaRPr lang="de-DE"/>
          </a:p>
          <a:p>
            <a:r>
              <a:rPr lang="de-DE"/>
              <a:t>	/</a:t>
            </a:r>
            <a:r>
              <a:rPr lang="de-DE" err="1"/>
              <a:t>projects</a:t>
            </a:r>
            <a:endParaRPr lang="de-DE"/>
          </a:p>
          <a:p>
            <a:r>
              <a:rPr lang="de-DE"/>
              <a:t>	/</a:t>
            </a:r>
            <a:r>
              <a:rPr lang="de-DE" err="1"/>
              <a:t>documents</a:t>
            </a:r>
            <a:endParaRPr lang="de-DE"/>
          </a:p>
          <a:p>
            <a:r>
              <a:rPr lang="de-DE"/>
              <a:t>Verweis zu CRUD: HTTP</a:t>
            </a:r>
          </a:p>
          <a:p>
            <a:r>
              <a:rPr lang="de-DE"/>
              <a:t>Create -&gt; POST</a:t>
            </a:r>
          </a:p>
          <a:p>
            <a:r>
              <a:rPr lang="de-DE"/>
              <a:t>Read -&gt; GET</a:t>
            </a:r>
          </a:p>
          <a:p>
            <a:r>
              <a:rPr lang="de-DE"/>
              <a:t>Update -&gt; PUT / PATCH</a:t>
            </a:r>
          </a:p>
          <a:p>
            <a:r>
              <a:rPr lang="de-DE"/>
              <a:t>Delete -&gt; DELETE</a:t>
            </a:r>
          </a:p>
          <a:p>
            <a:pPr marL="171450" indent="-171450">
              <a:buFont typeface="Wingdings" panose="05000000000000000000" pitchFamily="2" charset="2"/>
              <a:buChar char="è"/>
            </a:pPr>
            <a:r>
              <a:rPr lang="de-DE"/>
              <a:t>Typische Zuordnung nicht Definition von REST</a:t>
            </a:r>
          </a:p>
          <a:p>
            <a:pPr marL="171450" indent="-171450">
              <a:buFont typeface="Wingdings" panose="05000000000000000000" pitchFamily="2" charset="2"/>
              <a:buChar char="è"/>
            </a:pPr>
            <a:endParaRPr lang="de-DE"/>
          </a:p>
          <a:p>
            <a:pPr marL="0" indent="0">
              <a:buFont typeface="Wingdings" panose="05000000000000000000" pitchFamily="2" charset="2"/>
              <a:buNone/>
            </a:pPr>
            <a:r>
              <a:rPr lang="de-DE" err="1"/>
              <a:t>GraphQL</a:t>
            </a:r>
            <a:r>
              <a:rPr lang="de-DE"/>
              <a:t>: Der Client beschreibt gezielt, welche Felder er benötigt. -&gt; Gut, wenn Clients flexibel unterschiedliche Ausschnitte derselben Daten benötigen.</a:t>
            </a:r>
          </a:p>
          <a:p>
            <a:pPr marL="0" indent="0">
              <a:buFont typeface="Wingdings" panose="05000000000000000000" pitchFamily="2" charset="2"/>
              <a:buNone/>
            </a:pPr>
            <a:endParaRPr lang="de-DE"/>
          </a:p>
          <a:p>
            <a:pPr marL="0" indent="0">
              <a:buFont typeface="Wingdings" panose="05000000000000000000" pitchFamily="2" charset="2"/>
              <a:buNone/>
            </a:pPr>
            <a:r>
              <a:rPr lang="de-DE"/>
              <a:t>gRPC: Effiziente, stark typisierte Kommunikation zwischen Services.</a:t>
            </a:r>
          </a:p>
          <a:p>
            <a:pPr marL="0" indent="0">
              <a:buFont typeface="Wingdings" panose="05000000000000000000" pitchFamily="2" charset="2"/>
              <a:buNone/>
            </a:pPr>
            <a:r>
              <a:rPr lang="de-DE"/>
              <a:t>Typischer Fokus:</a:t>
            </a:r>
          </a:p>
          <a:p>
            <a:pPr marL="0" indent="0">
              <a:buFont typeface="Wingdings" panose="05000000000000000000" pitchFamily="2" charset="2"/>
              <a:buNone/>
            </a:pPr>
            <a:r>
              <a:rPr lang="de-DE"/>
              <a:t>Interne Services-zu-Service-Kommunikation.</a:t>
            </a:r>
          </a:p>
          <a:p>
            <a:pPr marL="0" indent="0">
              <a:buFont typeface="Wingdings" panose="05000000000000000000" pitchFamily="2" charset="2"/>
              <a:buNone/>
            </a:pPr>
            <a:r>
              <a:rPr lang="de-DE"/>
              <a:t>Klar definierte Interfaces</a:t>
            </a:r>
          </a:p>
          <a:p>
            <a:pPr marL="0" indent="0">
              <a:buFont typeface="Wingdings" panose="05000000000000000000" pitchFamily="2" charset="2"/>
              <a:buNone/>
            </a:pPr>
            <a:r>
              <a:rPr lang="de-DE"/>
              <a:t>Kompakte binäre Nachrichten</a:t>
            </a:r>
          </a:p>
          <a:p>
            <a:pPr marL="0" indent="0">
              <a:buFont typeface="Wingdings" panose="05000000000000000000" pitchFamily="2" charset="2"/>
              <a:buNone/>
            </a:pPr>
            <a:endParaRPr lang="de-DE"/>
          </a:p>
          <a:p>
            <a:pPr marL="0" indent="0">
              <a:buFont typeface="Wingdings" panose="05000000000000000000" pitchFamily="2" charset="2"/>
              <a:buNone/>
            </a:pPr>
            <a:endParaRPr lang="de-DE"/>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48</a:t>
            </a:fld>
            <a:endParaRPr lang="de-DE"/>
          </a:p>
        </p:txBody>
      </p:sp>
    </p:spTree>
    <p:extLst>
      <p:ext uri="{BB962C8B-B14F-4D97-AF65-F5344CB8AC3E}">
        <p14:creationId xmlns:p14="http://schemas.microsoft.com/office/powerpoint/2010/main" val="11291902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Statt regelmäßig nach Änderungen zu fragen, veröffentlicht ein System ein Ereignis, sobald etwas relevantes passiert.</a:t>
            </a:r>
          </a:p>
          <a:p>
            <a:r>
              <a:rPr lang="de-DE"/>
              <a:t>Systeme reagieren auf Ereignisse, statt Änderungen ständig abzufragen.</a:t>
            </a:r>
          </a:p>
          <a:p>
            <a:endParaRPr lang="de-DE"/>
          </a:p>
          <a:p>
            <a:r>
              <a:rPr lang="de-DE"/>
              <a:t>Problems:</a:t>
            </a:r>
          </a:p>
          <a:p>
            <a:r>
              <a:rPr lang="de-DE"/>
              <a:t>Unnötige Anfragen</a:t>
            </a:r>
          </a:p>
          <a:p>
            <a:r>
              <a:rPr lang="de-DE"/>
              <a:t>Änderung wird erst beim nächsten Poll erkannt</a:t>
            </a:r>
          </a:p>
          <a:p>
            <a:r>
              <a:rPr lang="de-DE"/>
              <a:t>Stärkere Abhängigkeit von Abfrageintervallen</a:t>
            </a:r>
          </a:p>
          <a:p>
            <a:r>
              <a:rPr lang="de-DE"/>
              <a:t>Bei vielen Systemen schnell ineffizient</a:t>
            </a:r>
          </a:p>
          <a:p>
            <a:endParaRPr lang="de-DE"/>
          </a:p>
          <a:p>
            <a:r>
              <a:rPr lang="de-DE"/>
              <a:t>Event Driven: Die Quelle veröffentlicht die Änderung einmal, interessierte Systeme reagieren darauf.</a:t>
            </a:r>
          </a:p>
          <a:p>
            <a:endParaRPr lang="de-DE"/>
          </a:p>
          <a:p>
            <a:endParaRPr lang="de-DE"/>
          </a:p>
          <a:p>
            <a:r>
              <a:rPr lang="de-DE"/>
              <a:t>Event: Eine Beschreibung davon, dass etwas passiert ist. -&gt; Ein Event beschreibt typischerweise etwas, das bereits passiert ist.</a:t>
            </a:r>
          </a:p>
          <a:p>
            <a:r>
              <a:rPr lang="de-DE"/>
              <a:t>Producer / Publisher: Das System, das ein Ereignis erzeugt.</a:t>
            </a:r>
          </a:p>
          <a:p>
            <a:r>
              <a:rPr lang="de-DE"/>
              <a:t>Consumer / Subscriber: Ein System, das auf das Ergebnis reagiert.</a:t>
            </a:r>
          </a:p>
          <a:p>
            <a:endParaRPr lang="de-DE"/>
          </a:p>
          <a:p>
            <a:r>
              <a:rPr lang="de-DE"/>
              <a:t>Dazwischen eine Event </a:t>
            </a:r>
            <a:r>
              <a:rPr lang="de-DE" err="1"/>
              <a:t>Platform</a:t>
            </a:r>
            <a:r>
              <a:rPr lang="de-DE"/>
              <a:t> / Message Broker.</a:t>
            </a:r>
          </a:p>
          <a:p>
            <a:endParaRPr lang="de-DE"/>
          </a:p>
          <a:p>
            <a:r>
              <a:rPr lang="de-DE"/>
              <a:t>Ein Broker nimmt Nachrichten entgegen und verteilt sie an interessierte Empfänger.</a:t>
            </a:r>
          </a:p>
          <a:p>
            <a:endParaRPr lang="de-DE"/>
          </a:p>
          <a:p>
            <a:endParaRPr lang="de-DE"/>
          </a:p>
          <a:p>
            <a:r>
              <a:rPr lang="de-DE"/>
              <a:t>API: „Was ist der aktuelle Status?“</a:t>
            </a:r>
          </a:p>
          <a:p>
            <a:r>
              <a:rPr lang="de-DE"/>
              <a:t>Event: „Der Status hat sich geändert.“</a:t>
            </a:r>
          </a:p>
          <a:p>
            <a:endParaRPr lang="de-DE"/>
          </a:p>
          <a:p>
            <a:r>
              <a:rPr lang="de-DE" err="1"/>
              <a:t>Webhook</a:t>
            </a:r>
            <a:r>
              <a:rPr lang="de-DE"/>
              <a:t>: ist eine einfache Form eventgetriebener Kommunikation: Bei einem Ereignis ruft System A einen vorher hinterlegten HTTP-Endpunkt von System B auf.</a:t>
            </a:r>
          </a:p>
          <a:p>
            <a:endParaRPr lang="de-DE"/>
          </a:p>
          <a:p>
            <a:r>
              <a:rPr lang="de-DE"/>
              <a:t>Vorteile: </a:t>
            </a:r>
          </a:p>
          <a:p>
            <a:r>
              <a:rPr lang="de-DE"/>
              <a:t>Lose Kopplung</a:t>
            </a:r>
          </a:p>
          <a:p>
            <a:r>
              <a:rPr lang="de-DE"/>
              <a:t>Mehrere Systeme können unabhängig reagieren</a:t>
            </a:r>
          </a:p>
          <a:p>
            <a:r>
              <a:rPr lang="de-DE"/>
              <a:t>Schnelle Reaktion auf </a:t>
            </a:r>
            <a:r>
              <a:rPr lang="de-DE" err="1"/>
              <a:t>Ändernungen</a:t>
            </a:r>
            <a:endParaRPr lang="de-DE"/>
          </a:p>
          <a:p>
            <a:endParaRPr lang="de-DE"/>
          </a:p>
          <a:p>
            <a:r>
              <a:rPr lang="de-DE"/>
              <a:t>Herausforderungen:</a:t>
            </a:r>
          </a:p>
          <a:p>
            <a:r>
              <a:rPr lang="de-DE"/>
              <a:t>Komplexere Fehlerbehandlung.</a:t>
            </a:r>
          </a:p>
          <a:p>
            <a:r>
              <a:rPr lang="de-DE"/>
              <a:t>Daten können zeitweise unterschiedlich aktuell sein.</a:t>
            </a:r>
          </a:p>
          <a:p>
            <a:endParaRPr lang="de-DE"/>
          </a:p>
          <a:p>
            <a:endParaRPr lang="de-DE"/>
          </a:p>
          <a:p>
            <a:r>
              <a:rPr lang="de-DE"/>
              <a:t>Merksatz:  APIs beantworten Anfragen. Events teilen mit, dass etwas passiert ist.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49</a:t>
            </a:fld>
            <a:endParaRPr lang="de-DE"/>
          </a:p>
        </p:txBody>
      </p:sp>
    </p:spTree>
    <p:extLst>
      <p:ext uri="{BB962C8B-B14F-4D97-AF65-F5344CB8AC3E}">
        <p14:creationId xmlns:p14="http://schemas.microsoft.com/office/powerpoint/2010/main" val="38520378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ELT/ETL bewegt und verarbeitet Daten. CDC überträgt Änderungen. DAGs orchestrieren die einzelnen Verarbeitungsschritte.</a:t>
            </a:r>
          </a:p>
          <a:p>
            <a:endParaRPr lang="de-DE"/>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50</a:t>
            </a:fld>
            <a:endParaRPr lang="de-DE"/>
          </a:p>
        </p:txBody>
      </p:sp>
    </p:spTree>
    <p:extLst>
      <p:ext uri="{BB962C8B-B14F-4D97-AF65-F5344CB8AC3E}">
        <p14:creationId xmlns:p14="http://schemas.microsoft.com/office/powerpoint/2010/main" val="40123806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MCP versucht aus vielen </a:t>
            </a:r>
            <a:r>
              <a:rPr lang="de-DE" err="1"/>
              <a:t>indiviuellen</a:t>
            </a:r>
            <a:r>
              <a:rPr lang="de-DE"/>
              <a:t> Punkt-zu-Punkt-Integration ein </a:t>
            </a:r>
            <a:r>
              <a:rPr lang="de-DE" err="1"/>
              <a:t>standatisierte</a:t>
            </a:r>
            <a:r>
              <a:rPr lang="de-DE"/>
              <a:t> Schnittstelle zu machen.</a:t>
            </a:r>
          </a:p>
          <a:p>
            <a:r>
              <a:t>Vertiefung für Rückfragen. Diese Folie ist im Hauptvortrag ausgeblendet.</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51</a:t>
            </a:fld>
            <a:endParaRPr lang="de-DE"/>
          </a:p>
        </p:txBody>
      </p:sp>
    </p:spTree>
    <p:extLst>
      <p:ext uri="{BB962C8B-B14F-4D97-AF65-F5344CB8AC3E}">
        <p14:creationId xmlns:p14="http://schemas.microsoft.com/office/powerpoint/2010/main" val="18354510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Chatbots für Kundenprozess</a:t>
            </a:r>
          </a:p>
          <a:p>
            <a:r>
              <a:rPr lang="de-DE"/>
              <a:t>Zusammenfassung und Informationsabruf</a:t>
            </a:r>
          </a:p>
          <a:p>
            <a:r>
              <a:rPr lang="de-DE"/>
              <a:t>Schnelles</a:t>
            </a:r>
          </a:p>
        </p:txBody>
      </p:sp>
      <p:sp>
        <p:nvSpPr>
          <p:cNvPr id="4" name="Foliennummernplatzhalter 3"/>
          <p:cNvSpPr>
            <a:spLocks noGrp="1"/>
          </p:cNvSpPr>
          <p:nvPr>
            <p:ph type="sldNum" sz="quarter" idx="5"/>
          </p:nvPr>
        </p:nvSpPr>
        <p:spPr/>
        <p:txBody>
          <a:bodyPr/>
          <a:lstStyle/>
          <a:p>
            <a:pPr>
              <a:spcAft>
                <a:spcPts val="600"/>
              </a:spcAft>
            </a:pPr>
            <a:fld id="{9FCCE027-5007-4E59-9B03-F9F4DC369070}" type="slidenum">
              <a:rPr lang="de-DE" smtClean="0"/>
              <a:pPr>
                <a:spcAft>
                  <a:spcPts val="600"/>
                </a:spcAft>
              </a:pPr>
              <a:t>52</a:t>
            </a:fld>
            <a:endParaRPr lang="de-DE"/>
          </a:p>
        </p:txBody>
      </p:sp>
    </p:spTree>
    <p:extLst>
      <p:ext uri="{BB962C8B-B14F-4D97-AF65-F5344CB8AC3E}">
        <p14:creationId xmlns:p14="http://schemas.microsoft.com/office/powerpoint/2010/main" val="48831353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Filter begrenzen die Kandidaten. BM25 und Vektorsuche erzeugen Trefferlisten, die zusammengeführt und erneut bewertet werden. Top-k und Kontextumfang sind Testparameter. Die Darstellung ist ein Ablaufvorschlag.</a:t>
            </a:r>
          </a:p>
          <a:p>
            <a:r>
              <a:t>Fachliche Quelle: https://www.elastic.co/docs/solutions/search/ranking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Vertiefung für Rückfragen. Diese Folie ist im Hauptvortrag ausgeblendet.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Vertiefung für Rückfragen. Diese Folie ist im Hauptvortrag ausgeblendet.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Vertiefung für Rückfragen. Diese Folie ist im Hauptvortrag ausgeblendet.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Vertiefung für Rückfragen. Diese Folie ist im Hauptvortrag ausgeblendet.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Beispiele illustrieren mögliche Treffer. Sie belegen keine Rangfolge eines realen Systems. Query und Dokumente benötigen kompatible Embeddings. BM25 ist ein verbreitetes lexikalisches Rankingverfahren.</a:t>
            </a:r>
          </a:p>
          <a:p>
            <a:endParaRPr/>
          </a:p>
          <a:p>
            <a:r>
              <a:t>Fachliche Quellen:</a:t>
            </a:r>
          </a:p>
          <a:p>
            <a:endParaRPr/>
          </a:p>
          <a:p>
            <a:r>
              <a:t>https://learn.microsoft.com/en-us/azure/search/hybrid-search-overview</a:t>
            </a:r>
          </a:p>
          <a:p>
            <a:r>
              <a:t>Fachliche Quelle zu BM25 und Hybrid Search: https://www.elastic.co/docs/solutions/search/ranking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5589ADB7-0617-0462-9131-C977B7F34004}"/>
              </a:ext>
            </a:extLst>
          </p:cNvPr>
          <p:cNvPicPr>
            <a:picLocks noChangeAspect="1"/>
          </p:cNvPicPr>
          <p:nvPr userDrawn="1"/>
        </p:nvPicPr>
        <p:blipFill>
          <a:blip r:embed="rId2">
            <a:extLst>
              <a:ext uri="{28A0092B-C50C-407E-A947-70E740481C1C}">
                <a14:useLocalDpi xmlns:a14="http://schemas.microsoft.com/office/drawing/2010/main" val="0"/>
              </a:ext>
            </a:extLst>
          </a:blip>
          <a:srcRect l="14826" t="21226" r="27132" b="19789"/>
          <a:stretch/>
        </p:blipFill>
        <p:spPr>
          <a:xfrm>
            <a:off x="0" y="-290"/>
            <a:ext cx="11891962" cy="6561138"/>
          </a:xfrm>
          <a:custGeom>
            <a:avLst/>
            <a:gdLst>
              <a:gd name="connsiteX0" fmla="*/ 0 w 11891962"/>
              <a:gd name="connsiteY0" fmla="*/ 0 h 6561138"/>
              <a:gd name="connsiteX1" fmla="*/ 11891962 w 11891962"/>
              <a:gd name="connsiteY1" fmla="*/ 0 h 6561138"/>
              <a:gd name="connsiteX2" fmla="*/ 11891962 w 11891962"/>
              <a:gd name="connsiteY2" fmla="*/ 5555709 h 6561138"/>
              <a:gd name="connsiteX3" fmla="*/ 10886533 w 11891962"/>
              <a:gd name="connsiteY3" fmla="*/ 6561138 h 6561138"/>
              <a:gd name="connsiteX4" fmla="*/ 0 w 11891962"/>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2" h="6561138">
                <a:moveTo>
                  <a:pt x="0" y="0"/>
                </a:moveTo>
                <a:lnTo>
                  <a:pt x="11891962" y="0"/>
                </a:lnTo>
                <a:lnTo>
                  <a:pt x="11891962" y="5555709"/>
                </a:lnTo>
                <a:cubicBezTo>
                  <a:pt x="11891962" y="6110992"/>
                  <a:pt x="11441816" y="6561138"/>
                  <a:pt x="10886533" y="6561138"/>
                </a:cubicBezTo>
                <a:lnTo>
                  <a:pt x="0" y="6561138"/>
                </a:lnTo>
                <a:close/>
              </a:path>
            </a:pathLst>
          </a:custGeom>
        </p:spPr>
      </p:pic>
      <p:sp>
        <p:nvSpPr>
          <p:cNvPr id="10" name="Textplatzhalter 37">
            <a:extLst>
              <a:ext uri="{FF2B5EF4-FFF2-40B4-BE49-F238E27FC236}">
                <a16:creationId xmlns:a16="http://schemas.microsoft.com/office/drawing/2014/main" id="{B63B80C1-2990-5759-CAC7-A9E2D33B8EE7}"/>
              </a:ext>
            </a:extLst>
          </p:cNvPr>
          <p:cNvSpPr>
            <a:spLocks noGrp="1"/>
          </p:cNvSpPr>
          <p:nvPr>
            <p:ph type="body" sz="quarter" idx="12" hasCustomPrompt="1"/>
          </p:nvPr>
        </p:nvSpPr>
        <p:spPr>
          <a:xfrm>
            <a:off x="731838" y="6226808"/>
            <a:ext cx="4235589" cy="184666"/>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lang="de-DE" sz="1200" b="0" kern="1200" baseline="0" dirty="0" smtClean="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lvl="0"/>
            <a:r>
              <a:rPr lang="de-DE"/>
              <a:t>Ort und Datum</a:t>
            </a:r>
          </a:p>
        </p:txBody>
      </p:sp>
      <p:sp>
        <p:nvSpPr>
          <p:cNvPr id="13" name="Textplatzhalter 37">
            <a:extLst>
              <a:ext uri="{FF2B5EF4-FFF2-40B4-BE49-F238E27FC236}">
                <a16:creationId xmlns:a16="http://schemas.microsoft.com/office/drawing/2014/main" id="{595AE18B-0306-EFA4-7563-F32DAA6DD33E}"/>
              </a:ext>
            </a:extLst>
          </p:cNvPr>
          <p:cNvSpPr>
            <a:spLocks noGrp="1"/>
          </p:cNvSpPr>
          <p:nvPr>
            <p:ph type="body" sz="quarter" idx="13" hasCustomPrompt="1"/>
          </p:nvPr>
        </p:nvSpPr>
        <p:spPr>
          <a:xfrm>
            <a:off x="731838" y="5951301"/>
            <a:ext cx="4235589" cy="184666"/>
          </a:xfrm>
          <a:prstGeom prst="rect">
            <a:avLst/>
          </a:prstGeom>
        </p:spPr>
        <p:txBody>
          <a:bodyPr lIns="0" tIns="0" rIns="0" bIns="0" anchor="b">
            <a:noAutofit/>
          </a:bodyPr>
          <a:lstStyle>
            <a:lvl1pPr marL="0" marR="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lang="de-DE" sz="1200" b="0" kern="1200" baseline="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smtClean="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lang="de-DE" sz="1600" b="0" kern="1200" baseline="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600"/>
              </a:spcAft>
              <a:buClr>
                <a:schemeClr val="tx1"/>
              </a:buClr>
              <a:buSzPct val="130000"/>
              <a:buFont typeface="Arial" panose="020B0604020202020204" pitchFamily="34" charset="0"/>
              <a:buNone/>
              <a:tabLst/>
              <a:defRPr/>
            </a:pPr>
            <a:r>
              <a:rPr lang="de-DE"/>
              <a:t>Autor | Abteilung, Version</a:t>
            </a:r>
          </a:p>
        </p:txBody>
      </p:sp>
      <p:sp>
        <p:nvSpPr>
          <p:cNvPr id="14" name="Titel 1">
            <a:extLst>
              <a:ext uri="{FF2B5EF4-FFF2-40B4-BE49-F238E27FC236}">
                <a16:creationId xmlns:a16="http://schemas.microsoft.com/office/drawing/2014/main" id="{83C1226F-E526-3D55-AA68-E63ACBF6C2BC}"/>
              </a:ext>
            </a:extLst>
          </p:cNvPr>
          <p:cNvSpPr>
            <a:spLocks noGrp="1"/>
          </p:cNvSpPr>
          <p:nvPr>
            <p:ph type="ctrTitle" hasCustomPrompt="1"/>
          </p:nvPr>
        </p:nvSpPr>
        <p:spPr bwMode="gray">
          <a:xfrm>
            <a:off x="731838" y="2524453"/>
            <a:ext cx="4235589" cy="1107996"/>
          </a:xfrm>
          <a:prstGeom prst="rect">
            <a:avLst/>
          </a:prstGeom>
          <a:noFill/>
        </p:spPr>
        <p:txBody>
          <a:bodyPr vert="horz" lIns="0" tIns="0" rIns="0" bIns="0" anchor="b">
            <a:noAutofit/>
          </a:bodyPr>
          <a:lstStyle>
            <a:lvl1pPr algn="l" rtl="0">
              <a:lnSpc>
                <a:spcPct val="100000"/>
              </a:lnSpc>
              <a:spcBef>
                <a:spcPts val="0"/>
              </a:spcBef>
              <a:defRPr sz="2400" baseline="0">
                <a:solidFill>
                  <a:schemeClr val="bg1"/>
                </a:solidFill>
                <a:latin typeface="+mn-lt"/>
              </a:defRPr>
            </a:lvl1pPr>
          </a:lstStyle>
          <a:p>
            <a:r>
              <a:rPr lang="de-DE"/>
              <a:t>Titel der Präsentation</a:t>
            </a:r>
            <a:br>
              <a:rPr lang="en-US"/>
            </a:br>
            <a:r>
              <a:rPr lang="en-US"/>
              <a:t> </a:t>
            </a:r>
            <a:br>
              <a:rPr lang="en-US"/>
            </a:br>
            <a:endParaRPr lang="de-DE"/>
          </a:p>
        </p:txBody>
      </p:sp>
      <p:sp>
        <p:nvSpPr>
          <p:cNvPr id="3" name="Untertitel 2">
            <a:extLst>
              <a:ext uri="{FF2B5EF4-FFF2-40B4-BE49-F238E27FC236}">
                <a16:creationId xmlns:a16="http://schemas.microsoft.com/office/drawing/2014/main" id="{DB5A033D-FBD4-4F32-60B9-FDE3155E3F91}"/>
              </a:ext>
            </a:extLst>
          </p:cNvPr>
          <p:cNvSpPr>
            <a:spLocks noGrp="1"/>
          </p:cNvSpPr>
          <p:nvPr>
            <p:ph type="subTitle" idx="1" hasCustomPrompt="1"/>
          </p:nvPr>
        </p:nvSpPr>
        <p:spPr bwMode="gray">
          <a:xfrm>
            <a:off x="731848" y="4228540"/>
            <a:ext cx="4235589" cy="276999"/>
          </a:xfrm>
          <a:prstGeom prst="rect">
            <a:avLst/>
          </a:prstGeom>
          <a:noFill/>
        </p:spPr>
        <p:txBody>
          <a:bodyPr vert="horz" lIns="0" tIns="0" rIns="0" bIns="0" rtlCol="0">
            <a:noAutofit/>
          </a:bodyPr>
          <a:lstStyle>
            <a:lvl1pPr marL="0" indent="0" rtl="0">
              <a:buNone/>
              <a:defRPr lang="de-DE" sz="1800" b="0" baseline="0" dirty="0">
                <a:solidFill>
                  <a:schemeClr val="bg1"/>
                </a:solidFill>
              </a:defRPr>
            </a:lvl1pPr>
          </a:lstStyle>
          <a:p>
            <a:pPr lvl="0"/>
            <a:r>
              <a:rPr lang="de-DE"/>
              <a:t>Untertitel</a:t>
            </a:r>
          </a:p>
        </p:txBody>
      </p:sp>
      <p:cxnSp>
        <p:nvCxnSpPr>
          <p:cNvPr id="4" name="Gerader Verbinder 3">
            <a:extLst>
              <a:ext uri="{FF2B5EF4-FFF2-40B4-BE49-F238E27FC236}">
                <a16:creationId xmlns:a16="http://schemas.microsoft.com/office/drawing/2014/main" id="{A6A68767-B317-B4EC-8D14-862FCC9A5CBB}"/>
              </a:ext>
            </a:extLst>
          </p:cNvPr>
          <p:cNvCxnSpPr/>
          <p:nvPr userDrawn="1"/>
        </p:nvCxnSpPr>
        <p:spPr>
          <a:xfrm>
            <a:off x="731848" y="3957644"/>
            <a:ext cx="4644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Grafik 4">
            <a:extLst>
              <a:ext uri="{FF2B5EF4-FFF2-40B4-BE49-F238E27FC236}">
                <a16:creationId xmlns:a16="http://schemas.microsoft.com/office/drawing/2014/main" id="{85F2CECB-F288-4A00-353E-39BE83C9515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95199" y="0"/>
            <a:ext cx="2178000" cy="1324631"/>
          </a:xfrm>
          <a:prstGeom prst="rect">
            <a:avLst/>
          </a:prstGeom>
        </p:spPr>
      </p:pic>
    </p:spTree>
    <p:extLst>
      <p:ext uri="{BB962C8B-B14F-4D97-AF65-F5344CB8AC3E}">
        <p14:creationId xmlns:p14="http://schemas.microsoft.com/office/powerpoint/2010/main" val="3938966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platzhalter 2">
            <a:extLst>
              <a:ext uri="{FF2B5EF4-FFF2-40B4-BE49-F238E27FC236}">
                <a16:creationId xmlns:a16="http://schemas.microsoft.com/office/drawing/2014/main" id="{0A806D2D-358A-4191-A904-BA8509FF17C8}"/>
              </a:ext>
            </a:extLst>
          </p:cNvPr>
          <p:cNvSpPr>
            <a:spLocks noGrp="1"/>
          </p:cNvSpPr>
          <p:nvPr>
            <p:ph type="body" sz="quarter" idx="10" hasCustomPrompt="1"/>
          </p:nvPr>
        </p:nvSpPr>
        <p:spPr>
          <a:xfrm>
            <a:off x="292897" y="1376363"/>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01</a:t>
            </a:r>
          </a:p>
        </p:txBody>
      </p:sp>
      <p:sp>
        <p:nvSpPr>
          <p:cNvPr id="13" name="Textplatzhalter 2">
            <a:extLst>
              <a:ext uri="{FF2B5EF4-FFF2-40B4-BE49-F238E27FC236}">
                <a16:creationId xmlns:a16="http://schemas.microsoft.com/office/drawing/2014/main" id="{31A349A6-A28A-4754-88AB-F7C547E13124}"/>
              </a:ext>
            </a:extLst>
          </p:cNvPr>
          <p:cNvSpPr>
            <a:spLocks noGrp="1"/>
          </p:cNvSpPr>
          <p:nvPr>
            <p:ph type="body" sz="quarter" idx="11" hasCustomPrompt="1"/>
          </p:nvPr>
        </p:nvSpPr>
        <p:spPr>
          <a:xfrm>
            <a:off x="931527" y="137636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15" name="Gerader Verbinder 14">
            <a:extLst>
              <a:ext uri="{FF2B5EF4-FFF2-40B4-BE49-F238E27FC236}">
                <a16:creationId xmlns:a16="http://schemas.microsoft.com/office/drawing/2014/main" id="{0C810F98-DAA2-4136-88FE-D3CB3AB8A020}"/>
              </a:ext>
            </a:extLst>
          </p:cNvPr>
          <p:cNvCxnSpPr/>
          <p:nvPr userDrawn="1"/>
        </p:nvCxnSpPr>
        <p:spPr>
          <a:xfrm>
            <a:off x="858615" y="1376363"/>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platzhalter 2">
            <a:extLst>
              <a:ext uri="{FF2B5EF4-FFF2-40B4-BE49-F238E27FC236}">
                <a16:creationId xmlns:a16="http://schemas.microsoft.com/office/drawing/2014/main" id="{0AF7A1DF-2BFB-4BE6-9B6B-AAE45FE3E027}"/>
              </a:ext>
            </a:extLst>
          </p:cNvPr>
          <p:cNvSpPr>
            <a:spLocks noGrp="1"/>
          </p:cNvSpPr>
          <p:nvPr>
            <p:ph type="body" sz="quarter" idx="12" hasCustomPrompt="1"/>
          </p:nvPr>
        </p:nvSpPr>
        <p:spPr>
          <a:xfrm>
            <a:off x="5520673" y="1376363"/>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05</a:t>
            </a:r>
          </a:p>
        </p:txBody>
      </p:sp>
      <p:sp>
        <p:nvSpPr>
          <p:cNvPr id="17" name="Textplatzhalter 2">
            <a:extLst>
              <a:ext uri="{FF2B5EF4-FFF2-40B4-BE49-F238E27FC236}">
                <a16:creationId xmlns:a16="http://schemas.microsoft.com/office/drawing/2014/main" id="{FBFB7EC6-975B-44C0-AD9A-EBC932E7BF42}"/>
              </a:ext>
            </a:extLst>
          </p:cNvPr>
          <p:cNvSpPr>
            <a:spLocks noGrp="1"/>
          </p:cNvSpPr>
          <p:nvPr>
            <p:ph type="body" sz="quarter" idx="13" hasCustomPrompt="1"/>
          </p:nvPr>
        </p:nvSpPr>
        <p:spPr>
          <a:xfrm>
            <a:off x="6159303" y="137636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18" name="Gerader Verbinder 17">
            <a:extLst>
              <a:ext uri="{FF2B5EF4-FFF2-40B4-BE49-F238E27FC236}">
                <a16:creationId xmlns:a16="http://schemas.microsoft.com/office/drawing/2014/main" id="{C5EB094D-A6F4-47EF-9111-348EC4CE754D}"/>
              </a:ext>
            </a:extLst>
          </p:cNvPr>
          <p:cNvCxnSpPr/>
          <p:nvPr userDrawn="1"/>
        </p:nvCxnSpPr>
        <p:spPr>
          <a:xfrm>
            <a:off x="6086391" y="1376363"/>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platzhalter 2">
            <a:extLst>
              <a:ext uri="{FF2B5EF4-FFF2-40B4-BE49-F238E27FC236}">
                <a16:creationId xmlns:a16="http://schemas.microsoft.com/office/drawing/2014/main" id="{05894CA9-CDC7-4097-B014-E7E141D7FF44}"/>
              </a:ext>
            </a:extLst>
          </p:cNvPr>
          <p:cNvSpPr>
            <a:spLocks noGrp="1"/>
          </p:cNvSpPr>
          <p:nvPr>
            <p:ph type="body" sz="quarter" idx="14" hasCustomPrompt="1"/>
          </p:nvPr>
        </p:nvSpPr>
        <p:spPr>
          <a:xfrm>
            <a:off x="292897" y="2624983"/>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02</a:t>
            </a:r>
          </a:p>
        </p:txBody>
      </p:sp>
      <p:sp>
        <p:nvSpPr>
          <p:cNvPr id="20" name="Textplatzhalter 2">
            <a:extLst>
              <a:ext uri="{FF2B5EF4-FFF2-40B4-BE49-F238E27FC236}">
                <a16:creationId xmlns:a16="http://schemas.microsoft.com/office/drawing/2014/main" id="{A0F2C25D-0F60-4FC7-AC30-5928FDD33802}"/>
              </a:ext>
            </a:extLst>
          </p:cNvPr>
          <p:cNvSpPr>
            <a:spLocks noGrp="1"/>
          </p:cNvSpPr>
          <p:nvPr>
            <p:ph type="body" sz="quarter" idx="15" hasCustomPrompt="1"/>
          </p:nvPr>
        </p:nvSpPr>
        <p:spPr>
          <a:xfrm>
            <a:off x="931527" y="262498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21" name="Gerader Verbinder 20">
            <a:extLst>
              <a:ext uri="{FF2B5EF4-FFF2-40B4-BE49-F238E27FC236}">
                <a16:creationId xmlns:a16="http://schemas.microsoft.com/office/drawing/2014/main" id="{FF02FC88-A2D5-4CAF-89F2-986DC615635A}"/>
              </a:ext>
            </a:extLst>
          </p:cNvPr>
          <p:cNvCxnSpPr/>
          <p:nvPr userDrawn="1"/>
        </p:nvCxnSpPr>
        <p:spPr>
          <a:xfrm>
            <a:off x="858615" y="2624983"/>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platzhalter 2">
            <a:extLst>
              <a:ext uri="{FF2B5EF4-FFF2-40B4-BE49-F238E27FC236}">
                <a16:creationId xmlns:a16="http://schemas.microsoft.com/office/drawing/2014/main" id="{F905FB0C-8B69-407F-AFBA-4A7256BAD850}"/>
              </a:ext>
            </a:extLst>
          </p:cNvPr>
          <p:cNvSpPr>
            <a:spLocks noGrp="1"/>
          </p:cNvSpPr>
          <p:nvPr>
            <p:ph type="body" sz="quarter" idx="16" hasCustomPrompt="1"/>
          </p:nvPr>
        </p:nvSpPr>
        <p:spPr>
          <a:xfrm>
            <a:off x="5520673" y="2624983"/>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06</a:t>
            </a:r>
          </a:p>
        </p:txBody>
      </p:sp>
      <p:sp>
        <p:nvSpPr>
          <p:cNvPr id="23" name="Textplatzhalter 2">
            <a:extLst>
              <a:ext uri="{FF2B5EF4-FFF2-40B4-BE49-F238E27FC236}">
                <a16:creationId xmlns:a16="http://schemas.microsoft.com/office/drawing/2014/main" id="{3E4C511F-6EB1-4E8C-B49A-CB72AC74C200}"/>
              </a:ext>
            </a:extLst>
          </p:cNvPr>
          <p:cNvSpPr>
            <a:spLocks noGrp="1"/>
          </p:cNvSpPr>
          <p:nvPr>
            <p:ph type="body" sz="quarter" idx="17" hasCustomPrompt="1"/>
          </p:nvPr>
        </p:nvSpPr>
        <p:spPr>
          <a:xfrm>
            <a:off x="6159303" y="262498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24" name="Gerader Verbinder 23">
            <a:extLst>
              <a:ext uri="{FF2B5EF4-FFF2-40B4-BE49-F238E27FC236}">
                <a16:creationId xmlns:a16="http://schemas.microsoft.com/office/drawing/2014/main" id="{A38FCF1D-CE4C-467E-908F-FD7CEFBF3ECE}"/>
              </a:ext>
            </a:extLst>
          </p:cNvPr>
          <p:cNvCxnSpPr/>
          <p:nvPr userDrawn="1"/>
        </p:nvCxnSpPr>
        <p:spPr>
          <a:xfrm>
            <a:off x="6086391" y="2624983"/>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platzhalter 2">
            <a:extLst>
              <a:ext uri="{FF2B5EF4-FFF2-40B4-BE49-F238E27FC236}">
                <a16:creationId xmlns:a16="http://schemas.microsoft.com/office/drawing/2014/main" id="{C98ECF22-6CD2-48C3-84AB-33F5D804DE92}"/>
              </a:ext>
            </a:extLst>
          </p:cNvPr>
          <p:cNvSpPr>
            <a:spLocks noGrp="1"/>
          </p:cNvSpPr>
          <p:nvPr>
            <p:ph type="body" sz="quarter" idx="18" hasCustomPrompt="1"/>
          </p:nvPr>
        </p:nvSpPr>
        <p:spPr>
          <a:xfrm>
            <a:off x="292897" y="3873603"/>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03</a:t>
            </a:r>
          </a:p>
        </p:txBody>
      </p:sp>
      <p:sp>
        <p:nvSpPr>
          <p:cNvPr id="26" name="Textplatzhalter 2">
            <a:extLst>
              <a:ext uri="{FF2B5EF4-FFF2-40B4-BE49-F238E27FC236}">
                <a16:creationId xmlns:a16="http://schemas.microsoft.com/office/drawing/2014/main" id="{1841AE0A-9C6F-4DC7-BCEF-0820A4415D73}"/>
              </a:ext>
            </a:extLst>
          </p:cNvPr>
          <p:cNvSpPr>
            <a:spLocks noGrp="1"/>
          </p:cNvSpPr>
          <p:nvPr>
            <p:ph type="body" sz="quarter" idx="19" hasCustomPrompt="1"/>
          </p:nvPr>
        </p:nvSpPr>
        <p:spPr>
          <a:xfrm>
            <a:off x="931527" y="387360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27" name="Gerader Verbinder 26">
            <a:extLst>
              <a:ext uri="{FF2B5EF4-FFF2-40B4-BE49-F238E27FC236}">
                <a16:creationId xmlns:a16="http://schemas.microsoft.com/office/drawing/2014/main" id="{711F2DCA-D595-45C6-9AC8-F76F9C03AC92}"/>
              </a:ext>
            </a:extLst>
          </p:cNvPr>
          <p:cNvCxnSpPr/>
          <p:nvPr userDrawn="1"/>
        </p:nvCxnSpPr>
        <p:spPr>
          <a:xfrm>
            <a:off x="858615" y="3873603"/>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platzhalter 2">
            <a:extLst>
              <a:ext uri="{FF2B5EF4-FFF2-40B4-BE49-F238E27FC236}">
                <a16:creationId xmlns:a16="http://schemas.microsoft.com/office/drawing/2014/main" id="{8DF54314-4FCD-420B-B329-CDCA0BB46506}"/>
              </a:ext>
            </a:extLst>
          </p:cNvPr>
          <p:cNvSpPr>
            <a:spLocks noGrp="1"/>
          </p:cNvSpPr>
          <p:nvPr>
            <p:ph type="body" sz="quarter" idx="20" hasCustomPrompt="1"/>
          </p:nvPr>
        </p:nvSpPr>
        <p:spPr>
          <a:xfrm>
            <a:off x="5520673" y="3873603"/>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07</a:t>
            </a:r>
          </a:p>
        </p:txBody>
      </p:sp>
      <p:sp>
        <p:nvSpPr>
          <p:cNvPr id="29" name="Textplatzhalter 2">
            <a:extLst>
              <a:ext uri="{FF2B5EF4-FFF2-40B4-BE49-F238E27FC236}">
                <a16:creationId xmlns:a16="http://schemas.microsoft.com/office/drawing/2014/main" id="{D7FC670E-0B00-483D-BDEB-C7E2867A17E6}"/>
              </a:ext>
            </a:extLst>
          </p:cNvPr>
          <p:cNvSpPr>
            <a:spLocks noGrp="1"/>
          </p:cNvSpPr>
          <p:nvPr>
            <p:ph type="body" sz="quarter" idx="21" hasCustomPrompt="1"/>
          </p:nvPr>
        </p:nvSpPr>
        <p:spPr>
          <a:xfrm>
            <a:off x="6159303" y="3873603"/>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30" name="Gerader Verbinder 29">
            <a:extLst>
              <a:ext uri="{FF2B5EF4-FFF2-40B4-BE49-F238E27FC236}">
                <a16:creationId xmlns:a16="http://schemas.microsoft.com/office/drawing/2014/main" id="{E5565CF5-E0A7-40E4-9D7B-E88A8F14727E}"/>
              </a:ext>
            </a:extLst>
          </p:cNvPr>
          <p:cNvCxnSpPr/>
          <p:nvPr userDrawn="1"/>
        </p:nvCxnSpPr>
        <p:spPr>
          <a:xfrm>
            <a:off x="6086391" y="3873603"/>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platzhalter 2">
            <a:extLst>
              <a:ext uri="{FF2B5EF4-FFF2-40B4-BE49-F238E27FC236}">
                <a16:creationId xmlns:a16="http://schemas.microsoft.com/office/drawing/2014/main" id="{A3FCF77C-0C4F-4D36-8ADC-25F46E385607}"/>
              </a:ext>
            </a:extLst>
          </p:cNvPr>
          <p:cNvSpPr>
            <a:spLocks noGrp="1"/>
          </p:cNvSpPr>
          <p:nvPr>
            <p:ph type="body" sz="quarter" idx="22" hasCustomPrompt="1"/>
          </p:nvPr>
        </p:nvSpPr>
        <p:spPr>
          <a:xfrm>
            <a:off x="292897" y="5122222"/>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04</a:t>
            </a:r>
          </a:p>
        </p:txBody>
      </p:sp>
      <p:sp>
        <p:nvSpPr>
          <p:cNvPr id="32" name="Textplatzhalter 2">
            <a:extLst>
              <a:ext uri="{FF2B5EF4-FFF2-40B4-BE49-F238E27FC236}">
                <a16:creationId xmlns:a16="http://schemas.microsoft.com/office/drawing/2014/main" id="{AE94AB79-A7F3-478F-8800-6EA3F758CAB4}"/>
              </a:ext>
            </a:extLst>
          </p:cNvPr>
          <p:cNvSpPr>
            <a:spLocks noGrp="1"/>
          </p:cNvSpPr>
          <p:nvPr>
            <p:ph type="body" sz="quarter" idx="23" hasCustomPrompt="1"/>
          </p:nvPr>
        </p:nvSpPr>
        <p:spPr>
          <a:xfrm>
            <a:off x="931527" y="5122222"/>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33" name="Gerader Verbinder 32">
            <a:extLst>
              <a:ext uri="{FF2B5EF4-FFF2-40B4-BE49-F238E27FC236}">
                <a16:creationId xmlns:a16="http://schemas.microsoft.com/office/drawing/2014/main" id="{2F49C457-6018-4764-A8A9-B51475E9C141}"/>
              </a:ext>
            </a:extLst>
          </p:cNvPr>
          <p:cNvCxnSpPr/>
          <p:nvPr userDrawn="1"/>
        </p:nvCxnSpPr>
        <p:spPr>
          <a:xfrm>
            <a:off x="858615" y="5122222"/>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platzhalter 2">
            <a:extLst>
              <a:ext uri="{FF2B5EF4-FFF2-40B4-BE49-F238E27FC236}">
                <a16:creationId xmlns:a16="http://schemas.microsoft.com/office/drawing/2014/main" id="{16CD8E9F-1514-42F0-8FE1-DA5AE223052E}"/>
              </a:ext>
            </a:extLst>
          </p:cNvPr>
          <p:cNvSpPr>
            <a:spLocks noGrp="1"/>
          </p:cNvSpPr>
          <p:nvPr>
            <p:ph type="body" sz="quarter" idx="24" hasCustomPrompt="1"/>
          </p:nvPr>
        </p:nvSpPr>
        <p:spPr>
          <a:xfrm>
            <a:off x="5520673" y="5122222"/>
            <a:ext cx="478053" cy="615553"/>
          </a:xfrm>
          <a:prstGeom prst="rect">
            <a:avLst/>
          </a:prstGeom>
        </p:spPr>
        <p:txBody>
          <a:bodyPr anchor="ctr">
            <a:noAutofit/>
          </a:bodyPr>
          <a:lstStyle>
            <a:lvl1pPr marL="0" indent="0">
              <a:buNone/>
              <a:defRPr sz="3200">
                <a:solidFill>
                  <a:schemeClr val="tx1"/>
                </a:solidFill>
              </a:defRPr>
            </a:lvl1pPr>
            <a:lvl5pPr>
              <a:defRPr/>
            </a:lvl5pPr>
          </a:lstStyle>
          <a:p>
            <a:pPr lvl="0"/>
            <a:r>
              <a:rPr lang="de-DE"/>
              <a:t>08</a:t>
            </a:r>
          </a:p>
        </p:txBody>
      </p:sp>
      <p:sp>
        <p:nvSpPr>
          <p:cNvPr id="35" name="Textplatzhalter 2">
            <a:extLst>
              <a:ext uri="{FF2B5EF4-FFF2-40B4-BE49-F238E27FC236}">
                <a16:creationId xmlns:a16="http://schemas.microsoft.com/office/drawing/2014/main" id="{4DF89482-EF7F-404E-B6B2-9BE7AB39BA94}"/>
              </a:ext>
            </a:extLst>
          </p:cNvPr>
          <p:cNvSpPr>
            <a:spLocks noGrp="1"/>
          </p:cNvSpPr>
          <p:nvPr>
            <p:ph type="body" sz="quarter" idx="25" hasCustomPrompt="1"/>
          </p:nvPr>
        </p:nvSpPr>
        <p:spPr>
          <a:xfrm>
            <a:off x="6159303" y="5122222"/>
            <a:ext cx="4092109" cy="615553"/>
          </a:xfrm>
          <a:prstGeom prst="rect">
            <a:avLst/>
          </a:prstGeom>
        </p:spPr>
        <p:txBody>
          <a:bodyPr anchor="ctr">
            <a:noAutofit/>
          </a:bodyPr>
          <a:lstStyle>
            <a:lvl1pPr marL="0" indent="0">
              <a:buNone/>
              <a:defRPr sz="1800">
                <a:solidFill>
                  <a:schemeClr val="tx1"/>
                </a:solidFill>
              </a:defRPr>
            </a:lvl1pPr>
            <a:lvl5pPr>
              <a:defRPr/>
            </a:lvl5pPr>
          </a:lstStyle>
          <a:p>
            <a:pPr lvl="0"/>
            <a:r>
              <a:rPr lang="de-DE"/>
              <a:t>Text</a:t>
            </a:r>
          </a:p>
        </p:txBody>
      </p:sp>
      <p:cxnSp>
        <p:nvCxnSpPr>
          <p:cNvPr id="36" name="Gerader Verbinder 35">
            <a:extLst>
              <a:ext uri="{FF2B5EF4-FFF2-40B4-BE49-F238E27FC236}">
                <a16:creationId xmlns:a16="http://schemas.microsoft.com/office/drawing/2014/main" id="{1A05621A-A68B-43E6-A451-E3FE7D761904}"/>
              </a:ext>
            </a:extLst>
          </p:cNvPr>
          <p:cNvCxnSpPr/>
          <p:nvPr userDrawn="1"/>
        </p:nvCxnSpPr>
        <p:spPr>
          <a:xfrm>
            <a:off x="6086391" y="5122222"/>
            <a:ext cx="0" cy="6155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elplatzhalter 1">
            <a:extLst>
              <a:ext uri="{FF2B5EF4-FFF2-40B4-BE49-F238E27FC236}">
                <a16:creationId xmlns:a16="http://schemas.microsoft.com/office/drawing/2014/main" id="{3E878D81-EF4D-FDE5-C62F-EB70A6440B1D}"/>
              </a:ext>
            </a:extLst>
          </p:cNvPr>
          <p:cNvSpPr>
            <a:spLocks noGrp="1"/>
          </p:cNvSpPr>
          <p:nvPr>
            <p:ph type="title" hasCustomPrompt="1"/>
          </p:nvPr>
        </p:nvSpPr>
        <p:spPr bwMode="gray">
          <a:xfrm>
            <a:off x="300039" y="283800"/>
            <a:ext cx="9548812" cy="332399"/>
          </a:xfrm>
          <a:prstGeom prst="rect">
            <a:avLst/>
          </a:prstGeom>
        </p:spPr>
        <p:txBody>
          <a:bodyPr vert="horz" wrap="square" lIns="0" tIns="0" rIns="0" bIns="0" rtlCol="0" anchor="b">
            <a:spAutoFit/>
          </a:bodyPr>
          <a:lstStyle>
            <a:lvl1pPr>
              <a:defRPr sz="2400"/>
            </a:lvl1pPr>
          </a:lstStyle>
          <a:p>
            <a:r>
              <a:rPr lang="de-DE"/>
              <a:t>Agenda</a:t>
            </a:r>
          </a:p>
        </p:txBody>
      </p:sp>
    </p:spTree>
    <p:extLst>
      <p:ext uri="{BB962C8B-B14F-4D97-AF65-F5344CB8AC3E}">
        <p14:creationId xmlns:p14="http://schemas.microsoft.com/office/powerpoint/2010/main" val="1118881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Header_Section">
    <p:spTree>
      <p:nvGrpSpPr>
        <p:cNvPr id="1" name=""/>
        <p:cNvGrpSpPr/>
        <p:nvPr/>
      </p:nvGrpSpPr>
      <p:grpSpPr>
        <a:xfrm>
          <a:off x="0" y="0"/>
          <a:ext cx="0" cy="0"/>
          <a:chOff x="0" y="0"/>
          <a:chExt cx="0" cy="0"/>
        </a:xfrm>
      </p:grpSpPr>
      <p:sp>
        <p:nvSpPr>
          <p:cNvPr id="2" name="Textplatzhalter 2">
            <a:extLst>
              <a:ext uri="{FF2B5EF4-FFF2-40B4-BE49-F238E27FC236}">
                <a16:creationId xmlns:a16="http://schemas.microsoft.com/office/drawing/2014/main" id="{B3AF4D72-EE93-1CBB-04DE-460582AE0AE5}"/>
              </a:ext>
            </a:extLst>
          </p:cNvPr>
          <p:cNvSpPr>
            <a:spLocks noGrp="1"/>
          </p:cNvSpPr>
          <p:nvPr>
            <p:ph type="body" sz="quarter" idx="10" hasCustomPrompt="1"/>
          </p:nvPr>
        </p:nvSpPr>
        <p:spPr>
          <a:xfrm>
            <a:off x="1175666" y="2937719"/>
            <a:ext cx="1045700" cy="1015663"/>
          </a:xfrm>
          <a:prstGeom prst="rect">
            <a:avLst/>
          </a:prstGeom>
        </p:spPr>
        <p:txBody>
          <a:bodyPr anchor="ctr">
            <a:noAutofit/>
          </a:bodyPr>
          <a:lstStyle>
            <a:lvl1pPr marL="0" indent="0">
              <a:buNone/>
              <a:defRPr sz="6600">
                <a:solidFill>
                  <a:schemeClr val="tx1"/>
                </a:solidFill>
              </a:defRPr>
            </a:lvl1pPr>
            <a:lvl5pPr>
              <a:defRPr/>
            </a:lvl5pPr>
          </a:lstStyle>
          <a:p>
            <a:pPr lvl="0"/>
            <a:r>
              <a:rPr lang="de-DE"/>
              <a:t>01</a:t>
            </a:r>
          </a:p>
        </p:txBody>
      </p:sp>
      <p:sp>
        <p:nvSpPr>
          <p:cNvPr id="4" name="Textplatzhalter 2">
            <a:extLst>
              <a:ext uri="{FF2B5EF4-FFF2-40B4-BE49-F238E27FC236}">
                <a16:creationId xmlns:a16="http://schemas.microsoft.com/office/drawing/2014/main" id="{6E8F6DB4-45F2-349F-B907-DDA04E679F58}"/>
              </a:ext>
            </a:extLst>
          </p:cNvPr>
          <p:cNvSpPr>
            <a:spLocks noGrp="1"/>
          </p:cNvSpPr>
          <p:nvPr>
            <p:ph type="body" sz="quarter" idx="11" hasCustomPrompt="1"/>
          </p:nvPr>
        </p:nvSpPr>
        <p:spPr>
          <a:xfrm>
            <a:off x="2588323" y="3106997"/>
            <a:ext cx="8511475" cy="677108"/>
          </a:xfrm>
          <a:prstGeom prst="rect">
            <a:avLst/>
          </a:prstGeom>
        </p:spPr>
        <p:txBody>
          <a:bodyPr anchor="ctr">
            <a:spAutoFit/>
          </a:bodyPr>
          <a:lstStyle>
            <a:lvl1pPr marL="0" indent="0">
              <a:buNone/>
              <a:defRPr sz="4400">
                <a:solidFill>
                  <a:schemeClr val="tx1"/>
                </a:solidFill>
              </a:defRPr>
            </a:lvl1pPr>
            <a:lvl5pPr>
              <a:defRPr/>
            </a:lvl5pPr>
          </a:lstStyle>
          <a:p>
            <a:pPr lvl="0"/>
            <a:r>
              <a:rPr lang="de-DE"/>
              <a:t>Abschnittsüberschrift</a:t>
            </a:r>
          </a:p>
        </p:txBody>
      </p:sp>
      <p:cxnSp>
        <p:nvCxnSpPr>
          <p:cNvPr id="8" name="Gerader Verbinder 7">
            <a:extLst>
              <a:ext uri="{FF2B5EF4-FFF2-40B4-BE49-F238E27FC236}">
                <a16:creationId xmlns:a16="http://schemas.microsoft.com/office/drawing/2014/main" id="{6AF940CB-5634-87A5-C10A-A3F99836DE34}"/>
              </a:ext>
            </a:extLst>
          </p:cNvPr>
          <p:cNvCxnSpPr/>
          <p:nvPr userDrawn="1"/>
        </p:nvCxnSpPr>
        <p:spPr>
          <a:xfrm>
            <a:off x="2404845" y="2937719"/>
            <a:ext cx="0" cy="10156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947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Text">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lvl1pPr>
              <a:defRPr/>
            </a:lvl1p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4" name="Textplatzhalter 3">
            <a:extLst>
              <a:ext uri="{FF2B5EF4-FFF2-40B4-BE49-F238E27FC236}">
                <a16:creationId xmlns:a16="http://schemas.microsoft.com/office/drawing/2014/main" id="{F7C57F90-1CCD-0A57-02FE-30DDD873FEE5}"/>
              </a:ext>
            </a:extLst>
          </p:cNvPr>
          <p:cNvSpPr>
            <a:spLocks noGrp="1"/>
          </p:cNvSpPr>
          <p:nvPr>
            <p:ph type="body" sz="quarter" idx="27"/>
          </p:nvPr>
        </p:nvSpPr>
        <p:spPr>
          <a:xfrm>
            <a:off x="300037" y="1376362"/>
            <a:ext cx="11591925" cy="4860925"/>
          </a:xfrm>
          <a:prstGeom prst="rect">
            <a:avLst/>
          </a:prstGeom>
        </p:spPr>
        <p:txBody>
          <a:bodyPr>
            <a:noAutofit/>
          </a:bodyPr>
          <a:lstStyle>
            <a:lvl1pPr>
              <a:defRPr/>
            </a:lvl1pPr>
          </a:lstStyle>
          <a:p>
            <a:pPr lvl="0"/>
            <a:r>
              <a:rPr lang="de-DE"/>
              <a:t>Formatvorlagen des Textmasters bearbeiten</a:t>
            </a:r>
          </a:p>
        </p:txBody>
      </p:sp>
    </p:spTree>
    <p:extLst>
      <p:ext uri="{BB962C8B-B14F-4D97-AF65-F5344CB8AC3E}">
        <p14:creationId xmlns:p14="http://schemas.microsoft.com/office/powerpoint/2010/main" val="1875945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 Text">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lvl1pPr>
              <a:defRPr/>
            </a:lvl1p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4" name="Textplatzhalter 3">
            <a:extLst>
              <a:ext uri="{FF2B5EF4-FFF2-40B4-BE49-F238E27FC236}">
                <a16:creationId xmlns:a16="http://schemas.microsoft.com/office/drawing/2014/main" id="{F7C57F90-1CCD-0A57-02FE-30DDD873FEE5}"/>
              </a:ext>
            </a:extLst>
          </p:cNvPr>
          <p:cNvSpPr>
            <a:spLocks noGrp="1"/>
          </p:cNvSpPr>
          <p:nvPr>
            <p:ph type="body" sz="quarter" idx="27"/>
          </p:nvPr>
        </p:nvSpPr>
        <p:spPr>
          <a:xfrm>
            <a:off x="300037" y="1376362"/>
            <a:ext cx="11591925" cy="4860925"/>
          </a:xfrm>
          <a:prstGeom prst="rect">
            <a:avLst/>
          </a:prstGeom>
        </p:spPr>
        <p:txBody>
          <a:bodyPr>
            <a:noAutofit/>
          </a:bodyPr>
          <a:lstStyle>
            <a:lvl1pPr>
              <a:defRPr/>
            </a:lvl1pPr>
          </a:lstStyle>
          <a:p>
            <a:pPr lvl="0"/>
            <a:r>
              <a:rPr lang="de-DE"/>
              <a:t>Formatvorlagen des Textmasters bearbeiten</a:t>
            </a:r>
          </a:p>
        </p:txBody>
      </p:sp>
    </p:spTree>
    <p:extLst>
      <p:ext uri="{BB962C8B-B14F-4D97-AF65-F5344CB8AC3E}">
        <p14:creationId xmlns:p14="http://schemas.microsoft.com/office/powerpoint/2010/main" val="328746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Text Aufzählung">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4" name="Textplatzhalter 3">
            <a:extLst>
              <a:ext uri="{FF2B5EF4-FFF2-40B4-BE49-F238E27FC236}">
                <a16:creationId xmlns:a16="http://schemas.microsoft.com/office/drawing/2014/main" id="{F7C57F90-1CCD-0A57-02FE-30DDD873FEE5}"/>
              </a:ext>
            </a:extLst>
          </p:cNvPr>
          <p:cNvSpPr>
            <a:spLocks noGrp="1"/>
          </p:cNvSpPr>
          <p:nvPr>
            <p:ph type="body" sz="quarter" idx="27"/>
          </p:nvPr>
        </p:nvSpPr>
        <p:spPr>
          <a:xfrm>
            <a:off x="300037" y="1376362"/>
            <a:ext cx="11591925" cy="4860925"/>
          </a:xfrm>
          <a:prstGeom prst="rect">
            <a:avLst/>
          </a:prstGeom>
        </p:spPr>
        <p:txBody>
          <a:bodyPr>
            <a:no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297344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Text Aufzählung">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4" name="Textplatzhalter 3">
            <a:extLst>
              <a:ext uri="{FF2B5EF4-FFF2-40B4-BE49-F238E27FC236}">
                <a16:creationId xmlns:a16="http://schemas.microsoft.com/office/drawing/2014/main" id="{F7C57F90-1CCD-0A57-02FE-30DDD873FEE5}"/>
              </a:ext>
            </a:extLst>
          </p:cNvPr>
          <p:cNvSpPr>
            <a:spLocks noGrp="1"/>
          </p:cNvSpPr>
          <p:nvPr>
            <p:ph type="body" sz="quarter" idx="27"/>
          </p:nvPr>
        </p:nvSpPr>
        <p:spPr>
          <a:xfrm>
            <a:off x="300037" y="1376362"/>
            <a:ext cx="11591925" cy="4860925"/>
          </a:xfrm>
          <a:prstGeom prst="rect">
            <a:avLst/>
          </a:prstGeom>
        </p:spPr>
        <p:txBody>
          <a:bodyPr>
            <a:no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12835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links Bild- rechts Text in Markenform ">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4" name="Textplatzhalter 3">
            <a:extLst>
              <a:ext uri="{FF2B5EF4-FFF2-40B4-BE49-F238E27FC236}">
                <a16:creationId xmlns:a16="http://schemas.microsoft.com/office/drawing/2014/main" id="{F7C57F90-1CCD-0A57-02FE-30DDD873FEE5}"/>
              </a:ext>
            </a:extLst>
          </p:cNvPr>
          <p:cNvSpPr>
            <a:spLocks noGrp="1"/>
          </p:cNvSpPr>
          <p:nvPr>
            <p:ph type="body" sz="quarter" idx="27"/>
          </p:nvPr>
        </p:nvSpPr>
        <p:spPr>
          <a:xfrm rot="5400000">
            <a:off x="6168722" y="515122"/>
            <a:ext cx="4856914" cy="6579399"/>
          </a:xfrm>
          <a:prstGeom prst="round1Rect">
            <a:avLst>
              <a:gd name="adj" fmla="val 15230"/>
            </a:avLst>
          </a:prstGeom>
          <a:solidFill>
            <a:srgbClr val="F0F0F0"/>
          </a:solidFill>
        </p:spPr>
        <p:txBody>
          <a:bodyPr vert="vert270" lIns="1116000" tIns="576000" rIns="900000" bIns="576000" anchor="ctr">
            <a:noAutofit/>
          </a:bodyPr>
          <a:lstStyle>
            <a:lvl1pPr>
              <a:spcAft>
                <a:spcPts val="1800"/>
              </a:spcAft>
              <a:defRPr/>
            </a:lvl1pPr>
            <a:lvl2pPr>
              <a:spcBef>
                <a:spcPts val="600"/>
              </a:spcBef>
              <a:defRPr/>
            </a:lvl2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3" name="Bildplatzhalter 2">
            <a:extLst>
              <a:ext uri="{FF2B5EF4-FFF2-40B4-BE49-F238E27FC236}">
                <a16:creationId xmlns:a16="http://schemas.microsoft.com/office/drawing/2014/main" id="{68186F39-2BB0-546E-F4AB-A0B033672CB5}"/>
              </a:ext>
            </a:extLst>
          </p:cNvPr>
          <p:cNvSpPr>
            <a:spLocks noGrp="1"/>
          </p:cNvSpPr>
          <p:nvPr>
            <p:ph type="pic" sz="quarter" idx="28"/>
          </p:nvPr>
        </p:nvSpPr>
        <p:spPr>
          <a:xfrm>
            <a:off x="300037" y="1376364"/>
            <a:ext cx="5011639" cy="4857835"/>
          </a:xfrm>
          <a:prstGeom prst="rect">
            <a:avLst/>
          </a:prstGeom>
        </p:spPr>
        <p:txBody>
          <a:bodyPr/>
          <a:lstStyle/>
          <a:p>
            <a:r>
              <a:rPr lang="de-DE"/>
              <a:t>Bild durch Klicken auf Symbol hinzufügen</a:t>
            </a:r>
          </a:p>
        </p:txBody>
      </p:sp>
    </p:spTree>
    <p:extLst>
      <p:ext uri="{BB962C8B-B14F-4D97-AF65-F5344CB8AC3E}">
        <p14:creationId xmlns:p14="http://schemas.microsoft.com/office/powerpoint/2010/main" val="1792900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links Bild- rechts Text in Markenform ">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lvl1pPr>
              <a:defRPr/>
            </a:lvl1p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4" name="Textplatzhalter 3">
            <a:extLst>
              <a:ext uri="{FF2B5EF4-FFF2-40B4-BE49-F238E27FC236}">
                <a16:creationId xmlns:a16="http://schemas.microsoft.com/office/drawing/2014/main" id="{F7C57F90-1CCD-0A57-02FE-30DDD873FEE5}"/>
              </a:ext>
            </a:extLst>
          </p:cNvPr>
          <p:cNvSpPr>
            <a:spLocks noGrp="1"/>
          </p:cNvSpPr>
          <p:nvPr>
            <p:ph type="body" sz="quarter" idx="27"/>
          </p:nvPr>
        </p:nvSpPr>
        <p:spPr>
          <a:xfrm rot="5400000">
            <a:off x="6168722" y="515122"/>
            <a:ext cx="4856914" cy="6579399"/>
          </a:xfrm>
          <a:prstGeom prst="round1Rect">
            <a:avLst>
              <a:gd name="adj" fmla="val 15230"/>
            </a:avLst>
          </a:prstGeom>
          <a:solidFill>
            <a:srgbClr val="F0F0F0"/>
          </a:solidFill>
        </p:spPr>
        <p:txBody>
          <a:bodyPr vert="vert270" lIns="1116000" tIns="576000" rIns="900000" bIns="576000" anchor="ctr">
            <a:noAutofit/>
          </a:bodyPr>
          <a:lstStyle>
            <a:lvl1pPr>
              <a:spcAft>
                <a:spcPts val="1800"/>
              </a:spcAft>
              <a:defRPr/>
            </a:lvl1pPr>
            <a:lvl2pPr>
              <a:spcBef>
                <a:spcPts val="600"/>
              </a:spcBef>
              <a:defRPr/>
            </a:lvl2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3" name="Bildplatzhalter 2">
            <a:extLst>
              <a:ext uri="{FF2B5EF4-FFF2-40B4-BE49-F238E27FC236}">
                <a16:creationId xmlns:a16="http://schemas.microsoft.com/office/drawing/2014/main" id="{68186F39-2BB0-546E-F4AB-A0B033672CB5}"/>
              </a:ext>
            </a:extLst>
          </p:cNvPr>
          <p:cNvSpPr>
            <a:spLocks noGrp="1"/>
          </p:cNvSpPr>
          <p:nvPr>
            <p:ph type="pic" sz="quarter" idx="28"/>
          </p:nvPr>
        </p:nvSpPr>
        <p:spPr>
          <a:xfrm>
            <a:off x="300037" y="1376364"/>
            <a:ext cx="5011639" cy="4857835"/>
          </a:xfrm>
          <a:prstGeom prst="rect">
            <a:avLst/>
          </a:prstGeom>
        </p:spPr>
        <p:txBody>
          <a:bodyPr/>
          <a:lstStyle/>
          <a:p>
            <a:r>
              <a:rPr lang="de-DE"/>
              <a:t>Bild durch Klicken auf Symbol hinzufügen</a:t>
            </a:r>
          </a:p>
        </p:txBody>
      </p:sp>
    </p:spTree>
    <p:extLst>
      <p:ext uri="{BB962C8B-B14F-4D97-AF65-F5344CB8AC3E}">
        <p14:creationId xmlns:p14="http://schemas.microsoft.com/office/powerpoint/2010/main" val="362663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links Bild_Text rechts">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3" name="Bildplatzhalter 2">
            <a:extLst>
              <a:ext uri="{FF2B5EF4-FFF2-40B4-BE49-F238E27FC236}">
                <a16:creationId xmlns:a16="http://schemas.microsoft.com/office/drawing/2014/main" id="{68186F39-2BB0-546E-F4AB-A0B033672CB5}"/>
              </a:ext>
            </a:extLst>
          </p:cNvPr>
          <p:cNvSpPr>
            <a:spLocks noGrp="1"/>
          </p:cNvSpPr>
          <p:nvPr>
            <p:ph type="pic" sz="quarter" idx="28"/>
          </p:nvPr>
        </p:nvSpPr>
        <p:spPr>
          <a:xfrm>
            <a:off x="300037" y="1376364"/>
            <a:ext cx="5011639" cy="4857835"/>
          </a:xfrm>
          <a:prstGeom prst="rect">
            <a:avLst/>
          </a:prstGeom>
        </p:spPr>
        <p:txBody>
          <a:bodyPr/>
          <a:lstStyle/>
          <a:p>
            <a:r>
              <a:rPr lang="de-DE"/>
              <a:t>Bild durch Klicken auf Symbol hinzufügen</a:t>
            </a:r>
          </a:p>
        </p:txBody>
      </p:sp>
      <p:sp>
        <p:nvSpPr>
          <p:cNvPr id="2" name="Textplatzhalter 8">
            <a:extLst>
              <a:ext uri="{FF2B5EF4-FFF2-40B4-BE49-F238E27FC236}">
                <a16:creationId xmlns:a16="http://schemas.microsoft.com/office/drawing/2014/main" id="{BC9E7246-2C05-2CCE-679E-F58422AC1E13}"/>
              </a:ext>
            </a:extLst>
          </p:cNvPr>
          <p:cNvSpPr>
            <a:spLocks noGrp="1"/>
          </p:cNvSpPr>
          <p:nvPr>
            <p:ph type="body" sz="quarter" idx="16" hasCustomPrompt="1"/>
          </p:nvPr>
        </p:nvSpPr>
        <p:spPr>
          <a:xfrm>
            <a:off x="5585253" y="1376730"/>
            <a:ext cx="6306710" cy="4857469"/>
          </a:xfrm>
        </p:spPr>
        <p:txBody>
          <a:bodyPr/>
          <a:lstStyle>
            <a:lvl1pPr marL="0" indent="0">
              <a:buFontTx/>
              <a:buNone/>
              <a:defRPr/>
            </a:lvl1pPr>
            <a:lvl2pPr marL="177800" indent="0">
              <a:buFontTx/>
              <a:buNone/>
              <a:defRPr/>
            </a:lvl2pPr>
            <a:lvl3pPr marL="352425" indent="0">
              <a:buFontTx/>
              <a:buNone/>
              <a:defRPr/>
            </a:lvl3pPr>
            <a:lvl4pPr marL="542925" indent="0">
              <a:buFontTx/>
              <a:buNone/>
              <a:defRPr/>
            </a:lvl4pPr>
            <a:lvl5pPr marL="720725" indent="0">
              <a:buFontTx/>
              <a:buNone/>
              <a:defRPr/>
            </a:lvl5pPr>
          </a:lstStyle>
          <a:p>
            <a:pPr lvl="0"/>
            <a:r>
              <a:rPr lang="de-DE"/>
              <a:t>Mastertextformat bearbeiten</a:t>
            </a:r>
          </a:p>
        </p:txBody>
      </p:sp>
    </p:spTree>
    <p:extLst>
      <p:ext uri="{BB962C8B-B14F-4D97-AF65-F5344CB8AC3E}">
        <p14:creationId xmlns:p14="http://schemas.microsoft.com/office/powerpoint/2010/main" val="364478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links Bild_Text rechts">
    <p:spTree>
      <p:nvGrpSpPr>
        <p:cNvPr id="1" name=""/>
        <p:cNvGrpSpPr/>
        <p:nvPr/>
      </p:nvGrpSpPr>
      <p:grpSpPr>
        <a:xfrm>
          <a:off x="0" y="0"/>
          <a:ext cx="0" cy="0"/>
          <a:chOff x="0" y="0"/>
          <a:chExt cx="0" cy="0"/>
        </a:xfrm>
      </p:grpSpPr>
      <p:sp>
        <p:nvSpPr>
          <p:cNvPr id="15" name="Foliennummernplatzhalter 5">
            <a:extLst>
              <a:ext uri="{FF2B5EF4-FFF2-40B4-BE49-F238E27FC236}">
                <a16:creationId xmlns:a16="http://schemas.microsoft.com/office/drawing/2014/main" id="{B0326B20-1CF1-67AE-818B-BD8F5A41EE85}"/>
              </a:ext>
            </a:extLst>
          </p:cNvPr>
          <p:cNvSpPr>
            <a:spLocks noGrp="1"/>
          </p:cNvSpPr>
          <p:nvPr>
            <p:ph type="sldNum" sz="quarter" idx="4"/>
          </p:nvPr>
        </p:nvSpPr>
        <p:spPr bwMode="gray">
          <a:xfrm>
            <a:off x="5977341" y="6457183"/>
            <a:ext cx="230175" cy="138499"/>
          </a:xfrm>
          <a:prstGeom prst="rect">
            <a:avLst/>
          </a:prstGeom>
        </p:spPr>
        <p:txBody>
          <a:bodyPr vert="horz" wrap="square" lIns="0" tIns="0" rIns="0" bIns="0" rtlCol="0" anchor="ctr">
            <a:noAutofit/>
          </a:bodyPr>
          <a:lstStyle>
            <a:lvl1pPr algn="ct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13" name="Titelplatzhalter 1">
            <a:extLst>
              <a:ext uri="{FF2B5EF4-FFF2-40B4-BE49-F238E27FC236}">
                <a16:creationId xmlns:a16="http://schemas.microsoft.com/office/drawing/2014/main" id="{612115E4-81A4-084E-92A2-FFCA1A541883}"/>
              </a:ext>
            </a:extLst>
          </p:cNvPr>
          <p:cNvSpPr>
            <a:spLocks noGrp="1"/>
          </p:cNvSpPr>
          <p:nvPr>
            <p:ph type="title" hasCustomPrompt="1"/>
          </p:nvPr>
        </p:nvSpPr>
        <p:spPr bwMode="gray">
          <a:xfrm>
            <a:off x="295200" y="280800"/>
            <a:ext cx="9532381" cy="332399"/>
          </a:xfrm>
          <a:prstGeom prst="rect">
            <a:avLst/>
          </a:prstGeom>
        </p:spPr>
        <p:txBody>
          <a:bodyPr vert="horz" wrap="square" lIns="0" tIns="0" rIns="0" bIns="0" rtlCol="0" anchor="b">
            <a:spAutoFit/>
          </a:bodyPr>
          <a:lstStyle/>
          <a:p>
            <a:r>
              <a:rPr lang="de-DE"/>
              <a:t>Titel hinzufügen</a:t>
            </a:r>
          </a:p>
        </p:txBody>
      </p:sp>
      <p:sp>
        <p:nvSpPr>
          <p:cNvPr id="14" name="Textplatzhalter 3">
            <a:extLst>
              <a:ext uri="{FF2B5EF4-FFF2-40B4-BE49-F238E27FC236}">
                <a16:creationId xmlns:a16="http://schemas.microsoft.com/office/drawing/2014/main" id="{AF248AB8-9F07-6B54-F432-A49E8489A27B}"/>
              </a:ext>
            </a:extLst>
          </p:cNvPr>
          <p:cNvSpPr>
            <a:spLocks noGrp="1"/>
          </p:cNvSpPr>
          <p:nvPr>
            <p:ph type="body" sz="quarter" idx="26" hasCustomPrompt="1"/>
          </p:nvPr>
        </p:nvSpPr>
        <p:spPr>
          <a:xfrm>
            <a:off x="295200" y="699364"/>
            <a:ext cx="9532381" cy="221599"/>
          </a:xfrm>
          <a:prstGeom prst="rect">
            <a:avLst/>
          </a:prstGeom>
        </p:spPr>
        <p:txBody>
          <a:bodyPr/>
          <a:lstStyle>
            <a:lvl1pPr marL="0" indent="0">
              <a:buNone/>
              <a:defRPr>
                <a:solidFill>
                  <a:schemeClr val="accent1"/>
                </a:solidFill>
              </a:defRPr>
            </a:lvl1pPr>
          </a:lstStyle>
          <a:p>
            <a:pPr lvl="0"/>
            <a:r>
              <a:rPr lang="de-DE"/>
              <a:t>Untertitel</a:t>
            </a:r>
          </a:p>
        </p:txBody>
      </p:sp>
      <p:sp>
        <p:nvSpPr>
          <p:cNvPr id="3" name="Bildplatzhalter 2">
            <a:extLst>
              <a:ext uri="{FF2B5EF4-FFF2-40B4-BE49-F238E27FC236}">
                <a16:creationId xmlns:a16="http://schemas.microsoft.com/office/drawing/2014/main" id="{68186F39-2BB0-546E-F4AB-A0B033672CB5}"/>
              </a:ext>
            </a:extLst>
          </p:cNvPr>
          <p:cNvSpPr>
            <a:spLocks noGrp="1"/>
          </p:cNvSpPr>
          <p:nvPr>
            <p:ph type="pic" sz="quarter" idx="28"/>
          </p:nvPr>
        </p:nvSpPr>
        <p:spPr>
          <a:xfrm>
            <a:off x="300037" y="1376364"/>
            <a:ext cx="5011639" cy="4857835"/>
          </a:xfrm>
          <a:prstGeom prst="rect">
            <a:avLst/>
          </a:prstGeom>
        </p:spPr>
        <p:txBody>
          <a:bodyPr/>
          <a:lstStyle/>
          <a:p>
            <a:r>
              <a:rPr lang="de-DE"/>
              <a:t>Bild durch Klicken auf Symbol hinzufügen</a:t>
            </a:r>
          </a:p>
        </p:txBody>
      </p:sp>
      <p:sp>
        <p:nvSpPr>
          <p:cNvPr id="2" name="Textplatzhalter 8">
            <a:extLst>
              <a:ext uri="{FF2B5EF4-FFF2-40B4-BE49-F238E27FC236}">
                <a16:creationId xmlns:a16="http://schemas.microsoft.com/office/drawing/2014/main" id="{BC9E7246-2C05-2CCE-679E-F58422AC1E13}"/>
              </a:ext>
            </a:extLst>
          </p:cNvPr>
          <p:cNvSpPr>
            <a:spLocks noGrp="1"/>
          </p:cNvSpPr>
          <p:nvPr>
            <p:ph type="body" sz="quarter" idx="16" hasCustomPrompt="1"/>
          </p:nvPr>
        </p:nvSpPr>
        <p:spPr>
          <a:xfrm>
            <a:off x="5585253" y="1376730"/>
            <a:ext cx="6306710" cy="4857469"/>
          </a:xfrm>
        </p:spPr>
        <p:txBody>
          <a:bodyPr/>
          <a:lstStyle>
            <a:lvl1pPr marL="0" indent="0">
              <a:buFontTx/>
              <a:buNone/>
              <a:defRPr/>
            </a:lvl1pPr>
            <a:lvl2pPr marL="177800" indent="0">
              <a:buFontTx/>
              <a:buNone/>
              <a:defRPr/>
            </a:lvl2pPr>
            <a:lvl3pPr marL="352425" indent="0">
              <a:buFontTx/>
              <a:buNone/>
              <a:defRPr/>
            </a:lvl3pPr>
            <a:lvl4pPr marL="542925" indent="0">
              <a:buFontTx/>
              <a:buNone/>
              <a:defRPr/>
            </a:lvl4pPr>
            <a:lvl5pPr marL="720725" indent="0">
              <a:buFontTx/>
              <a:buNone/>
              <a:defRPr/>
            </a:lvl5pPr>
          </a:lstStyle>
          <a:p>
            <a:pPr lvl="0"/>
            <a:r>
              <a:rPr lang="de-DE"/>
              <a:t>Mastertextformat bearbeiten</a:t>
            </a:r>
          </a:p>
        </p:txBody>
      </p:sp>
    </p:spTree>
    <p:extLst>
      <p:ext uri="{BB962C8B-B14F-4D97-AF65-F5344CB8AC3E}">
        <p14:creationId xmlns:p14="http://schemas.microsoft.com/office/powerpoint/2010/main" val="1085960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ild Vollfläche">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3DCA268-FE3A-0434-C5AA-0AAE9567FCA3}"/>
              </a:ext>
            </a:extLst>
          </p:cNvPr>
          <p:cNvPicPr>
            <a:picLocks noChangeAspect="1"/>
          </p:cNvPicPr>
          <p:nvPr userDrawn="1"/>
        </p:nvPicPr>
        <p:blipFill>
          <a:blip r:embed="rId2">
            <a:extLst>
              <a:ext uri="{28A0092B-C50C-407E-A947-70E740481C1C}">
                <a14:useLocalDpi xmlns:a14="http://schemas.microsoft.com/office/drawing/2010/main" val="0"/>
              </a:ext>
            </a:extLst>
          </a:blip>
          <a:srcRect t="8726" b="8726"/>
          <a:stretch/>
        </p:blipFill>
        <p:spPr>
          <a:xfrm>
            <a:off x="0" y="0"/>
            <a:ext cx="11891963" cy="6561138"/>
          </a:xfrm>
          <a:custGeom>
            <a:avLst/>
            <a:gdLst>
              <a:gd name="connsiteX0" fmla="*/ 0 w 11891963"/>
              <a:gd name="connsiteY0" fmla="*/ 0 h 6561138"/>
              <a:gd name="connsiteX1" fmla="*/ 11891963 w 11891963"/>
              <a:gd name="connsiteY1" fmla="*/ 0 h 6561138"/>
              <a:gd name="connsiteX2" fmla="*/ 11891963 w 11891963"/>
              <a:gd name="connsiteY2" fmla="*/ 5555709 h 6561138"/>
              <a:gd name="connsiteX3" fmla="*/ 10886534 w 11891963"/>
              <a:gd name="connsiteY3" fmla="*/ 6561138 h 6561138"/>
              <a:gd name="connsiteX4" fmla="*/ 0 w 11891963"/>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3" h="6561138">
                <a:moveTo>
                  <a:pt x="0" y="0"/>
                </a:moveTo>
                <a:lnTo>
                  <a:pt x="11891963" y="0"/>
                </a:lnTo>
                <a:lnTo>
                  <a:pt x="11891963" y="5555709"/>
                </a:lnTo>
                <a:cubicBezTo>
                  <a:pt x="11891963" y="6110992"/>
                  <a:pt x="11441817" y="6561138"/>
                  <a:pt x="10886534" y="6561138"/>
                </a:cubicBezTo>
                <a:lnTo>
                  <a:pt x="0" y="6561138"/>
                </a:lnTo>
                <a:close/>
              </a:path>
            </a:pathLst>
          </a:custGeom>
        </p:spPr>
      </p:pic>
      <p:sp>
        <p:nvSpPr>
          <p:cNvPr id="3" name="Rechteck 2">
            <a:extLst>
              <a:ext uri="{FF2B5EF4-FFF2-40B4-BE49-F238E27FC236}">
                <a16:creationId xmlns:a16="http://schemas.microsoft.com/office/drawing/2014/main" id="{25D214C0-5042-6C7E-2E59-3D460F18B9D6}"/>
              </a:ext>
            </a:extLst>
          </p:cNvPr>
          <p:cNvSpPr/>
          <p:nvPr userDrawn="1"/>
        </p:nvSpPr>
        <p:spPr>
          <a:xfrm>
            <a:off x="7447005" y="2446638"/>
            <a:ext cx="2430163" cy="982362"/>
          </a:xfrm>
          <a:prstGeom prst="rect">
            <a:avLst/>
          </a:prstGeom>
          <a:solidFill>
            <a:schemeClr val="tx1"/>
          </a:solidFill>
          <a:ln>
            <a:noFill/>
          </a:ln>
        </p:spPr>
        <p:txBody>
          <a:bodyPr vert="horz" lIns="72000" tIns="72000" rIns="72000" bIns="72000" rtlCol="0" anchor="ctr">
            <a:noAutofit/>
          </a:bodyPr>
          <a:lstStyle/>
          <a:p>
            <a:pPr algn="ctr">
              <a:spcBef>
                <a:spcPts val="600"/>
              </a:spcBef>
            </a:pPr>
            <a:r>
              <a:rPr lang="de-DE" sz="1200">
                <a:solidFill>
                  <a:schemeClr val="bg1"/>
                </a:solidFill>
              </a:rPr>
              <a:t>Hinweis</a:t>
            </a:r>
          </a:p>
          <a:p>
            <a:pPr algn="ctr">
              <a:spcBef>
                <a:spcPts val="600"/>
              </a:spcBef>
            </a:pPr>
            <a:r>
              <a:rPr lang="de-DE" sz="1200">
                <a:solidFill>
                  <a:schemeClr val="bg1"/>
                </a:solidFill>
              </a:rPr>
              <a:t>Bild muss im Folienmaster geändert werden</a:t>
            </a:r>
          </a:p>
        </p:txBody>
      </p:sp>
      <p:sp>
        <p:nvSpPr>
          <p:cNvPr id="2" name="TextBox 19">
            <a:extLst>
              <a:ext uri="{FF2B5EF4-FFF2-40B4-BE49-F238E27FC236}">
                <a16:creationId xmlns:a16="http://schemas.microsoft.com/office/drawing/2014/main" id="{BB54435A-4AB2-AE36-FEA3-D0C04B46AF6B}"/>
              </a:ext>
            </a:extLst>
          </p:cNvPr>
          <p:cNvSpPr txBox="1"/>
          <p:nvPr userDrawn="1"/>
        </p:nvSpPr>
        <p:spPr>
          <a:xfrm>
            <a:off x="295200" y="6636852"/>
            <a:ext cx="7920629" cy="123111"/>
          </a:xfrm>
          <a:prstGeom prst="rect">
            <a:avLst/>
          </a:prstGeom>
          <a:noFill/>
        </p:spPr>
        <p:txBody>
          <a:bodyPr wrap="square" lIns="0" tIns="0" rIns="0" bIns="0" rtlCol="0" anchor="ctr">
            <a:spAutoFit/>
          </a:bodyPr>
          <a:lstStyle/>
          <a:p>
            <a:pPr marL="0" marR="0" lvl="0" indent="0" algn="l" defTabSz="914516"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chemeClr val="tx1"/>
                </a:solidFill>
                <a:effectLst/>
                <a:uLnTx/>
                <a:uFillTx/>
                <a:latin typeface="Calibri" panose="020F0502020204030204"/>
                <a:ea typeface="+mn-ea"/>
                <a:cs typeface="+mn-cs"/>
              </a:rPr>
              <a:t>Titel Präsentation </a:t>
            </a:r>
            <a:r>
              <a:rPr kumimoji="0" lang="en-US" sz="800" b="0" i="0" u="none" strike="noStrike" kern="1200" cap="none" spc="0" normalizeH="0" baseline="0" noProof="0">
                <a:ln>
                  <a:noFill/>
                </a:ln>
                <a:solidFill>
                  <a:schemeClr val="tx1"/>
                </a:solidFill>
                <a:effectLst/>
                <a:uLnTx/>
                <a:uFillTx/>
                <a:latin typeface="Calibri" panose="020F0502020204030204"/>
                <a:ea typeface="+mn-ea"/>
                <a:cs typeface="+mn-cs"/>
              </a:rPr>
              <a:t>|  </a:t>
            </a:r>
            <a:r>
              <a:rPr kumimoji="0" lang="de-DE" sz="800" b="0" i="0" u="none" strike="noStrike" kern="1200" cap="none" spc="0" normalizeH="0" baseline="0" noProof="0">
                <a:ln>
                  <a:noFill/>
                </a:ln>
                <a:solidFill>
                  <a:schemeClr val="tx1"/>
                </a:solidFill>
                <a:effectLst/>
                <a:uLnTx/>
                <a:uFillTx/>
                <a:latin typeface="Calibri" panose="020F0502020204030204"/>
                <a:ea typeface="+mn-ea"/>
                <a:cs typeface="+mn-cs"/>
              </a:rPr>
              <a:t>Vertraulich</a:t>
            </a:r>
            <a:r>
              <a:rPr kumimoji="0" lang="en-US" sz="800" b="0" i="0" u="none" strike="noStrike" kern="1200" cap="none" spc="0" normalizeH="0" baseline="0" noProof="0">
                <a:ln>
                  <a:noFill/>
                </a:ln>
                <a:solidFill>
                  <a:schemeClr val="tx1"/>
                </a:solidFill>
                <a:effectLst/>
                <a:uLnTx/>
                <a:uFillTx/>
                <a:latin typeface="Calibri" panose="020F0502020204030204"/>
                <a:ea typeface="+mn-ea"/>
                <a:cs typeface="+mn-cs"/>
              </a:rPr>
              <a:t> C0-C4  </a:t>
            </a:r>
            <a:r>
              <a:rPr kumimoji="0" lang="de-DE" sz="800" b="0" i="0" u="none" strike="noStrike" kern="1200" cap="none" spc="0" normalizeH="0" baseline="0" noProof="0">
                <a:ln>
                  <a:noFill/>
                </a:ln>
                <a:solidFill>
                  <a:schemeClr val="tx1"/>
                </a:solidFill>
                <a:effectLst/>
                <a:uLnTx/>
                <a:uFillTx/>
                <a:latin typeface="Calibri" panose="020F0502020204030204"/>
                <a:ea typeface="+mn-ea"/>
                <a:cs typeface="+mn-cs"/>
              </a:rPr>
              <a:t>|  Änderungen</a:t>
            </a:r>
            <a:r>
              <a:rPr kumimoji="0" lang="en-US" sz="800" b="0" i="0" u="none" strike="noStrike" kern="1200" cap="none" spc="0" normalizeH="0" baseline="0" noProof="0">
                <a:ln>
                  <a:noFill/>
                </a:ln>
                <a:solidFill>
                  <a:schemeClr val="tx1"/>
                </a:solidFill>
                <a:effectLst/>
                <a:uLnTx/>
                <a:uFillTx/>
                <a:latin typeface="Calibri" panose="020F0502020204030204"/>
                <a:ea typeface="+mn-ea"/>
                <a:cs typeface="+mn-cs"/>
              </a:rPr>
              <a:t> und </a:t>
            </a:r>
            <a:r>
              <a:rPr kumimoji="0" lang="de-DE" sz="800" b="0" i="0" u="none" strike="noStrike" kern="1200" cap="none" spc="0" normalizeH="0" baseline="0" noProof="0">
                <a:ln>
                  <a:noFill/>
                </a:ln>
                <a:solidFill>
                  <a:schemeClr val="tx1"/>
                </a:solidFill>
                <a:effectLst/>
                <a:uLnTx/>
                <a:uFillTx/>
                <a:latin typeface="Calibri" panose="020F0502020204030204"/>
                <a:ea typeface="+mn-ea"/>
                <a:cs typeface="+mn-cs"/>
              </a:rPr>
              <a:t>Irrtümer</a:t>
            </a:r>
            <a:r>
              <a:rPr kumimoji="0" lang="en-US" sz="800" b="0" i="0" u="none" strike="noStrike" kern="1200" cap="none" spc="0" normalizeH="0" baseline="0" noProof="0">
                <a:ln>
                  <a:noFill/>
                </a:ln>
                <a:solidFill>
                  <a:schemeClr val="tx1"/>
                </a:solidFill>
                <a:effectLst/>
                <a:uLnTx/>
                <a:uFillTx/>
                <a:latin typeface="Calibri" panose="020F0502020204030204"/>
                <a:ea typeface="+mn-ea"/>
                <a:cs typeface="+mn-cs"/>
              </a:rPr>
              <a:t> </a:t>
            </a:r>
            <a:r>
              <a:rPr kumimoji="0" lang="de-DE" sz="800" b="0" i="0" u="none" strike="noStrike" kern="1200" cap="none" spc="0" normalizeH="0" baseline="0" noProof="0">
                <a:ln>
                  <a:noFill/>
                </a:ln>
                <a:solidFill>
                  <a:schemeClr val="tx1"/>
                </a:solidFill>
                <a:effectLst/>
                <a:uLnTx/>
                <a:uFillTx/>
                <a:latin typeface="Calibri" panose="020F0502020204030204"/>
                <a:ea typeface="+mn-ea"/>
                <a:cs typeface="+mn-cs"/>
              </a:rPr>
              <a:t>vorbehalten |  </a:t>
            </a:r>
            <a:r>
              <a:rPr kumimoji="0" lang="de-DE" sz="800" b="0" i="0" u="none" strike="noStrike" kern="1200" cap="none" spc="0" normalizeH="0" baseline="30000" noProof="0">
                <a:ln>
                  <a:noFill/>
                </a:ln>
                <a:solidFill>
                  <a:schemeClr val="tx1"/>
                </a:solidFill>
                <a:effectLst/>
                <a:uLnTx/>
                <a:uFillTx/>
                <a:latin typeface="Calibri" panose="020F0502020204030204"/>
                <a:ea typeface="+mn-ea"/>
                <a:cs typeface="+mn-cs"/>
              </a:rPr>
              <a:t>© </a:t>
            </a:r>
            <a:r>
              <a:rPr kumimoji="0" lang="de-DE" sz="800" b="0" i="0" u="none" strike="noStrike" kern="1200" cap="none" spc="0" normalizeH="0" baseline="0" noProof="0">
                <a:ln>
                  <a:noFill/>
                </a:ln>
                <a:solidFill>
                  <a:schemeClr val="tx1"/>
                </a:solidFill>
                <a:effectLst/>
                <a:uLnTx/>
                <a:uFillTx/>
                <a:latin typeface="Calibri" panose="020F0502020204030204"/>
                <a:ea typeface="+mn-ea"/>
                <a:cs typeface="+mn-cs"/>
              </a:rPr>
              <a:t>Diehl Defence  </a:t>
            </a:r>
          </a:p>
        </p:txBody>
      </p:sp>
    </p:spTree>
    <p:extLst>
      <p:ext uri="{BB962C8B-B14F-4D97-AF65-F5344CB8AC3E}">
        <p14:creationId xmlns:p14="http://schemas.microsoft.com/office/powerpoint/2010/main" val="3379363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rporate Ending 1">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3DCA268-FE3A-0434-C5AA-0AAE9567FCA3}"/>
              </a:ext>
            </a:extLst>
          </p:cNvPr>
          <p:cNvPicPr>
            <a:picLocks noChangeAspect="1"/>
          </p:cNvPicPr>
          <p:nvPr userDrawn="1"/>
        </p:nvPicPr>
        <p:blipFill>
          <a:blip r:embed="rId2">
            <a:extLst>
              <a:ext uri="{28A0092B-C50C-407E-A947-70E740481C1C}">
                <a14:useLocalDpi xmlns:a14="http://schemas.microsoft.com/office/drawing/2010/main" val="0"/>
              </a:ext>
            </a:extLst>
          </a:blip>
          <a:srcRect l="13787" t="15222" r="11981" b="9448"/>
          <a:stretch/>
        </p:blipFill>
        <p:spPr>
          <a:xfrm>
            <a:off x="0" y="0"/>
            <a:ext cx="11891963" cy="6561138"/>
          </a:xfrm>
          <a:custGeom>
            <a:avLst/>
            <a:gdLst>
              <a:gd name="connsiteX0" fmla="*/ 0 w 11891963"/>
              <a:gd name="connsiteY0" fmla="*/ 0 h 6561138"/>
              <a:gd name="connsiteX1" fmla="*/ 11891963 w 11891963"/>
              <a:gd name="connsiteY1" fmla="*/ 0 h 6561138"/>
              <a:gd name="connsiteX2" fmla="*/ 11891963 w 11891963"/>
              <a:gd name="connsiteY2" fmla="*/ 5555709 h 6561138"/>
              <a:gd name="connsiteX3" fmla="*/ 10886534 w 11891963"/>
              <a:gd name="connsiteY3" fmla="*/ 6561138 h 6561138"/>
              <a:gd name="connsiteX4" fmla="*/ 0 w 11891963"/>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3" h="6561138">
                <a:moveTo>
                  <a:pt x="0" y="0"/>
                </a:moveTo>
                <a:lnTo>
                  <a:pt x="11891963" y="0"/>
                </a:lnTo>
                <a:lnTo>
                  <a:pt x="11891963" y="5555709"/>
                </a:lnTo>
                <a:cubicBezTo>
                  <a:pt x="11891963" y="6110992"/>
                  <a:pt x="11441817" y="6561138"/>
                  <a:pt x="10886534" y="6561138"/>
                </a:cubicBezTo>
                <a:lnTo>
                  <a:pt x="0" y="6561138"/>
                </a:lnTo>
                <a:close/>
              </a:path>
            </a:pathLst>
          </a:custGeom>
        </p:spPr>
      </p:pic>
      <p:sp>
        <p:nvSpPr>
          <p:cNvPr id="7" name="Titel 3">
            <a:extLst>
              <a:ext uri="{FF2B5EF4-FFF2-40B4-BE49-F238E27FC236}">
                <a16:creationId xmlns:a16="http://schemas.microsoft.com/office/drawing/2014/main" id="{C0B1DF63-2ED3-0458-2D2F-B80CFC2C8C80}"/>
              </a:ext>
            </a:extLst>
          </p:cNvPr>
          <p:cNvSpPr txBox="1">
            <a:spLocks/>
          </p:cNvSpPr>
          <p:nvPr userDrawn="1"/>
        </p:nvSpPr>
        <p:spPr>
          <a:xfrm>
            <a:off x="4971579" y="1502383"/>
            <a:ext cx="6033703" cy="914096"/>
          </a:xfrm>
          <a:prstGeom prst="rect">
            <a:avLst/>
          </a:prstGeom>
        </p:spPr>
        <p:txBody>
          <a:bodyPr wrap="none" lIns="0" tIns="0" rIns="0" bIns="0">
            <a:spAutoFit/>
          </a:bodyPr>
          <a:lstStyle>
            <a:lvl1pPr algn="l" defTabSz="914400" rtl="0" eaLnBrk="1" latinLnBrk="0" hangingPunct="1">
              <a:lnSpc>
                <a:spcPct val="90000"/>
              </a:lnSpc>
              <a:spcBef>
                <a:spcPct val="0"/>
              </a:spcBef>
              <a:buNone/>
              <a:defRPr sz="2000" b="1" kern="1200">
                <a:solidFill>
                  <a:schemeClr val="tx1"/>
                </a:solidFill>
                <a:latin typeface="+mn-lt"/>
                <a:ea typeface="+mj-ea"/>
                <a:cs typeface="+mj-cs"/>
              </a:defRPr>
            </a:lvl1pPr>
          </a:lstStyle>
          <a:p>
            <a:pPr algn="r"/>
            <a:r>
              <a:rPr lang="da-DK" sz="6600">
                <a:solidFill>
                  <a:schemeClr val="bg1"/>
                </a:solidFill>
                <a:latin typeface="+mj-lt"/>
                <a:ea typeface="Tahoma" panose="020B0604030504040204" pitchFamily="34" charset="0"/>
                <a:cs typeface="Tahoma" panose="020B0604030504040204" pitchFamily="34" charset="0"/>
              </a:rPr>
              <a:t>DANKESCHÖN</a:t>
            </a:r>
            <a:endParaRPr lang="de-DE" sz="6600">
              <a:solidFill>
                <a:schemeClr val="bg1"/>
              </a:solidFill>
              <a:latin typeface="+mj-lt"/>
              <a:ea typeface="Tahoma" panose="020B0604030504040204" pitchFamily="34" charset="0"/>
              <a:cs typeface="Tahoma" panose="020B0604030504040204" pitchFamily="34" charset="0"/>
            </a:endParaRPr>
          </a:p>
        </p:txBody>
      </p:sp>
      <p:sp>
        <p:nvSpPr>
          <p:cNvPr id="12" name="Textfeld 11">
            <a:extLst>
              <a:ext uri="{FF2B5EF4-FFF2-40B4-BE49-F238E27FC236}">
                <a16:creationId xmlns:a16="http://schemas.microsoft.com/office/drawing/2014/main" id="{871149B7-D1A4-00C8-1AB6-B58549B64D43}"/>
              </a:ext>
            </a:extLst>
          </p:cNvPr>
          <p:cNvSpPr txBox="1"/>
          <p:nvPr userDrawn="1"/>
        </p:nvSpPr>
        <p:spPr>
          <a:xfrm>
            <a:off x="295200" y="3835368"/>
            <a:ext cx="2662601" cy="3022632"/>
          </a:xfrm>
          <a:prstGeom prst="round1Rect">
            <a:avLst>
              <a:gd name="adj" fmla="val 18664"/>
            </a:avLst>
          </a:prstGeom>
          <a:solidFill>
            <a:schemeClr val="accent1"/>
          </a:solidFill>
        </p:spPr>
        <p:txBody>
          <a:bodyPr wrap="square" lIns="442800" tIns="396000" rIns="180000" bIns="540000">
            <a:noAutofit/>
          </a:bodyPr>
          <a:lstStyle/>
          <a:p>
            <a:r>
              <a:rPr lang="de-DE" sz="1100">
                <a:solidFill>
                  <a:schemeClr val="bg1"/>
                </a:solidFill>
                <a:effectLst/>
                <a:latin typeface="Tahoma" panose="020B0604030504040204" pitchFamily="34" charset="0"/>
              </a:rPr>
              <a:t>Diehl Defence GmbH &amp; Co. KG</a:t>
            </a:r>
            <a:br>
              <a:rPr lang="de-DE" sz="1100">
                <a:solidFill>
                  <a:schemeClr val="bg1"/>
                </a:solidFill>
                <a:effectLst/>
                <a:latin typeface="Tahoma" panose="020B0604030504040204" pitchFamily="34" charset="0"/>
              </a:rPr>
            </a:br>
            <a:r>
              <a:rPr lang="de-DE" sz="1100">
                <a:solidFill>
                  <a:schemeClr val="bg1"/>
                </a:solidFill>
                <a:effectLst/>
                <a:latin typeface="Tahoma" panose="020B0604030504040204" pitchFamily="34" charset="0"/>
              </a:rPr>
              <a:t>Alte Nußdorfer Straße 13</a:t>
            </a:r>
            <a:br>
              <a:rPr lang="de-DE" sz="1100">
                <a:solidFill>
                  <a:schemeClr val="bg1"/>
                </a:solidFill>
                <a:effectLst/>
                <a:latin typeface="Tahoma" panose="020B0604030504040204" pitchFamily="34" charset="0"/>
              </a:rPr>
            </a:br>
            <a:r>
              <a:rPr lang="de-DE" sz="1100">
                <a:solidFill>
                  <a:schemeClr val="bg1"/>
                </a:solidFill>
                <a:effectLst/>
                <a:latin typeface="Tahoma" panose="020B0604030504040204" pitchFamily="34" charset="0"/>
              </a:rPr>
              <a:t>88662 Überlingen</a:t>
            </a:r>
            <a:br>
              <a:rPr lang="de-DE" sz="1100">
                <a:solidFill>
                  <a:schemeClr val="bg1"/>
                </a:solidFill>
                <a:effectLst/>
                <a:latin typeface="Tahoma" panose="020B0604030504040204" pitchFamily="34" charset="0"/>
              </a:rPr>
            </a:br>
            <a:r>
              <a:rPr lang="de-DE" sz="1100" b="0" i="0" u="none" strike="noStrike" baseline="0">
                <a:solidFill>
                  <a:srgbClr val="FFFFFF"/>
                </a:solidFill>
                <a:latin typeface="+mn-lt"/>
              </a:rPr>
              <a:t>Deutschland</a:t>
            </a:r>
          </a:p>
          <a:p>
            <a:pPr algn="l">
              <a:lnSpc>
                <a:spcPts val="1650"/>
              </a:lnSpc>
            </a:pPr>
            <a:endParaRPr lang="de-DE" sz="1100" b="0" i="0" u="none" strike="noStrike" baseline="0">
              <a:solidFill>
                <a:srgbClr val="FFFFFF"/>
              </a:solidFill>
              <a:latin typeface="+mn-lt"/>
            </a:endParaRPr>
          </a:p>
          <a:p>
            <a:pPr algn="l">
              <a:lnSpc>
                <a:spcPts val="1650"/>
              </a:lnSpc>
            </a:pPr>
            <a:r>
              <a:rPr lang="de-DE" sz="1100" b="1" i="0" u="none" strike="noStrike" baseline="0">
                <a:solidFill>
                  <a:srgbClr val="FFFFFF"/>
                </a:solidFill>
                <a:latin typeface="+mn-lt"/>
              </a:rPr>
              <a:t>www.diehl.com/defence</a:t>
            </a:r>
          </a:p>
        </p:txBody>
      </p:sp>
      <p:cxnSp>
        <p:nvCxnSpPr>
          <p:cNvPr id="6" name="Gerade Verbindung 15">
            <a:extLst>
              <a:ext uri="{FF2B5EF4-FFF2-40B4-BE49-F238E27FC236}">
                <a16:creationId xmlns:a16="http://schemas.microsoft.com/office/drawing/2014/main" id="{8386BA4A-732B-6603-09D2-0D708E95E4BB}"/>
              </a:ext>
            </a:extLst>
          </p:cNvPr>
          <p:cNvCxnSpPr>
            <a:cxnSpLocks/>
          </p:cNvCxnSpPr>
          <p:nvPr userDrawn="1"/>
        </p:nvCxnSpPr>
        <p:spPr>
          <a:xfrm>
            <a:off x="5092762" y="2559466"/>
            <a:ext cx="5850000" cy="0"/>
          </a:xfrm>
          <a:prstGeom prst="line">
            <a:avLst/>
          </a:prstGeom>
          <a:ln w="52069">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Grafik 3">
            <a:extLst>
              <a:ext uri="{FF2B5EF4-FFF2-40B4-BE49-F238E27FC236}">
                <a16:creationId xmlns:a16="http://schemas.microsoft.com/office/drawing/2014/main" id="{5EDEFED3-25ED-C271-1C36-097FF6CF54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36690" y="5680947"/>
            <a:ext cx="1752600" cy="571500"/>
          </a:xfrm>
          <a:prstGeom prst="rect">
            <a:avLst/>
          </a:prstGeom>
        </p:spPr>
      </p:pic>
    </p:spTree>
    <p:extLst>
      <p:ext uri="{BB962C8B-B14F-4D97-AF65-F5344CB8AC3E}">
        <p14:creationId xmlns:p14="http://schemas.microsoft.com/office/powerpoint/2010/main" val="2650424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Corporate Ending 1">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3DCA268-FE3A-0434-C5AA-0AAE9567FCA3}"/>
              </a:ext>
            </a:extLst>
          </p:cNvPr>
          <p:cNvPicPr>
            <a:picLocks noChangeAspect="1"/>
          </p:cNvPicPr>
          <p:nvPr userDrawn="1"/>
        </p:nvPicPr>
        <p:blipFill>
          <a:blip r:embed="rId2">
            <a:extLst>
              <a:ext uri="{28A0092B-C50C-407E-A947-70E740481C1C}">
                <a14:useLocalDpi xmlns:a14="http://schemas.microsoft.com/office/drawing/2010/main" val="0"/>
              </a:ext>
            </a:extLst>
          </a:blip>
          <a:srcRect l="3203" r="3203"/>
          <a:stretch/>
        </p:blipFill>
        <p:spPr>
          <a:xfrm>
            <a:off x="4837" y="0"/>
            <a:ext cx="11891963" cy="6561138"/>
          </a:xfrm>
          <a:custGeom>
            <a:avLst/>
            <a:gdLst>
              <a:gd name="connsiteX0" fmla="*/ 0 w 11891963"/>
              <a:gd name="connsiteY0" fmla="*/ 0 h 6561138"/>
              <a:gd name="connsiteX1" fmla="*/ 11891963 w 11891963"/>
              <a:gd name="connsiteY1" fmla="*/ 0 h 6561138"/>
              <a:gd name="connsiteX2" fmla="*/ 11891963 w 11891963"/>
              <a:gd name="connsiteY2" fmla="*/ 5555709 h 6561138"/>
              <a:gd name="connsiteX3" fmla="*/ 10886534 w 11891963"/>
              <a:gd name="connsiteY3" fmla="*/ 6561138 h 6561138"/>
              <a:gd name="connsiteX4" fmla="*/ 0 w 11891963"/>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3" h="6561138">
                <a:moveTo>
                  <a:pt x="0" y="0"/>
                </a:moveTo>
                <a:lnTo>
                  <a:pt x="11891963" y="0"/>
                </a:lnTo>
                <a:lnTo>
                  <a:pt x="11891963" y="5555709"/>
                </a:lnTo>
                <a:cubicBezTo>
                  <a:pt x="11891963" y="6110992"/>
                  <a:pt x="11441817" y="6561138"/>
                  <a:pt x="10886534" y="6561138"/>
                </a:cubicBezTo>
                <a:lnTo>
                  <a:pt x="0" y="6561138"/>
                </a:lnTo>
                <a:close/>
              </a:path>
            </a:pathLst>
          </a:custGeom>
        </p:spPr>
      </p:pic>
      <p:sp>
        <p:nvSpPr>
          <p:cNvPr id="7" name="Titel 3">
            <a:extLst>
              <a:ext uri="{FF2B5EF4-FFF2-40B4-BE49-F238E27FC236}">
                <a16:creationId xmlns:a16="http://schemas.microsoft.com/office/drawing/2014/main" id="{C0B1DF63-2ED3-0458-2D2F-B80CFC2C8C80}"/>
              </a:ext>
            </a:extLst>
          </p:cNvPr>
          <p:cNvSpPr txBox="1">
            <a:spLocks/>
          </p:cNvSpPr>
          <p:nvPr userDrawn="1"/>
        </p:nvSpPr>
        <p:spPr>
          <a:xfrm>
            <a:off x="4971579" y="1502383"/>
            <a:ext cx="6033703" cy="914096"/>
          </a:xfrm>
          <a:prstGeom prst="rect">
            <a:avLst/>
          </a:prstGeom>
        </p:spPr>
        <p:txBody>
          <a:bodyPr wrap="none" lIns="0" tIns="0" rIns="0" bIns="0">
            <a:spAutoFit/>
          </a:bodyPr>
          <a:lstStyle>
            <a:lvl1pPr algn="l" defTabSz="914400" rtl="0" eaLnBrk="1" latinLnBrk="0" hangingPunct="1">
              <a:lnSpc>
                <a:spcPct val="90000"/>
              </a:lnSpc>
              <a:spcBef>
                <a:spcPct val="0"/>
              </a:spcBef>
              <a:buNone/>
              <a:defRPr sz="2000" b="1" kern="1200">
                <a:solidFill>
                  <a:schemeClr val="tx1"/>
                </a:solidFill>
                <a:latin typeface="+mn-lt"/>
                <a:ea typeface="+mj-ea"/>
                <a:cs typeface="+mj-cs"/>
              </a:defRPr>
            </a:lvl1pPr>
          </a:lstStyle>
          <a:p>
            <a:pPr algn="r"/>
            <a:r>
              <a:rPr lang="da-DK" sz="6600">
                <a:solidFill>
                  <a:schemeClr val="bg1"/>
                </a:solidFill>
                <a:latin typeface="+mj-lt"/>
                <a:ea typeface="Tahoma" panose="020B0604030504040204" pitchFamily="34" charset="0"/>
                <a:cs typeface="Tahoma" panose="020B0604030504040204" pitchFamily="34" charset="0"/>
              </a:rPr>
              <a:t>DANKESCHÖN</a:t>
            </a:r>
            <a:endParaRPr lang="de-DE" sz="6600">
              <a:solidFill>
                <a:schemeClr val="bg1"/>
              </a:solidFill>
              <a:latin typeface="+mj-lt"/>
              <a:ea typeface="Tahoma" panose="020B0604030504040204" pitchFamily="34" charset="0"/>
              <a:cs typeface="Tahoma" panose="020B0604030504040204" pitchFamily="34" charset="0"/>
            </a:endParaRPr>
          </a:p>
        </p:txBody>
      </p:sp>
      <p:sp>
        <p:nvSpPr>
          <p:cNvPr id="12" name="Textfeld 11">
            <a:extLst>
              <a:ext uri="{FF2B5EF4-FFF2-40B4-BE49-F238E27FC236}">
                <a16:creationId xmlns:a16="http://schemas.microsoft.com/office/drawing/2014/main" id="{871149B7-D1A4-00C8-1AB6-B58549B64D43}"/>
              </a:ext>
            </a:extLst>
          </p:cNvPr>
          <p:cNvSpPr txBox="1"/>
          <p:nvPr userDrawn="1"/>
        </p:nvSpPr>
        <p:spPr>
          <a:xfrm>
            <a:off x="295200" y="3835368"/>
            <a:ext cx="2662601" cy="3022632"/>
          </a:xfrm>
          <a:prstGeom prst="round1Rect">
            <a:avLst>
              <a:gd name="adj" fmla="val 18664"/>
            </a:avLst>
          </a:prstGeom>
          <a:solidFill>
            <a:schemeClr val="accent1"/>
          </a:solidFill>
        </p:spPr>
        <p:txBody>
          <a:bodyPr wrap="square" lIns="442800" tIns="396000" rIns="180000" bIns="540000">
            <a:noAutofit/>
          </a:bodyPr>
          <a:lstStyle/>
          <a:p>
            <a:r>
              <a:rPr lang="de-DE" sz="1100">
                <a:solidFill>
                  <a:schemeClr val="bg1"/>
                </a:solidFill>
                <a:effectLst/>
                <a:latin typeface="Tahoma" panose="020B0604030504040204" pitchFamily="34" charset="0"/>
              </a:rPr>
              <a:t>Diehl Defence GmbH &amp; Co. KG</a:t>
            </a:r>
            <a:br>
              <a:rPr lang="de-DE" sz="1100">
                <a:solidFill>
                  <a:schemeClr val="bg1"/>
                </a:solidFill>
                <a:effectLst/>
                <a:latin typeface="Tahoma" panose="020B0604030504040204" pitchFamily="34" charset="0"/>
              </a:rPr>
            </a:br>
            <a:r>
              <a:rPr lang="de-DE" sz="1100">
                <a:solidFill>
                  <a:schemeClr val="bg1"/>
                </a:solidFill>
                <a:effectLst/>
                <a:latin typeface="Tahoma" panose="020B0604030504040204" pitchFamily="34" charset="0"/>
              </a:rPr>
              <a:t>Alte Nußdorfer Straße 13</a:t>
            </a:r>
            <a:br>
              <a:rPr lang="de-DE" sz="1100">
                <a:solidFill>
                  <a:schemeClr val="bg1"/>
                </a:solidFill>
                <a:effectLst/>
                <a:latin typeface="Tahoma" panose="020B0604030504040204" pitchFamily="34" charset="0"/>
              </a:rPr>
            </a:br>
            <a:r>
              <a:rPr lang="de-DE" sz="1100">
                <a:solidFill>
                  <a:schemeClr val="bg1"/>
                </a:solidFill>
                <a:effectLst/>
                <a:latin typeface="Tahoma" panose="020B0604030504040204" pitchFamily="34" charset="0"/>
              </a:rPr>
              <a:t>88662 Überlingen</a:t>
            </a:r>
            <a:br>
              <a:rPr lang="de-DE" sz="1100">
                <a:solidFill>
                  <a:schemeClr val="bg1"/>
                </a:solidFill>
                <a:effectLst/>
                <a:latin typeface="Tahoma" panose="020B0604030504040204" pitchFamily="34" charset="0"/>
              </a:rPr>
            </a:br>
            <a:r>
              <a:rPr lang="de-DE" sz="1100" b="0" i="0" u="none" strike="noStrike" baseline="0">
                <a:solidFill>
                  <a:srgbClr val="FFFFFF"/>
                </a:solidFill>
                <a:latin typeface="+mn-lt"/>
              </a:rPr>
              <a:t>Deutschland</a:t>
            </a:r>
          </a:p>
          <a:p>
            <a:pPr algn="l">
              <a:lnSpc>
                <a:spcPts val="1650"/>
              </a:lnSpc>
            </a:pPr>
            <a:endParaRPr lang="de-DE" sz="1100" b="0" i="0" u="none" strike="noStrike" baseline="0">
              <a:solidFill>
                <a:srgbClr val="FFFFFF"/>
              </a:solidFill>
              <a:latin typeface="+mn-lt"/>
            </a:endParaRPr>
          </a:p>
          <a:p>
            <a:pPr algn="l">
              <a:lnSpc>
                <a:spcPts val="1650"/>
              </a:lnSpc>
            </a:pPr>
            <a:r>
              <a:rPr lang="de-DE" sz="1100" b="1" i="0" u="none" strike="noStrike" baseline="0">
                <a:solidFill>
                  <a:srgbClr val="FFFFFF"/>
                </a:solidFill>
                <a:latin typeface="+mn-lt"/>
              </a:rPr>
              <a:t>www.diehl.com/defence</a:t>
            </a:r>
          </a:p>
        </p:txBody>
      </p:sp>
      <p:cxnSp>
        <p:nvCxnSpPr>
          <p:cNvPr id="6" name="Gerade Verbindung 15">
            <a:extLst>
              <a:ext uri="{FF2B5EF4-FFF2-40B4-BE49-F238E27FC236}">
                <a16:creationId xmlns:a16="http://schemas.microsoft.com/office/drawing/2014/main" id="{8386BA4A-732B-6603-09D2-0D708E95E4BB}"/>
              </a:ext>
            </a:extLst>
          </p:cNvPr>
          <p:cNvCxnSpPr>
            <a:cxnSpLocks/>
          </p:cNvCxnSpPr>
          <p:nvPr userDrawn="1"/>
        </p:nvCxnSpPr>
        <p:spPr>
          <a:xfrm>
            <a:off x="5092762" y="2559466"/>
            <a:ext cx="5850000" cy="0"/>
          </a:xfrm>
          <a:prstGeom prst="line">
            <a:avLst/>
          </a:prstGeom>
          <a:ln w="52069">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Grafik 3">
            <a:extLst>
              <a:ext uri="{FF2B5EF4-FFF2-40B4-BE49-F238E27FC236}">
                <a16:creationId xmlns:a16="http://schemas.microsoft.com/office/drawing/2014/main" id="{5EDEFED3-25ED-C271-1C36-097FF6CF54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36690" y="5680947"/>
            <a:ext cx="1752600" cy="571500"/>
          </a:xfrm>
          <a:prstGeom prst="rect">
            <a:avLst/>
          </a:prstGeom>
        </p:spPr>
      </p:pic>
    </p:spTree>
    <p:extLst>
      <p:ext uri="{BB962C8B-B14F-4D97-AF65-F5344CB8AC3E}">
        <p14:creationId xmlns:p14="http://schemas.microsoft.com/office/powerpoint/2010/main" val="30338916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rporate Ending 1">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3DCA268-FE3A-0434-C5AA-0AAE9567FCA3}"/>
              </a:ext>
            </a:extLst>
          </p:cNvPr>
          <p:cNvPicPr>
            <a:picLocks noChangeAspect="1"/>
          </p:cNvPicPr>
          <p:nvPr userDrawn="1"/>
        </p:nvPicPr>
        <p:blipFill>
          <a:blip r:embed="rId2">
            <a:extLst>
              <a:ext uri="{28A0092B-C50C-407E-A947-70E740481C1C}">
                <a14:useLocalDpi xmlns:a14="http://schemas.microsoft.com/office/drawing/2010/main" val="0"/>
              </a:ext>
            </a:extLst>
          </a:blip>
          <a:srcRect t="8682" b="8682"/>
          <a:stretch/>
        </p:blipFill>
        <p:spPr>
          <a:xfrm>
            <a:off x="0" y="0"/>
            <a:ext cx="11891963" cy="6561138"/>
          </a:xfrm>
          <a:custGeom>
            <a:avLst/>
            <a:gdLst>
              <a:gd name="connsiteX0" fmla="*/ 0 w 11891963"/>
              <a:gd name="connsiteY0" fmla="*/ 0 h 6561138"/>
              <a:gd name="connsiteX1" fmla="*/ 11891963 w 11891963"/>
              <a:gd name="connsiteY1" fmla="*/ 0 h 6561138"/>
              <a:gd name="connsiteX2" fmla="*/ 11891963 w 11891963"/>
              <a:gd name="connsiteY2" fmla="*/ 5555709 h 6561138"/>
              <a:gd name="connsiteX3" fmla="*/ 10886534 w 11891963"/>
              <a:gd name="connsiteY3" fmla="*/ 6561138 h 6561138"/>
              <a:gd name="connsiteX4" fmla="*/ 0 w 11891963"/>
              <a:gd name="connsiteY4" fmla="*/ 6561138 h 656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1963" h="6561138">
                <a:moveTo>
                  <a:pt x="0" y="0"/>
                </a:moveTo>
                <a:lnTo>
                  <a:pt x="11891963" y="0"/>
                </a:lnTo>
                <a:lnTo>
                  <a:pt x="11891963" y="5555709"/>
                </a:lnTo>
                <a:cubicBezTo>
                  <a:pt x="11891963" y="6110992"/>
                  <a:pt x="11441817" y="6561138"/>
                  <a:pt x="10886534" y="6561138"/>
                </a:cubicBezTo>
                <a:lnTo>
                  <a:pt x="0" y="6561138"/>
                </a:lnTo>
                <a:close/>
              </a:path>
            </a:pathLst>
          </a:custGeom>
        </p:spPr>
      </p:pic>
      <p:sp>
        <p:nvSpPr>
          <p:cNvPr id="7" name="Titel 3">
            <a:extLst>
              <a:ext uri="{FF2B5EF4-FFF2-40B4-BE49-F238E27FC236}">
                <a16:creationId xmlns:a16="http://schemas.microsoft.com/office/drawing/2014/main" id="{C0B1DF63-2ED3-0458-2D2F-B80CFC2C8C80}"/>
              </a:ext>
            </a:extLst>
          </p:cNvPr>
          <p:cNvSpPr txBox="1">
            <a:spLocks/>
          </p:cNvSpPr>
          <p:nvPr userDrawn="1"/>
        </p:nvSpPr>
        <p:spPr>
          <a:xfrm>
            <a:off x="4971579" y="1502383"/>
            <a:ext cx="6033703" cy="914096"/>
          </a:xfrm>
          <a:prstGeom prst="rect">
            <a:avLst/>
          </a:prstGeom>
        </p:spPr>
        <p:txBody>
          <a:bodyPr wrap="none" lIns="0" tIns="0" rIns="0" bIns="0">
            <a:spAutoFit/>
          </a:bodyPr>
          <a:lstStyle>
            <a:lvl1pPr algn="l" defTabSz="914400" rtl="0" eaLnBrk="1" latinLnBrk="0" hangingPunct="1">
              <a:lnSpc>
                <a:spcPct val="90000"/>
              </a:lnSpc>
              <a:spcBef>
                <a:spcPct val="0"/>
              </a:spcBef>
              <a:buNone/>
              <a:defRPr sz="2000" b="1" kern="1200">
                <a:solidFill>
                  <a:schemeClr val="tx1"/>
                </a:solidFill>
                <a:latin typeface="+mn-lt"/>
                <a:ea typeface="+mj-ea"/>
                <a:cs typeface="+mj-cs"/>
              </a:defRPr>
            </a:lvl1pPr>
          </a:lstStyle>
          <a:p>
            <a:pPr algn="r"/>
            <a:r>
              <a:rPr lang="da-DK" sz="6600">
                <a:solidFill>
                  <a:schemeClr val="bg1"/>
                </a:solidFill>
                <a:latin typeface="+mj-lt"/>
                <a:ea typeface="Tahoma" panose="020B0604030504040204" pitchFamily="34" charset="0"/>
                <a:cs typeface="Tahoma" panose="020B0604030504040204" pitchFamily="34" charset="0"/>
              </a:rPr>
              <a:t>DANKESCHÖN</a:t>
            </a:r>
            <a:endParaRPr lang="de-DE" sz="6600">
              <a:solidFill>
                <a:schemeClr val="bg1"/>
              </a:solidFill>
              <a:latin typeface="+mj-lt"/>
              <a:ea typeface="Tahoma" panose="020B0604030504040204" pitchFamily="34" charset="0"/>
              <a:cs typeface="Tahoma" panose="020B0604030504040204" pitchFamily="34" charset="0"/>
            </a:endParaRPr>
          </a:p>
        </p:txBody>
      </p:sp>
      <p:sp>
        <p:nvSpPr>
          <p:cNvPr id="12" name="Textfeld 11">
            <a:extLst>
              <a:ext uri="{FF2B5EF4-FFF2-40B4-BE49-F238E27FC236}">
                <a16:creationId xmlns:a16="http://schemas.microsoft.com/office/drawing/2014/main" id="{871149B7-D1A4-00C8-1AB6-B58549B64D43}"/>
              </a:ext>
            </a:extLst>
          </p:cNvPr>
          <p:cNvSpPr txBox="1"/>
          <p:nvPr userDrawn="1"/>
        </p:nvSpPr>
        <p:spPr>
          <a:xfrm>
            <a:off x="295200" y="3835368"/>
            <a:ext cx="2662601" cy="3022632"/>
          </a:xfrm>
          <a:prstGeom prst="round1Rect">
            <a:avLst>
              <a:gd name="adj" fmla="val 18664"/>
            </a:avLst>
          </a:prstGeom>
          <a:solidFill>
            <a:schemeClr val="accent1"/>
          </a:solidFill>
        </p:spPr>
        <p:txBody>
          <a:bodyPr wrap="square" lIns="442800" tIns="396000" rIns="180000" bIns="540000">
            <a:noAutofit/>
          </a:bodyPr>
          <a:lstStyle/>
          <a:p>
            <a:r>
              <a:rPr lang="de-DE" sz="1100">
                <a:solidFill>
                  <a:schemeClr val="bg1"/>
                </a:solidFill>
                <a:effectLst/>
                <a:latin typeface="Tahoma" panose="020B0604030504040204" pitchFamily="34" charset="0"/>
              </a:rPr>
              <a:t>Diehl Defence GmbH &amp; Co. KG</a:t>
            </a:r>
            <a:br>
              <a:rPr lang="de-DE" sz="1100">
                <a:solidFill>
                  <a:schemeClr val="bg1"/>
                </a:solidFill>
                <a:effectLst/>
                <a:latin typeface="Tahoma" panose="020B0604030504040204" pitchFamily="34" charset="0"/>
              </a:rPr>
            </a:br>
            <a:r>
              <a:rPr lang="de-DE" sz="1100">
                <a:solidFill>
                  <a:schemeClr val="bg1"/>
                </a:solidFill>
                <a:effectLst/>
                <a:latin typeface="Tahoma" panose="020B0604030504040204" pitchFamily="34" charset="0"/>
              </a:rPr>
              <a:t>Alte Nußdorfer Straße 13</a:t>
            </a:r>
            <a:br>
              <a:rPr lang="de-DE" sz="1100">
                <a:solidFill>
                  <a:schemeClr val="bg1"/>
                </a:solidFill>
                <a:effectLst/>
                <a:latin typeface="Tahoma" panose="020B0604030504040204" pitchFamily="34" charset="0"/>
              </a:rPr>
            </a:br>
            <a:r>
              <a:rPr lang="de-DE" sz="1100">
                <a:solidFill>
                  <a:schemeClr val="bg1"/>
                </a:solidFill>
                <a:effectLst/>
                <a:latin typeface="Tahoma" panose="020B0604030504040204" pitchFamily="34" charset="0"/>
              </a:rPr>
              <a:t>88662 Überlingen</a:t>
            </a:r>
            <a:br>
              <a:rPr lang="de-DE" sz="1100">
                <a:solidFill>
                  <a:schemeClr val="bg1"/>
                </a:solidFill>
                <a:effectLst/>
                <a:latin typeface="Tahoma" panose="020B0604030504040204" pitchFamily="34" charset="0"/>
              </a:rPr>
            </a:br>
            <a:r>
              <a:rPr lang="de-DE" sz="1100" b="0" i="0" u="none" strike="noStrike" baseline="0">
                <a:solidFill>
                  <a:srgbClr val="FFFFFF"/>
                </a:solidFill>
                <a:latin typeface="+mn-lt"/>
              </a:rPr>
              <a:t>Deutschland</a:t>
            </a:r>
          </a:p>
          <a:p>
            <a:pPr algn="l">
              <a:lnSpc>
                <a:spcPts val="1650"/>
              </a:lnSpc>
            </a:pPr>
            <a:endParaRPr lang="de-DE" sz="1100" b="0" i="0" u="none" strike="noStrike" baseline="0">
              <a:solidFill>
                <a:srgbClr val="FFFFFF"/>
              </a:solidFill>
              <a:latin typeface="+mn-lt"/>
            </a:endParaRPr>
          </a:p>
          <a:p>
            <a:pPr algn="l">
              <a:lnSpc>
                <a:spcPts val="1650"/>
              </a:lnSpc>
            </a:pPr>
            <a:r>
              <a:rPr lang="de-DE" sz="1100" b="1" i="0" u="none" strike="noStrike" baseline="0">
                <a:solidFill>
                  <a:srgbClr val="FFFFFF"/>
                </a:solidFill>
                <a:latin typeface="+mn-lt"/>
              </a:rPr>
              <a:t>www.diehl.com/defence</a:t>
            </a:r>
          </a:p>
        </p:txBody>
      </p:sp>
      <p:cxnSp>
        <p:nvCxnSpPr>
          <p:cNvPr id="6" name="Gerade Verbindung 15">
            <a:extLst>
              <a:ext uri="{FF2B5EF4-FFF2-40B4-BE49-F238E27FC236}">
                <a16:creationId xmlns:a16="http://schemas.microsoft.com/office/drawing/2014/main" id="{8386BA4A-732B-6603-09D2-0D708E95E4BB}"/>
              </a:ext>
            </a:extLst>
          </p:cNvPr>
          <p:cNvCxnSpPr>
            <a:cxnSpLocks/>
          </p:cNvCxnSpPr>
          <p:nvPr userDrawn="1"/>
        </p:nvCxnSpPr>
        <p:spPr>
          <a:xfrm>
            <a:off x="5092762" y="2559466"/>
            <a:ext cx="5850000" cy="0"/>
          </a:xfrm>
          <a:prstGeom prst="line">
            <a:avLst/>
          </a:prstGeom>
          <a:ln w="52069">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Grafik 3">
            <a:extLst>
              <a:ext uri="{FF2B5EF4-FFF2-40B4-BE49-F238E27FC236}">
                <a16:creationId xmlns:a16="http://schemas.microsoft.com/office/drawing/2014/main" id="{5EDEFED3-25ED-C271-1C36-097FF6CF54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36690" y="5680947"/>
            <a:ext cx="1752600" cy="571500"/>
          </a:xfrm>
          <a:prstGeom prst="rect">
            <a:avLst/>
          </a:prstGeom>
        </p:spPr>
      </p:pic>
    </p:spTree>
    <p:extLst>
      <p:ext uri="{BB962C8B-B14F-4D97-AF65-F5344CB8AC3E}">
        <p14:creationId xmlns:p14="http://schemas.microsoft.com/office/powerpoint/2010/main" val="2713620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rporate Ending 2">
    <p:bg>
      <p:bgPr>
        <a:solidFill>
          <a:schemeClr val="bg1"/>
        </a:solidFill>
        <a:effectLst/>
      </p:bgPr>
    </p:bg>
    <p:spTree>
      <p:nvGrpSpPr>
        <p:cNvPr id="1" name=""/>
        <p:cNvGrpSpPr/>
        <p:nvPr/>
      </p:nvGrpSpPr>
      <p:grpSpPr>
        <a:xfrm>
          <a:off x="0" y="0"/>
          <a:ext cx="0" cy="0"/>
          <a:chOff x="0" y="0"/>
          <a:chExt cx="0" cy="0"/>
        </a:xfrm>
      </p:grpSpPr>
      <p:sp>
        <p:nvSpPr>
          <p:cNvPr id="2" name="Eine Ecke des Rechtecks abrunden 20">
            <a:extLst>
              <a:ext uri="{FF2B5EF4-FFF2-40B4-BE49-F238E27FC236}">
                <a16:creationId xmlns:a16="http://schemas.microsoft.com/office/drawing/2014/main" id="{C9A179BE-6D28-701D-00E3-6190A691816E}"/>
              </a:ext>
            </a:extLst>
          </p:cNvPr>
          <p:cNvSpPr/>
          <p:nvPr userDrawn="1"/>
        </p:nvSpPr>
        <p:spPr>
          <a:xfrm flipV="1">
            <a:off x="0" y="0"/>
            <a:ext cx="11891963" cy="5949986"/>
          </a:xfrm>
          <a:prstGeom prst="round1Rect">
            <a:avLst>
              <a:gd name="adj" fmla="val 16847"/>
            </a:avLst>
          </a:prstGeom>
          <a:solidFill>
            <a:schemeClr val="accent1"/>
          </a:solidFill>
          <a:ln>
            <a:noFill/>
          </a:ln>
        </p:spPr>
        <p:txBody>
          <a:bodyPr vert="horz" lIns="72000" tIns="72000" rIns="72000" bIns="72000" rtlCol="0" anchor="ctr">
            <a:noAutofit/>
          </a:bodyPr>
          <a:lstStyle/>
          <a:p>
            <a:pPr algn="ctr">
              <a:spcBef>
                <a:spcPts val="600"/>
              </a:spcBef>
            </a:pPr>
            <a:endParaRPr lang="en-US" sz="1200">
              <a:solidFill>
                <a:schemeClr val="bg1"/>
              </a:solidFill>
            </a:endParaRPr>
          </a:p>
        </p:txBody>
      </p:sp>
      <p:sp>
        <p:nvSpPr>
          <p:cNvPr id="3" name="Titel 3">
            <a:extLst>
              <a:ext uri="{FF2B5EF4-FFF2-40B4-BE49-F238E27FC236}">
                <a16:creationId xmlns:a16="http://schemas.microsoft.com/office/drawing/2014/main" id="{794A0C60-8E05-2356-ECF5-C9F2C1CA45ED}"/>
              </a:ext>
            </a:extLst>
          </p:cNvPr>
          <p:cNvSpPr txBox="1">
            <a:spLocks/>
          </p:cNvSpPr>
          <p:nvPr userDrawn="1"/>
        </p:nvSpPr>
        <p:spPr>
          <a:xfrm>
            <a:off x="738000" y="1066367"/>
            <a:ext cx="4512454" cy="685572"/>
          </a:xfrm>
          <a:prstGeom prst="rect">
            <a:avLst/>
          </a:prstGeom>
        </p:spPr>
        <p:txBody>
          <a:bodyPr wrap="none" lIns="0" tIns="0" rIns="0" bIns="0">
            <a:spAutoFit/>
          </a:bodyPr>
          <a:lstStyle>
            <a:lvl1pPr algn="l" defTabSz="914400" rtl="0" eaLnBrk="1" latinLnBrk="0" hangingPunct="1">
              <a:lnSpc>
                <a:spcPct val="90000"/>
              </a:lnSpc>
              <a:spcBef>
                <a:spcPct val="0"/>
              </a:spcBef>
              <a:buNone/>
              <a:defRPr sz="2000" b="1" kern="1200">
                <a:solidFill>
                  <a:schemeClr val="tx1"/>
                </a:solidFill>
                <a:latin typeface="+mn-lt"/>
                <a:ea typeface="+mj-ea"/>
                <a:cs typeface="+mj-cs"/>
              </a:defRPr>
            </a:lvl1pPr>
          </a:lstStyle>
          <a:p>
            <a:r>
              <a:rPr lang="da-DK" sz="4950">
                <a:solidFill>
                  <a:schemeClr val="bg1"/>
                </a:solidFill>
                <a:latin typeface="+mj-lt"/>
                <a:ea typeface="Tahoma" panose="020B0604030504040204" pitchFamily="34" charset="0"/>
                <a:cs typeface="Tahoma" panose="020B0604030504040204" pitchFamily="34" charset="0"/>
              </a:rPr>
              <a:t>IHR KONTAKT</a:t>
            </a:r>
            <a:endParaRPr lang="de-DE" sz="4950">
              <a:solidFill>
                <a:schemeClr val="bg1"/>
              </a:solidFill>
              <a:latin typeface="+mj-lt"/>
              <a:ea typeface="Tahoma" panose="020B0604030504040204" pitchFamily="34" charset="0"/>
              <a:cs typeface="Tahoma" panose="020B0604030504040204" pitchFamily="34" charset="0"/>
            </a:endParaRPr>
          </a:p>
        </p:txBody>
      </p:sp>
      <p:sp>
        <p:nvSpPr>
          <p:cNvPr id="4" name="Untertitel 4">
            <a:extLst>
              <a:ext uri="{FF2B5EF4-FFF2-40B4-BE49-F238E27FC236}">
                <a16:creationId xmlns:a16="http://schemas.microsoft.com/office/drawing/2014/main" id="{5CEF3CF0-83C1-EFB8-C88D-19A4D03E6C18}"/>
              </a:ext>
            </a:extLst>
          </p:cNvPr>
          <p:cNvSpPr txBox="1">
            <a:spLocks/>
          </p:cNvSpPr>
          <p:nvPr userDrawn="1"/>
        </p:nvSpPr>
        <p:spPr>
          <a:xfrm>
            <a:off x="731848" y="4373843"/>
            <a:ext cx="3499189" cy="715581"/>
          </a:xfrm>
          <a:prstGeom prst="rect">
            <a:avLst/>
          </a:prstGeom>
        </p:spPr>
        <p:txBody>
          <a:bodyPr wrap="square" lIns="0" tIns="0" bIns="0">
            <a:spAutoFit/>
          </a:bodyPr>
          <a:lstStyle>
            <a:lvl1pPr marL="177800" indent="-177800" algn="l" defTabSz="914400" rtl="0" eaLnBrk="1" latinLnBrk="0" hangingPunct="1">
              <a:lnSpc>
                <a:spcPct val="100000"/>
              </a:lnSpc>
              <a:spcBef>
                <a:spcPts val="0"/>
              </a:spcBef>
              <a:spcAft>
                <a:spcPts val="600"/>
              </a:spcAft>
              <a:buClr>
                <a:schemeClr val="tx1"/>
              </a:buClr>
              <a:buSzPct val="130000"/>
              <a:buFont typeface="Arial" panose="020B0604020202020204" pitchFamily="34" charset="0"/>
              <a:buChar char="•"/>
              <a:defRPr sz="1600" b="0" kern="1200">
                <a:solidFill>
                  <a:schemeClr val="tx1"/>
                </a:solidFill>
                <a:latin typeface="+mn-lt"/>
                <a:ea typeface="+mn-ea"/>
                <a:cs typeface="+mn-cs"/>
              </a:defRPr>
            </a:lvl1pPr>
            <a:lvl2pPr marL="355600" indent="-177800" algn="l" defTabSz="914400" rtl="0" eaLnBrk="1" latinLnBrk="0" hangingPunct="1">
              <a:lnSpc>
                <a:spcPct val="100000"/>
              </a:lnSpc>
              <a:spcBef>
                <a:spcPts val="0"/>
              </a:spcBef>
              <a:spcAft>
                <a:spcPts val="600"/>
              </a:spcAft>
              <a:buClr>
                <a:schemeClr val="tx1"/>
              </a:buClr>
              <a:buFont typeface="Tahoma" panose="020B0604030504040204" pitchFamily="34" charset="0"/>
              <a:buChar char="-"/>
              <a:defRPr lang="de-DE" sz="1600" kern="1200" dirty="0">
                <a:solidFill>
                  <a:schemeClr val="tx1"/>
                </a:solidFill>
                <a:latin typeface="+mn-lt"/>
                <a:ea typeface="+mn-ea"/>
                <a:cs typeface="+mn-cs"/>
              </a:defRPr>
            </a:lvl2pPr>
            <a:lvl3pPr marL="533400" indent="-180975"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3pPr>
            <a:lvl4pPr marL="723900" indent="-180975"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defRPr sz="1600" kern="1200">
                <a:solidFill>
                  <a:schemeClr val="tx1"/>
                </a:solidFill>
                <a:latin typeface="+mn-lt"/>
                <a:ea typeface="+mn-ea"/>
                <a:cs typeface="+mn-cs"/>
              </a:defRPr>
            </a:lvl4pPr>
            <a:lvl5pPr marL="1006475" indent="-285750"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5pPr>
            <a:lvl6pPr marL="1079500" indent="-171450"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defRPr sz="1600" kern="1200">
                <a:solidFill>
                  <a:schemeClr val="tx1"/>
                </a:solidFill>
                <a:latin typeface="+mn-lt"/>
                <a:ea typeface="+mn-ea"/>
                <a:cs typeface="+mn-cs"/>
              </a:defRPr>
            </a:lvl6pPr>
            <a:lvl7pPr marL="1257300" indent="-180975"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7pPr>
            <a:lvl8pPr marL="1435100" indent="-179388"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tabLst>
                <a:tab pos="1527175" algn="l"/>
              </a:tabLst>
              <a:defRPr sz="1600" kern="1200">
                <a:solidFill>
                  <a:schemeClr val="tx1"/>
                </a:solidFill>
                <a:latin typeface="+mn-lt"/>
                <a:ea typeface="+mn-ea"/>
                <a:cs typeface="+mn-cs"/>
              </a:defRPr>
            </a:lvl8pPr>
            <a:lvl9pPr marL="1612900" indent="-182563" algn="l" defTabSz="8509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de-DE" sz="1000">
                <a:solidFill>
                  <a:schemeClr val="bg1"/>
                </a:solidFill>
                <a:latin typeface="+mj-lt"/>
              </a:rPr>
              <a:t>Diehl Defence GmbH &amp; Co. KG</a:t>
            </a:r>
            <a:br>
              <a:rPr lang="de-DE" sz="1000">
                <a:solidFill>
                  <a:schemeClr val="bg1"/>
                </a:solidFill>
                <a:latin typeface="+mj-lt"/>
              </a:rPr>
            </a:br>
            <a:r>
              <a:rPr lang="de-DE" sz="1000">
                <a:solidFill>
                  <a:schemeClr val="bg1"/>
                </a:solidFill>
                <a:latin typeface="+mj-lt"/>
              </a:rPr>
              <a:t>Alte Nußdorfer Straße 13, 88662 Überlingen, Deutschland</a:t>
            </a:r>
          </a:p>
          <a:p>
            <a:pPr marL="0" indent="0" algn="l">
              <a:spcAft>
                <a:spcPts val="0"/>
              </a:spcAft>
              <a:buNone/>
            </a:pPr>
            <a:endParaRPr lang="de-DE" sz="1000" b="0" i="0" u="none" strike="noStrike" baseline="0">
              <a:solidFill>
                <a:srgbClr val="FFFFFF"/>
              </a:solidFill>
              <a:latin typeface="+mj-lt"/>
            </a:endParaRPr>
          </a:p>
          <a:p>
            <a:pPr marL="0" indent="0" algn="l">
              <a:spcAft>
                <a:spcPts val="0"/>
              </a:spcAft>
              <a:buNone/>
            </a:pPr>
            <a:r>
              <a:rPr lang="de-DE" sz="1650" b="1" i="0" u="none" strike="noStrike" baseline="0">
                <a:solidFill>
                  <a:srgbClr val="FFFFFF"/>
                </a:solidFill>
                <a:latin typeface="+mj-lt"/>
              </a:rPr>
              <a:t>www.diehl.com/defence</a:t>
            </a:r>
            <a:endParaRPr lang="da-DK" sz="1650">
              <a:solidFill>
                <a:schemeClr val="bg1"/>
              </a:solidFill>
              <a:latin typeface="+mj-lt"/>
            </a:endParaRPr>
          </a:p>
        </p:txBody>
      </p:sp>
      <p:sp>
        <p:nvSpPr>
          <p:cNvPr id="6" name="Untertitel 4">
            <a:extLst>
              <a:ext uri="{FF2B5EF4-FFF2-40B4-BE49-F238E27FC236}">
                <a16:creationId xmlns:a16="http://schemas.microsoft.com/office/drawing/2014/main" id="{DD51A786-9C67-880A-0B25-E2ACA2DEA858}"/>
              </a:ext>
            </a:extLst>
          </p:cNvPr>
          <p:cNvSpPr txBox="1">
            <a:spLocks/>
          </p:cNvSpPr>
          <p:nvPr userDrawn="1"/>
        </p:nvSpPr>
        <p:spPr>
          <a:xfrm>
            <a:off x="731838" y="3132734"/>
            <a:ext cx="832101" cy="553998"/>
          </a:xfrm>
          <a:prstGeom prst="rect">
            <a:avLst/>
          </a:prstGeom>
        </p:spPr>
        <p:txBody>
          <a:bodyPr wrap="square" lIns="0" tIns="0">
            <a:spAutoFit/>
          </a:bodyPr>
          <a:lstStyle>
            <a:lvl1pPr marL="177800" indent="-177800" algn="l" defTabSz="914400" rtl="0" eaLnBrk="1" latinLnBrk="0" hangingPunct="1">
              <a:lnSpc>
                <a:spcPct val="100000"/>
              </a:lnSpc>
              <a:spcBef>
                <a:spcPts val="0"/>
              </a:spcBef>
              <a:spcAft>
                <a:spcPts val="600"/>
              </a:spcAft>
              <a:buClr>
                <a:schemeClr val="tx1"/>
              </a:buClr>
              <a:buSzPct val="130000"/>
              <a:buFont typeface="Arial" panose="020B0604020202020204" pitchFamily="34" charset="0"/>
              <a:buChar char="•"/>
              <a:defRPr sz="1600" b="0" kern="1200">
                <a:solidFill>
                  <a:schemeClr val="tx1"/>
                </a:solidFill>
                <a:latin typeface="+mn-lt"/>
                <a:ea typeface="+mn-ea"/>
                <a:cs typeface="+mn-cs"/>
              </a:defRPr>
            </a:lvl1pPr>
            <a:lvl2pPr marL="355600" indent="-177800" algn="l" defTabSz="914400" rtl="0" eaLnBrk="1" latinLnBrk="0" hangingPunct="1">
              <a:lnSpc>
                <a:spcPct val="100000"/>
              </a:lnSpc>
              <a:spcBef>
                <a:spcPts val="0"/>
              </a:spcBef>
              <a:spcAft>
                <a:spcPts val="600"/>
              </a:spcAft>
              <a:buClr>
                <a:schemeClr val="tx1"/>
              </a:buClr>
              <a:buFont typeface="Tahoma" panose="020B0604030504040204" pitchFamily="34" charset="0"/>
              <a:buChar char="-"/>
              <a:defRPr lang="de-DE" sz="1600" kern="1200" dirty="0">
                <a:solidFill>
                  <a:schemeClr val="tx1"/>
                </a:solidFill>
                <a:latin typeface="+mn-lt"/>
                <a:ea typeface="+mn-ea"/>
                <a:cs typeface="+mn-cs"/>
              </a:defRPr>
            </a:lvl2pPr>
            <a:lvl3pPr marL="533400" indent="-180975"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3pPr>
            <a:lvl4pPr marL="723900" indent="-180975"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defRPr sz="1600" kern="1200">
                <a:solidFill>
                  <a:schemeClr val="tx1"/>
                </a:solidFill>
                <a:latin typeface="+mn-lt"/>
                <a:ea typeface="+mn-ea"/>
                <a:cs typeface="+mn-cs"/>
              </a:defRPr>
            </a:lvl4pPr>
            <a:lvl5pPr marL="1006475" indent="-285750"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5pPr>
            <a:lvl6pPr marL="1079500" indent="-171450"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defRPr sz="1600" kern="1200">
                <a:solidFill>
                  <a:schemeClr val="tx1"/>
                </a:solidFill>
                <a:latin typeface="+mn-lt"/>
                <a:ea typeface="+mn-ea"/>
                <a:cs typeface="+mn-cs"/>
              </a:defRPr>
            </a:lvl6pPr>
            <a:lvl7pPr marL="1257300" indent="-180975" algn="l" defTabSz="9144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7pPr>
            <a:lvl8pPr marL="1435100" indent="-179388" algn="l" defTabSz="914400" rtl="0" eaLnBrk="1" latinLnBrk="0" hangingPunct="1">
              <a:lnSpc>
                <a:spcPct val="100000"/>
              </a:lnSpc>
              <a:spcBef>
                <a:spcPts val="0"/>
              </a:spcBef>
              <a:spcAft>
                <a:spcPts val="600"/>
              </a:spcAft>
              <a:buClr>
                <a:schemeClr val="tx1"/>
              </a:buClr>
              <a:buSzPct val="100000"/>
              <a:buFont typeface="Tahoma" panose="020B0604030504040204" pitchFamily="34" charset="0"/>
              <a:buChar char="-"/>
              <a:tabLst>
                <a:tab pos="1527175" algn="l"/>
              </a:tabLst>
              <a:defRPr sz="1600" kern="1200">
                <a:solidFill>
                  <a:schemeClr val="tx1"/>
                </a:solidFill>
                <a:latin typeface="+mn-lt"/>
                <a:ea typeface="+mn-ea"/>
                <a:cs typeface="+mn-cs"/>
              </a:defRPr>
            </a:lvl8pPr>
            <a:lvl9pPr marL="1612900" indent="-182563" algn="l" defTabSz="850900" rtl="0" eaLnBrk="1" latinLnBrk="0" hangingPunct="1">
              <a:lnSpc>
                <a:spcPct val="100000"/>
              </a:lnSpc>
              <a:spcBef>
                <a:spcPts val="0"/>
              </a:spcBef>
              <a:spcAft>
                <a:spcPts val="600"/>
              </a:spcAft>
              <a:buClr>
                <a:schemeClr val="tx1"/>
              </a:buClr>
              <a:buSzPct val="100000"/>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da-DK" sz="1650">
                <a:solidFill>
                  <a:schemeClr val="bg1"/>
                </a:solidFill>
                <a:latin typeface="+mj-lt"/>
              </a:rPr>
              <a:t>Phone:</a:t>
            </a:r>
          </a:p>
          <a:p>
            <a:pPr marL="0" indent="0">
              <a:spcAft>
                <a:spcPts val="0"/>
              </a:spcAft>
              <a:buNone/>
            </a:pPr>
            <a:r>
              <a:rPr lang="da-DK" sz="1650">
                <a:solidFill>
                  <a:schemeClr val="bg1"/>
                </a:solidFill>
                <a:latin typeface="+mj-lt"/>
              </a:rPr>
              <a:t>E-Mail:</a:t>
            </a:r>
          </a:p>
        </p:txBody>
      </p:sp>
      <p:cxnSp>
        <p:nvCxnSpPr>
          <p:cNvPr id="5" name="Gerade Verbindung 7">
            <a:extLst>
              <a:ext uri="{FF2B5EF4-FFF2-40B4-BE49-F238E27FC236}">
                <a16:creationId xmlns:a16="http://schemas.microsoft.com/office/drawing/2014/main" id="{F3DF4327-75DF-70DC-2030-2646F73E0122}"/>
              </a:ext>
            </a:extLst>
          </p:cNvPr>
          <p:cNvCxnSpPr>
            <a:cxnSpLocks/>
          </p:cNvCxnSpPr>
          <p:nvPr userDrawn="1"/>
        </p:nvCxnSpPr>
        <p:spPr>
          <a:xfrm>
            <a:off x="761810" y="1945596"/>
            <a:ext cx="4446000" cy="0"/>
          </a:xfrm>
          <a:prstGeom prst="line">
            <a:avLst/>
          </a:prstGeom>
          <a:ln w="52069">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platzhalter 3">
            <a:extLst>
              <a:ext uri="{FF2B5EF4-FFF2-40B4-BE49-F238E27FC236}">
                <a16:creationId xmlns:a16="http://schemas.microsoft.com/office/drawing/2014/main" id="{908192BB-0BB4-241A-E161-93FA625BDA18}"/>
              </a:ext>
            </a:extLst>
          </p:cNvPr>
          <p:cNvSpPr>
            <a:spLocks noGrp="1"/>
          </p:cNvSpPr>
          <p:nvPr>
            <p:ph type="body" sz="quarter" idx="27" hasCustomPrompt="1"/>
          </p:nvPr>
        </p:nvSpPr>
        <p:spPr>
          <a:xfrm>
            <a:off x="731838" y="2803581"/>
            <a:ext cx="5270445" cy="245942"/>
          </a:xfrm>
          <a:prstGeom prst="rect">
            <a:avLst/>
          </a:prstGeom>
        </p:spPr>
        <p:txBody>
          <a:bodyPr anchor="b" anchorCtr="0">
            <a:noAutofit/>
          </a:bodyPr>
          <a:lstStyle>
            <a:lvl1pPr>
              <a:defRPr sz="165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de-DE"/>
              <a:t>Titel Vorname Nachname eingeben</a:t>
            </a:r>
          </a:p>
        </p:txBody>
      </p:sp>
      <p:sp>
        <p:nvSpPr>
          <p:cNvPr id="9" name="Textplatzhalter 3">
            <a:extLst>
              <a:ext uri="{FF2B5EF4-FFF2-40B4-BE49-F238E27FC236}">
                <a16:creationId xmlns:a16="http://schemas.microsoft.com/office/drawing/2014/main" id="{5EE06622-00B5-0D72-899F-D92983F22A3F}"/>
              </a:ext>
            </a:extLst>
          </p:cNvPr>
          <p:cNvSpPr>
            <a:spLocks noGrp="1"/>
          </p:cNvSpPr>
          <p:nvPr>
            <p:ph type="body" sz="quarter" idx="28" hasCustomPrompt="1"/>
          </p:nvPr>
        </p:nvSpPr>
        <p:spPr>
          <a:xfrm>
            <a:off x="1425203" y="3132734"/>
            <a:ext cx="4577080" cy="245942"/>
          </a:xfrm>
          <a:prstGeom prst="rect">
            <a:avLst/>
          </a:prstGeom>
        </p:spPr>
        <p:txBody>
          <a:bodyPr>
            <a:noAutofit/>
          </a:bodyPr>
          <a:lstStyle>
            <a:lvl1pPr>
              <a:defRPr sz="165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de-DE"/>
              <a:t>eintragen</a:t>
            </a:r>
          </a:p>
        </p:txBody>
      </p:sp>
      <p:sp>
        <p:nvSpPr>
          <p:cNvPr id="14" name="Textplatzhalter 3">
            <a:extLst>
              <a:ext uri="{FF2B5EF4-FFF2-40B4-BE49-F238E27FC236}">
                <a16:creationId xmlns:a16="http://schemas.microsoft.com/office/drawing/2014/main" id="{C56DD4A1-26BF-EA77-1898-E1099036888D}"/>
              </a:ext>
            </a:extLst>
          </p:cNvPr>
          <p:cNvSpPr>
            <a:spLocks noGrp="1"/>
          </p:cNvSpPr>
          <p:nvPr>
            <p:ph type="body" sz="quarter" idx="29" hasCustomPrompt="1"/>
          </p:nvPr>
        </p:nvSpPr>
        <p:spPr>
          <a:xfrm>
            <a:off x="1425203" y="3384036"/>
            <a:ext cx="4577080" cy="245942"/>
          </a:xfrm>
          <a:prstGeom prst="rect">
            <a:avLst/>
          </a:prstGeom>
        </p:spPr>
        <p:txBody>
          <a:bodyPr>
            <a:noAutofit/>
          </a:bodyPr>
          <a:lstStyle>
            <a:lvl1pPr>
              <a:defRPr sz="165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de-DE"/>
              <a:t>eintragen</a:t>
            </a:r>
          </a:p>
        </p:txBody>
      </p:sp>
      <p:pic>
        <p:nvPicPr>
          <p:cNvPr id="10" name="Grafik 9">
            <a:extLst>
              <a:ext uri="{FF2B5EF4-FFF2-40B4-BE49-F238E27FC236}">
                <a16:creationId xmlns:a16="http://schemas.microsoft.com/office/drawing/2014/main" id="{F71D59A7-61D1-E55B-8C07-F48D3015832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6690" y="6020644"/>
            <a:ext cx="1752600" cy="571500"/>
          </a:xfrm>
          <a:prstGeom prst="rect">
            <a:avLst/>
          </a:prstGeom>
        </p:spPr>
      </p:pic>
    </p:spTree>
    <p:extLst>
      <p:ext uri="{BB962C8B-B14F-4D97-AF65-F5344CB8AC3E}">
        <p14:creationId xmlns:p14="http://schemas.microsoft.com/office/powerpoint/2010/main" val="2985160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Textplatzhalter 17">
            <a:extLst>
              <a:ext uri="{FF2B5EF4-FFF2-40B4-BE49-F238E27FC236}">
                <a16:creationId xmlns:a16="http://schemas.microsoft.com/office/drawing/2014/main" id="{5A3703F7-A5BB-4DFB-85ED-65A82FAD2C72}"/>
              </a:ext>
            </a:extLst>
          </p:cNvPr>
          <p:cNvSpPr>
            <a:spLocks noGrp="1"/>
          </p:cNvSpPr>
          <p:nvPr>
            <p:ph type="body" idx="1"/>
          </p:nvPr>
        </p:nvSpPr>
        <p:spPr bwMode="gray">
          <a:xfrm>
            <a:off x="295201" y="1376364"/>
            <a:ext cx="11306052" cy="4860924"/>
          </a:xfrm>
          <a:prstGeom prst="rect">
            <a:avLst/>
          </a:prstGeom>
        </p:spPr>
        <p:txBody>
          <a:bodyPr vert="horz" lIns="0" tIns="0" rIns="0" bIns="0" rtlCol="0">
            <a:noAutofit/>
          </a:bodyPr>
          <a:lstStyle/>
          <a:p>
            <a:pPr lvl="0"/>
            <a:r>
              <a:rPr lang="de-DE"/>
              <a:t>Erste Ebene - Text hinzufügen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2" name="Titelplatzhalter 1">
            <a:extLst>
              <a:ext uri="{FF2B5EF4-FFF2-40B4-BE49-F238E27FC236}">
                <a16:creationId xmlns:a16="http://schemas.microsoft.com/office/drawing/2014/main" id="{55F78664-E100-4B1A-86E5-3B48A2B90A28}"/>
              </a:ext>
            </a:extLst>
          </p:cNvPr>
          <p:cNvSpPr>
            <a:spLocks noGrp="1"/>
          </p:cNvSpPr>
          <p:nvPr>
            <p:ph type="title"/>
          </p:nvPr>
        </p:nvSpPr>
        <p:spPr bwMode="gray">
          <a:xfrm>
            <a:off x="298800" y="284400"/>
            <a:ext cx="9538800" cy="332399"/>
          </a:xfrm>
          <a:prstGeom prst="rect">
            <a:avLst/>
          </a:prstGeom>
        </p:spPr>
        <p:txBody>
          <a:bodyPr vert="horz" wrap="square" lIns="0" tIns="0" rIns="0" bIns="0" rtlCol="0" anchor="b">
            <a:spAutoFit/>
          </a:bodyPr>
          <a:lstStyle/>
          <a:p>
            <a:r>
              <a:rPr lang="de-DE"/>
              <a:t>Title</a:t>
            </a:r>
          </a:p>
        </p:txBody>
      </p:sp>
      <p:sp>
        <p:nvSpPr>
          <p:cNvPr id="6" name="Foliennummernplatzhalter 5">
            <a:extLst>
              <a:ext uri="{FF2B5EF4-FFF2-40B4-BE49-F238E27FC236}">
                <a16:creationId xmlns:a16="http://schemas.microsoft.com/office/drawing/2014/main" id="{84E5DDFB-58B0-4544-B4FC-557AAFD532FD}"/>
              </a:ext>
            </a:extLst>
          </p:cNvPr>
          <p:cNvSpPr>
            <a:spLocks noGrp="1"/>
          </p:cNvSpPr>
          <p:nvPr>
            <p:ph type="sldNum" sz="quarter" idx="4"/>
          </p:nvPr>
        </p:nvSpPr>
        <p:spPr bwMode="gray">
          <a:xfrm>
            <a:off x="5980913" y="6456528"/>
            <a:ext cx="230175" cy="138499"/>
          </a:xfrm>
          <a:prstGeom prst="rect">
            <a:avLst/>
          </a:prstGeom>
        </p:spPr>
        <p:txBody>
          <a:bodyPr vert="horz" wrap="square" lIns="0" tIns="0" rIns="0" bIns="0" rtlCol="0" anchor="ctr">
            <a:noAutofit/>
          </a:bodyPr>
          <a:lstStyle>
            <a:lvl1pPr algn="r" rtl="0">
              <a:defRPr lang="de-DE" sz="700" b="0" i="0" kern="100" spc="0" baseline="0" smtClean="0">
                <a:solidFill>
                  <a:schemeClr val="tx1"/>
                </a:solidFill>
                <a:latin typeface="+mn-lt"/>
                <a:ea typeface="+mn-ea"/>
                <a:cs typeface="+mn-cs"/>
              </a:defRPr>
            </a:lvl1pPr>
          </a:lstStyle>
          <a:p>
            <a:fld id="{BA161025-98FF-4C1D-96AB-5CF6019945BE}" type="slidenum">
              <a:rPr lang="en-US" smtClean="0"/>
              <a:pPr/>
              <a:t>‹Nr.›</a:t>
            </a:fld>
            <a:endParaRPr lang="en-US"/>
          </a:p>
        </p:txBody>
      </p:sp>
      <p:sp>
        <p:nvSpPr>
          <p:cNvPr id="9" name="TextBox 19">
            <a:extLst>
              <a:ext uri="{FF2B5EF4-FFF2-40B4-BE49-F238E27FC236}">
                <a16:creationId xmlns:a16="http://schemas.microsoft.com/office/drawing/2014/main" id="{8599B41A-696C-B427-0A23-097E859EF3D3}"/>
              </a:ext>
            </a:extLst>
          </p:cNvPr>
          <p:cNvSpPr txBox="1"/>
          <p:nvPr userDrawn="1"/>
        </p:nvSpPr>
        <p:spPr>
          <a:xfrm>
            <a:off x="295200" y="6472036"/>
            <a:ext cx="1899409" cy="10772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700" cap="none" spc="0" baseline="0" noProof="0">
                <a:solidFill>
                  <a:schemeClr val="tx1"/>
                </a:solidFill>
              </a:rPr>
              <a:t>C0 – offen | </a:t>
            </a:r>
            <a:r>
              <a:rPr lang="de-DE" sz="700" cap="none" spc="0" baseline="30000" noProof="0">
                <a:solidFill>
                  <a:schemeClr val="tx1"/>
                </a:solidFill>
              </a:rPr>
              <a:t>© </a:t>
            </a:r>
            <a:r>
              <a:rPr lang="de-DE" sz="700" cap="none" spc="0" baseline="0" noProof="0">
                <a:solidFill>
                  <a:schemeClr val="tx1"/>
                </a:solidFill>
              </a:rPr>
              <a:t>Diehl Defence 2025 </a:t>
            </a:r>
          </a:p>
        </p:txBody>
      </p:sp>
      <p:pic>
        <p:nvPicPr>
          <p:cNvPr id="3" name="Grafik 2">
            <a:extLst>
              <a:ext uri="{FF2B5EF4-FFF2-40B4-BE49-F238E27FC236}">
                <a16:creationId xmlns:a16="http://schemas.microsoft.com/office/drawing/2014/main" id="{DD90B0D6-5511-010C-EECB-9112D900127E}"/>
              </a:ext>
            </a:extLst>
          </p:cNvPr>
          <p:cNvPicPr>
            <a:picLocks noChangeAspect="1"/>
          </p:cNvPicPr>
          <p:nvPr userDrawn="1"/>
        </p:nvPicPr>
        <p:blipFill>
          <a:blip>
            <a:extLst>
              <a:ext uri="{96DAC541-7B7A-43D3-8B79-37D633B846F1}">
                <asvg:svgBlip xmlns:asvg="http://schemas.microsoft.com/office/drawing/2016/SVG/main" r:embed="rId18"/>
              </a:ext>
            </a:extLst>
          </a:blip>
          <a:srcRect/>
          <a:stretch/>
        </p:blipFill>
        <p:spPr>
          <a:xfrm>
            <a:off x="10425094" y="1"/>
            <a:ext cx="1472400" cy="895494"/>
          </a:xfrm>
          <a:prstGeom prst="rect">
            <a:avLst/>
          </a:prstGeom>
        </p:spPr>
      </p:pic>
    </p:spTree>
    <p:extLst>
      <p:ext uri="{BB962C8B-B14F-4D97-AF65-F5344CB8AC3E}">
        <p14:creationId xmlns:p14="http://schemas.microsoft.com/office/powerpoint/2010/main" val="3700523295"/>
      </p:ext>
    </p:extLst>
  </p:cSld>
  <p:clrMap bg1="lt1" tx1="dk1" bg2="lt2" tx2="dk2" accent1="accent1" accent2="accent2" accent3="accent3" accent4="accent4" accent5="accent5" accent6="accent6" hlink="hlink" folHlink="folHlink"/>
  <p:sldLayoutIdLst>
    <p:sldLayoutId id="2147483892" r:id="rId1"/>
    <p:sldLayoutId id="2147483951" r:id="rId2"/>
    <p:sldLayoutId id="2147483948" r:id="rId3"/>
    <p:sldLayoutId id="2147483980" r:id="rId4"/>
    <p:sldLayoutId id="2147483982" r:id="rId5"/>
    <p:sldLayoutId id="2147483973" r:id="rId6"/>
    <p:sldLayoutId id="2147483983" r:id="rId7"/>
    <p:sldLayoutId id="2147483975" r:id="rId8"/>
    <p:sldLayoutId id="2147483984" r:id="rId9"/>
    <p:sldLayoutId id="2147483979" r:id="rId10"/>
    <p:sldLayoutId id="2147483985" r:id="rId11"/>
    <p:sldLayoutId id="2147483981" r:id="rId12"/>
    <p:sldLayoutId id="2147483977" r:id="rId13"/>
    <p:sldLayoutId id="2147483987" r:id="rId14"/>
    <p:sldLayoutId id="2147483986" r:id="rId15"/>
    <p:sldLayoutId id="2147483978" r:id="rId16"/>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0"/>
        </a:spcAft>
        <a:buClr>
          <a:schemeClr val="tx1"/>
        </a:buClr>
        <a:buSzPct val="130000"/>
        <a:buFontTx/>
        <a:buNone/>
        <a:defRPr sz="1500" b="0" kern="1200">
          <a:solidFill>
            <a:schemeClr val="tx1"/>
          </a:solidFill>
          <a:latin typeface="+mn-lt"/>
          <a:ea typeface="+mn-ea"/>
          <a:cs typeface="+mn-cs"/>
        </a:defRPr>
      </a:lvl1pPr>
      <a:lvl2pPr marL="180000" indent="-180000" algn="l" defTabSz="914400" rtl="0" eaLnBrk="1" latinLnBrk="0" hangingPunct="1">
        <a:lnSpc>
          <a:spcPct val="100000"/>
        </a:lnSpc>
        <a:spcBef>
          <a:spcPts val="1200"/>
        </a:spcBef>
        <a:spcAft>
          <a:spcPts val="0"/>
        </a:spcAft>
        <a:buClr>
          <a:schemeClr val="tx1"/>
        </a:buClr>
        <a:buFont typeface="Tahoma" panose="020B0604030504040204" pitchFamily="34" charset="0"/>
        <a:buChar char="•"/>
        <a:defRPr lang="de-DE" sz="1500" kern="1200" dirty="0">
          <a:solidFill>
            <a:schemeClr val="tx1"/>
          </a:solidFill>
          <a:latin typeface="+mn-lt"/>
          <a:ea typeface="+mn-ea"/>
          <a:cs typeface="+mn-cs"/>
        </a:defRPr>
      </a:lvl2pPr>
      <a:lvl3pPr marL="360000" indent="-180975" algn="l" defTabSz="914400" rtl="0" eaLnBrk="1" latinLnBrk="0" hangingPunct="1">
        <a:lnSpc>
          <a:spcPct val="100000"/>
        </a:lnSpc>
        <a:spcBef>
          <a:spcPts val="12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3pPr>
      <a:lvl4pPr marL="540000" indent="-180000" algn="l" defTabSz="914400" rtl="0" eaLnBrk="1" latinLnBrk="0" hangingPunct="1">
        <a:lnSpc>
          <a:spcPct val="100000"/>
        </a:lnSpc>
        <a:spcBef>
          <a:spcPts val="600"/>
        </a:spcBef>
        <a:spcAft>
          <a:spcPts val="0"/>
        </a:spcAft>
        <a:buClr>
          <a:schemeClr val="tx1"/>
        </a:buClr>
        <a:buSzPct val="80000"/>
        <a:buFont typeface="Tahoma" panose="020B0604030504040204" pitchFamily="34" charset="0"/>
        <a:buChar char="•"/>
        <a:defRPr sz="15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5pPr>
      <a:lvl6pPr marL="900000" indent="-180000" algn="l" defTabSz="914400" rtl="0" eaLnBrk="1" latinLnBrk="0" hangingPunct="1">
        <a:lnSpc>
          <a:spcPct val="100000"/>
        </a:lnSpc>
        <a:spcBef>
          <a:spcPts val="600"/>
        </a:spcBef>
        <a:spcAft>
          <a:spcPts val="0"/>
        </a:spcAft>
        <a:buClr>
          <a:schemeClr val="tx1"/>
        </a:buClr>
        <a:buSzPct val="80000"/>
        <a:buFont typeface="Tahoma" panose="020B0604030504040204" pitchFamily="34" charset="0"/>
        <a:buChar char="•"/>
        <a:defRPr sz="1500" kern="1200">
          <a:solidFill>
            <a:schemeClr val="tx1"/>
          </a:solidFill>
          <a:latin typeface="+mn-lt"/>
          <a:ea typeface="+mn-ea"/>
          <a:cs typeface="+mn-cs"/>
        </a:defRPr>
      </a:lvl6pPr>
      <a:lvl7pPr marL="1080000" indent="-180975" algn="l" defTabSz="914400" rtl="0" eaLnBrk="1" latinLnBrk="0" hangingPunct="1">
        <a:lnSpc>
          <a:spcPct val="100000"/>
        </a:lnSpc>
        <a:spcBef>
          <a:spcPts val="6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7pPr>
      <a:lvl8pPr marL="1260000" indent="-179388" algn="l" defTabSz="914400" rtl="0" eaLnBrk="1" latinLnBrk="0" hangingPunct="1">
        <a:lnSpc>
          <a:spcPct val="100000"/>
        </a:lnSpc>
        <a:spcBef>
          <a:spcPts val="600"/>
        </a:spcBef>
        <a:spcAft>
          <a:spcPts val="0"/>
        </a:spcAft>
        <a:buClr>
          <a:schemeClr val="tx1"/>
        </a:buClr>
        <a:buSzPct val="80000"/>
        <a:buFont typeface="Tahoma" panose="020B0604030504040204" pitchFamily="34" charset="0"/>
        <a:buChar char="•"/>
        <a:tabLst>
          <a:tab pos="1527175" algn="l"/>
        </a:tabLst>
        <a:defRPr sz="1500" kern="1200">
          <a:solidFill>
            <a:schemeClr val="tx1"/>
          </a:solidFill>
          <a:latin typeface="+mn-lt"/>
          <a:ea typeface="+mn-ea"/>
          <a:cs typeface="+mn-cs"/>
        </a:defRPr>
      </a:lvl8pPr>
      <a:lvl9pPr marL="1440000" indent="-180000" algn="l" defTabSz="850900" rtl="0" eaLnBrk="1" latinLnBrk="0" hangingPunct="1">
        <a:lnSpc>
          <a:spcPct val="100000"/>
        </a:lnSpc>
        <a:spcBef>
          <a:spcPts val="6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userDrawn="1">
          <p15:clr>
            <a:srgbClr val="C35EA4"/>
          </p15:clr>
        </p15:guide>
        <p15:guide id="3" pos="7491" userDrawn="1">
          <p15:clr>
            <a:srgbClr val="C35EA4"/>
          </p15:clr>
        </p15:guide>
        <p15:guide id="5" pos="189" userDrawn="1">
          <p15:clr>
            <a:srgbClr val="C35EA4"/>
          </p15:clr>
        </p15:guide>
        <p15:guide id="6" orient="horz" pos="436" userDrawn="1">
          <p15:clr>
            <a:srgbClr val="C35EA4"/>
          </p15:clr>
        </p15:guide>
        <p15:guide id="8" orient="horz" pos="867" userDrawn="1">
          <p15:clr>
            <a:srgbClr val="C35EA4"/>
          </p15:clr>
        </p15:guide>
        <p15:guide id="9" orient="horz" pos="4042" userDrawn="1">
          <p15:clr>
            <a:srgbClr val="C35EA4"/>
          </p15:clr>
        </p15:guide>
        <p15:guide id="10" orient="horz" pos="4133" userDrawn="1">
          <p15:clr>
            <a:srgbClr val="C35EA4"/>
          </p15:clr>
        </p15:guide>
        <p15:guide id="11" pos="6992"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diagramData" Target="../diagrams/data5.xml"/><Relationship Id="rId26" Type="http://schemas.openxmlformats.org/officeDocument/2006/relationships/diagramColors" Target="../diagrams/colors6.xml"/><Relationship Id="rId3" Type="http://schemas.openxmlformats.org/officeDocument/2006/relationships/diagramData" Target="../diagrams/data2.xml"/><Relationship Id="rId21" Type="http://schemas.openxmlformats.org/officeDocument/2006/relationships/diagramColors" Target="../diagrams/colors5.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5" Type="http://schemas.openxmlformats.org/officeDocument/2006/relationships/diagramQuickStyle" Target="../diagrams/quickStyle6.xml"/><Relationship Id="rId2" Type="http://schemas.openxmlformats.org/officeDocument/2006/relationships/notesSlide" Target="../notesSlides/notesSlide23.xml"/><Relationship Id="rId16" Type="http://schemas.openxmlformats.org/officeDocument/2006/relationships/diagramColors" Target="../diagrams/colors4.xml"/><Relationship Id="rId20" Type="http://schemas.openxmlformats.org/officeDocument/2006/relationships/diagramQuickStyle" Target="../diagrams/quickStyle5.xml"/><Relationship Id="rId29" Type="http://schemas.openxmlformats.org/officeDocument/2006/relationships/diagramLayout" Target="../diagrams/layout7.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3.xml"/><Relationship Id="rId24" Type="http://schemas.openxmlformats.org/officeDocument/2006/relationships/diagramLayout" Target="../diagrams/layout6.xml"/><Relationship Id="rId32" Type="http://schemas.microsoft.com/office/2007/relationships/diagramDrawing" Target="../diagrams/drawing7.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23" Type="http://schemas.openxmlformats.org/officeDocument/2006/relationships/diagramData" Target="../diagrams/data6.xml"/><Relationship Id="rId28" Type="http://schemas.openxmlformats.org/officeDocument/2006/relationships/diagramData" Target="../diagrams/data7.xml"/><Relationship Id="rId10" Type="http://schemas.openxmlformats.org/officeDocument/2006/relationships/diagramQuickStyle" Target="../diagrams/quickStyle3.xml"/><Relationship Id="rId19" Type="http://schemas.openxmlformats.org/officeDocument/2006/relationships/diagramLayout" Target="../diagrams/layout5.xml"/><Relationship Id="rId31" Type="http://schemas.openxmlformats.org/officeDocument/2006/relationships/diagramColors" Target="../diagrams/colors7.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 Id="rId22" Type="http://schemas.microsoft.com/office/2007/relationships/diagramDrawing" Target="../diagrams/drawing5.xml"/><Relationship Id="rId27" Type="http://schemas.microsoft.com/office/2007/relationships/diagramDrawing" Target="../diagrams/drawing6.xml"/><Relationship Id="rId30"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13.xml"/><Relationship Id="rId13" Type="http://schemas.openxmlformats.org/officeDocument/2006/relationships/diagramData" Target="../diagrams/data14.xml"/><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17" Type="http://schemas.microsoft.com/office/2007/relationships/diagramDrawing" Target="../diagrams/drawing14.xml"/><Relationship Id="rId2" Type="http://schemas.openxmlformats.org/officeDocument/2006/relationships/notesSlide" Target="../notesSlides/notesSlide31.xml"/><Relationship Id="rId16" Type="http://schemas.openxmlformats.org/officeDocument/2006/relationships/diagramColors" Target="../diagrams/colors14.xml"/><Relationship Id="rId1" Type="http://schemas.openxmlformats.org/officeDocument/2006/relationships/slideLayout" Target="../slideLayouts/slideLayout4.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5" Type="http://schemas.openxmlformats.org/officeDocument/2006/relationships/diagramQuickStyle" Target="../diagrams/quickStyle14.xml"/><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 Id="rId14" Type="http://schemas.openxmlformats.org/officeDocument/2006/relationships/diagramLayout" Target="../diagrams/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diagramData" Target="../diagrams/data16.xml"/><Relationship Id="rId13" Type="http://schemas.openxmlformats.org/officeDocument/2006/relationships/diagramData" Target="../diagrams/data17.xml"/><Relationship Id="rId18" Type="http://schemas.openxmlformats.org/officeDocument/2006/relationships/diagramData" Target="../diagrams/data18.xml"/><Relationship Id="rId26" Type="http://schemas.openxmlformats.org/officeDocument/2006/relationships/diagramColors" Target="../diagrams/colors19.xml"/><Relationship Id="rId3" Type="http://schemas.openxmlformats.org/officeDocument/2006/relationships/diagramData" Target="../diagrams/data15.xml"/><Relationship Id="rId21" Type="http://schemas.openxmlformats.org/officeDocument/2006/relationships/diagramColors" Target="../diagrams/colors18.xml"/><Relationship Id="rId7" Type="http://schemas.microsoft.com/office/2007/relationships/diagramDrawing" Target="../diagrams/drawing15.xml"/><Relationship Id="rId12" Type="http://schemas.microsoft.com/office/2007/relationships/diagramDrawing" Target="../diagrams/drawing16.xml"/><Relationship Id="rId17" Type="http://schemas.microsoft.com/office/2007/relationships/diagramDrawing" Target="../diagrams/drawing17.xml"/><Relationship Id="rId25" Type="http://schemas.openxmlformats.org/officeDocument/2006/relationships/diagramQuickStyle" Target="../diagrams/quickStyle19.xml"/><Relationship Id="rId2" Type="http://schemas.openxmlformats.org/officeDocument/2006/relationships/notesSlide" Target="../notesSlides/notesSlide35.xml"/><Relationship Id="rId16" Type="http://schemas.openxmlformats.org/officeDocument/2006/relationships/diagramColors" Target="../diagrams/colors17.xml"/><Relationship Id="rId20" Type="http://schemas.openxmlformats.org/officeDocument/2006/relationships/diagramQuickStyle" Target="../diagrams/quickStyle18.xml"/><Relationship Id="rId29" Type="http://schemas.openxmlformats.org/officeDocument/2006/relationships/diagramLayout" Target="../diagrams/layout20.xml"/><Relationship Id="rId1" Type="http://schemas.openxmlformats.org/officeDocument/2006/relationships/slideLayout" Target="../slideLayouts/slideLayout4.xml"/><Relationship Id="rId6" Type="http://schemas.openxmlformats.org/officeDocument/2006/relationships/diagramColors" Target="../diagrams/colors15.xml"/><Relationship Id="rId11" Type="http://schemas.openxmlformats.org/officeDocument/2006/relationships/diagramColors" Target="../diagrams/colors16.xml"/><Relationship Id="rId24" Type="http://schemas.openxmlformats.org/officeDocument/2006/relationships/diagramLayout" Target="../diagrams/layout19.xml"/><Relationship Id="rId32" Type="http://schemas.microsoft.com/office/2007/relationships/diagramDrawing" Target="../diagrams/drawing20.xml"/><Relationship Id="rId5" Type="http://schemas.openxmlformats.org/officeDocument/2006/relationships/diagramQuickStyle" Target="../diagrams/quickStyle15.xml"/><Relationship Id="rId15" Type="http://schemas.openxmlformats.org/officeDocument/2006/relationships/diagramQuickStyle" Target="../diagrams/quickStyle17.xml"/><Relationship Id="rId23" Type="http://schemas.openxmlformats.org/officeDocument/2006/relationships/diagramData" Target="../diagrams/data19.xml"/><Relationship Id="rId28" Type="http://schemas.openxmlformats.org/officeDocument/2006/relationships/diagramData" Target="../diagrams/data20.xml"/><Relationship Id="rId10" Type="http://schemas.openxmlformats.org/officeDocument/2006/relationships/diagramQuickStyle" Target="../diagrams/quickStyle16.xml"/><Relationship Id="rId19" Type="http://schemas.openxmlformats.org/officeDocument/2006/relationships/diagramLayout" Target="../diagrams/layout18.xml"/><Relationship Id="rId31" Type="http://schemas.openxmlformats.org/officeDocument/2006/relationships/diagramColors" Target="../diagrams/colors20.xml"/><Relationship Id="rId4" Type="http://schemas.openxmlformats.org/officeDocument/2006/relationships/diagramLayout" Target="../diagrams/layout15.xml"/><Relationship Id="rId9" Type="http://schemas.openxmlformats.org/officeDocument/2006/relationships/diagramLayout" Target="../diagrams/layout16.xml"/><Relationship Id="rId14" Type="http://schemas.openxmlformats.org/officeDocument/2006/relationships/diagramLayout" Target="../diagrams/layout17.xml"/><Relationship Id="rId22" Type="http://schemas.microsoft.com/office/2007/relationships/diagramDrawing" Target="../diagrams/drawing18.xml"/><Relationship Id="rId27" Type="http://schemas.microsoft.com/office/2007/relationships/diagramDrawing" Target="../diagrams/drawing19.xml"/><Relationship Id="rId30" Type="http://schemas.openxmlformats.org/officeDocument/2006/relationships/diagramQuickStyle" Target="../diagrams/quickStyle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diagramData" Target="../diagrams/data22.xml"/><Relationship Id="rId13" Type="http://schemas.openxmlformats.org/officeDocument/2006/relationships/diagramData" Target="../diagrams/data23.xml"/><Relationship Id="rId3" Type="http://schemas.openxmlformats.org/officeDocument/2006/relationships/diagramData" Target="../diagrams/data21.xml"/><Relationship Id="rId7" Type="http://schemas.microsoft.com/office/2007/relationships/diagramDrawing" Target="../diagrams/drawing21.xml"/><Relationship Id="rId12" Type="http://schemas.microsoft.com/office/2007/relationships/diagramDrawing" Target="../diagrams/drawing22.xml"/><Relationship Id="rId17" Type="http://schemas.microsoft.com/office/2007/relationships/diagramDrawing" Target="../diagrams/drawing23.xml"/><Relationship Id="rId2" Type="http://schemas.openxmlformats.org/officeDocument/2006/relationships/notesSlide" Target="../notesSlides/notesSlide40.xml"/><Relationship Id="rId16" Type="http://schemas.openxmlformats.org/officeDocument/2006/relationships/diagramColors" Target="../diagrams/colors23.xml"/><Relationship Id="rId1" Type="http://schemas.openxmlformats.org/officeDocument/2006/relationships/slideLayout" Target="../slideLayouts/slideLayout4.xml"/><Relationship Id="rId6" Type="http://schemas.openxmlformats.org/officeDocument/2006/relationships/diagramColors" Target="../diagrams/colors21.xml"/><Relationship Id="rId11" Type="http://schemas.openxmlformats.org/officeDocument/2006/relationships/diagramColors" Target="../diagrams/colors22.xml"/><Relationship Id="rId5" Type="http://schemas.openxmlformats.org/officeDocument/2006/relationships/diagramQuickStyle" Target="../diagrams/quickStyle21.xml"/><Relationship Id="rId15" Type="http://schemas.openxmlformats.org/officeDocument/2006/relationships/diagramQuickStyle" Target="../diagrams/quickStyle23.xml"/><Relationship Id="rId10" Type="http://schemas.openxmlformats.org/officeDocument/2006/relationships/diagramQuickStyle" Target="../diagrams/quickStyle22.xml"/><Relationship Id="rId4" Type="http://schemas.openxmlformats.org/officeDocument/2006/relationships/diagramLayout" Target="../diagrams/layout21.xml"/><Relationship Id="rId9" Type="http://schemas.openxmlformats.org/officeDocument/2006/relationships/diagramLayout" Target="../diagrams/layout22.xml"/><Relationship Id="rId14" Type="http://schemas.openxmlformats.org/officeDocument/2006/relationships/diagramLayout" Target="../diagrams/layout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diagramLayout" Target="../diagrams/layout25.xml"/><Relationship Id="rId13" Type="http://schemas.openxmlformats.org/officeDocument/2006/relationships/diagramLayout" Target="../diagrams/layout26.xml"/><Relationship Id="rId3" Type="http://schemas.openxmlformats.org/officeDocument/2006/relationships/diagramLayout" Target="../diagrams/layout24.xml"/><Relationship Id="rId7" Type="http://schemas.openxmlformats.org/officeDocument/2006/relationships/diagramData" Target="../diagrams/data25.xml"/><Relationship Id="rId12" Type="http://schemas.openxmlformats.org/officeDocument/2006/relationships/diagramData" Target="../diagrams/data26.xml"/><Relationship Id="rId2" Type="http://schemas.openxmlformats.org/officeDocument/2006/relationships/diagramData" Target="../diagrams/data24.xml"/><Relationship Id="rId16" Type="http://schemas.microsoft.com/office/2007/relationships/diagramDrawing" Target="../diagrams/drawing26.xml"/><Relationship Id="rId1" Type="http://schemas.openxmlformats.org/officeDocument/2006/relationships/slideLayout" Target="../slideLayouts/slideLayout4.xml"/><Relationship Id="rId6" Type="http://schemas.microsoft.com/office/2007/relationships/diagramDrawing" Target="../diagrams/drawing24.xml"/><Relationship Id="rId11" Type="http://schemas.microsoft.com/office/2007/relationships/diagramDrawing" Target="../diagrams/drawing25.xml"/><Relationship Id="rId5" Type="http://schemas.openxmlformats.org/officeDocument/2006/relationships/diagramColors" Target="../diagrams/colors24.xml"/><Relationship Id="rId15" Type="http://schemas.openxmlformats.org/officeDocument/2006/relationships/diagramColors" Target="../diagrams/colors26.xml"/><Relationship Id="rId10" Type="http://schemas.openxmlformats.org/officeDocument/2006/relationships/diagramColors" Target="../diagrams/colors25.xml"/><Relationship Id="rId4" Type="http://schemas.openxmlformats.org/officeDocument/2006/relationships/diagramQuickStyle" Target="../diagrams/quickStyle24.xml"/><Relationship Id="rId9" Type="http://schemas.openxmlformats.org/officeDocument/2006/relationships/diagramQuickStyle" Target="../diagrams/quickStyle25.xml"/><Relationship Id="rId14" Type="http://schemas.openxmlformats.org/officeDocument/2006/relationships/diagramQuickStyle" Target="../diagrams/quickStyle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62.xml"/><Relationship Id="rId1" Type="http://schemas.openxmlformats.org/officeDocument/2006/relationships/slideLayout" Target="../slideLayouts/slideLayout4.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72.xml.rels><?xml version="1.0" encoding="UTF-8" standalone="yes"?>
<Relationships xmlns="http://schemas.openxmlformats.org/package/2006/relationships"><Relationship Id="rId8" Type="http://schemas.openxmlformats.org/officeDocument/2006/relationships/diagramData" Target="../diagrams/data32.xml"/><Relationship Id="rId13" Type="http://schemas.openxmlformats.org/officeDocument/2006/relationships/diagramData" Target="../diagrams/data33.xml"/><Relationship Id="rId18" Type="http://schemas.openxmlformats.org/officeDocument/2006/relationships/diagramData" Target="../diagrams/data34.xml"/><Relationship Id="rId26" Type="http://schemas.openxmlformats.org/officeDocument/2006/relationships/diagramColors" Target="../diagrams/colors35.xml"/><Relationship Id="rId3" Type="http://schemas.openxmlformats.org/officeDocument/2006/relationships/diagramData" Target="../diagrams/data31.xml"/><Relationship Id="rId21" Type="http://schemas.openxmlformats.org/officeDocument/2006/relationships/diagramColors" Target="../diagrams/colors34.xml"/><Relationship Id="rId7" Type="http://schemas.microsoft.com/office/2007/relationships/diagramDrawing" Target="../diagrams/drawing31.xml"/><Relationship Id="rId12" Type="http://schemas.microsoft.com/office/2007/relationships/diagramDrawing" Target="../diagrams/drawing32.xml"/><Relationship Id="rId17" Type="http://schemas.microsoft.com/office/2007/relationships/diagramDrawing" Target="../diagrams/drawing33.xml"/><Relationship Id="rId25" Type="http://schemas.openxmlformats.org/officeDocument/2006/relationships/diagramQuickStyle" Target="../diagrams/quickStyle35.xml"/><Relationship Id="rId2" Type="http://schemas.openxmlformats.org/officeDocument/2006/relationships/notesSlide" Target="../notesSlides/notesSlide63.xml"/><Relationship Id="rId16" Type="http://schemas.openxmlformats.org/officeDocument/2006/relationships/diagramColors" Target="../diagrams/colors33.xml"/><Relationship Id="rId20" Type="http://schemas.openxmlformats.org/officeDocument/2006/relationships/diagramQuickStyle" Target="../diagrams/quickStyle34.xml"/><Relationship Id="rId29" Type="http://schemas.openxmlformats.org/officeDocument/2006/relationships/diagramLayout" Target="../diagrams/layout36.xml"/><Relationship Id="rId1" Type="http://schemas.openxmlformats.org/officeDocument/2006/relationships/slideLayout" Target="../slideLayouts/slideLayout4.xml"/><Relationship Id="rId6" Type="http://schemas.openxmlformats.org/officeDocument/2006/relationships/diagramColors" Target="../diagrams/colors31.xml"/><Relationship Id="rId11" Type="http://schemas.openxmlformats.org/officeDocument/2006/relationships/diagramColors" Target="../diagrams/colors32.xml"/><Relationship Id="rId24" Type="http://schemas.openxmlformats.org/officeDocument/2006/relationships/diagramLayout" Target="../diagrams/layout35.xml"/><Relationship Id="rId32" Type="http://schemas.microsoft.com/office/2007/relationships/diagramDrawing" Target="../diagrams/drawing36.xml"/><Relationship Id="rId5" Type="http://schemas.openxmlformats.org/officeDocument/2006/relationships/diagramQuickStyle" Target="../diagrams/quickStyle31.xml"/><Relationship Id="rId15" Type="http://schemas.openxmlformats.org/officeDocument/2006/relationships/diagramQuickStyle" Target="../diagrams/quickStyle33.xml"/><Relationship Id="rId23" Type="http://schemas.openxmlformats.org/officeDocument/2006/relationships/diagramData" Target="../diagrams/data35.xml"/><Relationship Id="rId28" Type="http://schemas.openxmlformats.org/officeDocument/2006/relationships/diagramData" Target="../diagrams/data36.xml"/><Relationship Id="rId10" Type="http://schemas.openxmlformats.org/officeDocument/2006/relationships/diagramQuickStyle" Target="../diagrams/quickStyle32.xml"/><Relationship Id="rId19" Type="http://schemas.openxmlformats.org/officeDocument/2006/relationships/diagramLayout" Target="../diagrams/layout34.xml"/><Relationship Id="rId31" Type="http://schemas.openxmlformats.org/officeDocument/2006/relationships/diagramColors" Target="../diagrams/colors36.xml"/><Relationship Id="rId4" Type="http://schemas.openxmlformats.org/officeDocument/2006/relationships/diagramLayout" Target="../diagrams/layout31.xml"/><Relationship Id="rId9" Type="http://schemas.openxmlformats.org/officeDocument/2006/relationships/diagramLayout" Target="../diagrams/layout32.xml"/><Relationship Id="rId14" Type="http://schemas.openxmlformats.org/officeDocument/2006/relationships/diagramLayout" Target="../diagrams/layout33.xml"/><Relationship Id="rId22" Type="http://schemas.microsoft.com/office/2007/relationships/diagramDrawing" Target="../diagrams/drawing34.xml"/><Relationship Id="rId27" Type="http://schemas.microsoft.com/office/2007/relationships/diagramDrawing" Target="../diagrams/drawing35.xml"/><Relationship Id="rId30" Type="http://schemas.openxmlformats.org/officeDocument/2006/relationships/diagramQuickStyle" Target="../diagrams/quickStyle36.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64.xml"/><Relationship Id="rId1" Type="http://schemas.openxmlformats.org/officeDocument/2006/relationships/slideLayout" Target="../slideLayouts/slideLayout4.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65.xml"/><Relationship Id="rId1" Type="http://schemas.openxmlformats.org/officeDocument/2006/relationships/slideLayout" Target="../slideLayouts/slideLayout4.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75.xml.rels><?xml version="1.0" encoding="UTF-8" standalone="yes"?>
<Relationships xmlns="http://schemas.openxmlformats.org/package/2006/relationships"><Relationship Id="rId8" Type="http://schemas.openxmlformats.org/officeDocument/2006/relationships/diagramData" Target="../diagrams/data40.xml"/><Relationship Id="rId13" Type="http://schemas.openxmlformats.org/officeDocument/2006/relationships/diagramData" Target="../diagrams/data41.xml"/><Relationship Id="rId3" Type="http://schemas.openxmlformats.org/officeDocument/2006/relationships/diagramData" Target="../diagrams/data39.xml"/><Relationship Id="rId7" Type="http://schemas.microsoft.com/office/2007/relationships/diagramDrawing" Target="../diagrams/drawing39.xml"/><Relationship Id="rId12" Type="http://schemas.microsoft.com/office/2007/relationships/diagramDrawing" Target="../diagrams/drawing40.xml"/><Relationship Id="rId17" Type="http://schemas.microsoft.com/office/2007/relationships/diagramDrawing" Target="../diagrams/drawing41.xml"/><Relationship Id="rId2" Type="http://schemas.openxmlformats.org/officeDocument/2006/relationships/notesSlide" Target="../notesSlides/notesSlide66.xml"/><Relationship Id="rId16" Type="http://schemas.openxmlformats.org/officeDocument/2006/relationships/diagramColors" Target="../diagrams/colors41.xml"/><Relationship Id="rId1" Type="http://schemas.openxmlformats.org/officeDocument/2006/relationships/slideLayout" Target="../slideLayouts/slideLayout4.xml"/><Relationship Id="rId6" Type="http://schemas.openxmlformats.org/officeDocument/2006/relationships/diagramColors" Target="../diagrams/colors39.xml"/><Relationship Id="rId11" Type="http://schemas.openxmlformats.org/officeDocument/2006/relationships/diagramColors" Target="../diagrams/colors40.xml"/><Relationship Id="rId5" Type="http://schemas.openxmlformats.org/officeDocument/2006/relationships/diagramQuickStyle" Target="../diagrams/quickStyle39.xml"/><Relationship Id="rId15" Type="http://schemas.openxmlformats.org/officeDocument/2006/relationships/diagramQuickStyle" Target="../diagrams/quickStyle41.xml"/><Relationship Id="rId10" Type="http://schemas.openxmlformats.org/officeDocument/2006/relationships/diagramQuickStyle" Target="../diagrams/quickStyle40.xml"/><Relationship Id="rId4" Type="http://schemas.openxmlformats.org/officeDocument/2006/relationships/diagramLayout" Target="../diagrams/layout39.xml"/><Relationship Id="rId9" Type="http://schemas.openxmlformats.org/officeDocument/2006/relationships/diagramLayout" Target="../diagrams/layout40.xml"/><Relationship Id="rId14" Type="http://schemas.openxmlformats.org/officeDocument/2006/relationships/diagramLayout" Target="../diagrams/layout4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8" Type="http://schemas.openxmlformats.org/officeDocument/2006/relationships/diagramData" Target="../diagrams/data43.xml"/><Relationship Id="rId13" Type="http://schemas.openxmlformats.org/officeDocument/2006/relationships/diagramData" Target="../diagrams/data44.xml"/><Relationship Id="rId3" Type="http://schemas.openxmlformats.org/officeDocument/2006/relationships/diagramData" Target="../diagrams/data42.xml"/><Relationship Id="rId7" Type="http://schemas.microsoft.com/office/2007/relationships/diagramDrawing" Target="../diagrams/drawing42.xml"/><Relationship Id="rId12" Type="http://schemas.microsoft.com/office/2007/relationships/diagramDrawing" Target="../diagrams/drawing43.xml"/><Relationship Id="rId17" Type="http://schemas.microsoft.com/office/2007/relationships/diagramDrawing" Target="../diagrams/drawing44.xml"/><Relationship Id="rId2" Type="http://schemas.openxmlformats.org/officeDocument/2006/relationships/notesSlide" Target="../notesSlides/notesSlide71.xml"/><Relationship Id="rId16" Type="http://schemas.openxmlformats.org/officeDocument/2006/relationships/diagramColors" Target="../diagrams/colors44.xml"/><Relationship Id="rId1" Type="http://schemas.openxmlformats.org/officeDocument/2006/relationships/slideLayout" Target="../slideLayouts/slideLayout4.xml"/><Relationship Id="rId6" Type="http://schemas.openxmlformats.org/officeDocument/2006/relationships/diagramColors" Target="../diagrams/colors42.xml"/><Relationship Id="rId11" Type="http://schemas.openxmlformats.org/officeDocument/2006/relationships/diagramColors" Target="../diagrams/colors43.xml"/><Relationship Id="rId5" Type="http://schemas.openxmlformats.org/officeDocument/2006/relationships/diagramQuickStyle" Target="../diagrams/quickStyle42.xml"/><Relationship Id="rId15" Type="http://schemas.openxmlformats.org/officeDocument/2006/relationships/diagramQuickStyle" Target="../diagrams/quickStyle44.xml"/><Relationship Id="rId10" Type="http://schemas.openxmlformats.org/officeDocument/2006/relationships/diagramQuickStyle" Target="../diagrams/quickStyle43.xml"/><Relationship Id="rId4" Type="http://schemas.openxmlformats.org/officeDocument/2006/relationships/diagramLayout" Target="../diagrams/layout42.xml"/><Relationship Id="rId9" Type="http://schemas.openxmlformats.org/officeDocument/2006/relationships/diagramLayout" Target="../diagrams/layout43.xml"/><Relationship Id="rId14" Type="http://schemas.openxmlformats.org/officeDocument/2006/relationships/diagramLayout" Target="../diagrams/layout4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607EEA12-8577-9673-943A-B8B87CA18C68}"/>
              </a:ext>
            </a:extLst>
          </p:cNvPr>
          <p:cNvSpPr>
            <a:spLocks noGrp="1"/>
          </p:cNvSpPr>
          <p:nvPr>
            <p:ph type="body" sz="quarter" idx="12"/>
          </p:nvPr>
        </p:nvSpPr>
        <p:spPr/>
        <p:txBody>
          <a:bodyPr/>
          <a:lstStyle/>
          <a:p>
            <a:r>
              <a:rPr lang="de-DE"/>
              <a:t>Überlingen, 07.09.2026</a:t>
            </a:r>
          </a:p>
        </p:txBody>
      </p:sp>
      <p:sp>
        <p:nvSpPr>
          <p:cNvPr id="3" name="Textplatzhalter 2">
            <a:extLst>
              <a:ext uri="{FF2B5EF4-FFF2-40B4-BE49-F238E27FC236}">
                <a16:creationId xmlns:a16="http://schemas.microsoft.com/office/drawing/2014/main" id="{D8BCD8C8-20E1-5673-00B2-D3AAA6EDD6E2}"/>
              </a:ext>
            </a:extLst>
          </p:cNvPr>
          <p:cNvSpPr>
            <a:spLocks noGrp="1"/>
          </p:cNvSpPr>
          <p:nvPr>
            <p:ph type="body" sz="quarter" idx="13"/>
          </p:nvPr>
        </p:nvSpPr>
        <p:spPr/>
        <p:txBody>
          <a:bodyPr/>
          <a:lstStyle/>
          <a:p>
            <a:r>
              <a:rPr lang="de-DE"/>
              <a:t>Patrick Wingert, DBDUT-II</a:t>
            </a:r>
          </a:p>
        </p:txBody>
      </p:sp>
      <p:sp>
        <p:nvSpPr>
          <p:cNvPr id="1003" name="DefenceGPT und InnoHub Integration mit RAG und MCP">
            <a:extLst>
              <a:ext uri="{FF2B5EF4-FFF2-40B4-BE49-F238E27FC236}">
                <a16:creationId xmlns:a16="http://schemas.microsoft.com/office/drawing/2014/main" id="{BBB2BFC9-BFE3-4DA0-A248-B7F79AFBE038}"/>
              </a:ext>
            </a:extLst>
          </p:cNvPr>
          <p:cNvSpPr>
            <a:spLocks noGrp="1"/>
          </p:cNvSpPr>
          <p:nvPr/>
        </p:nvSpPr>
        <p:spPr>
          <a:xfrm>
            <a:off x="733425" y="2914650"/>
            <a:ext cx="9525000" cy="952500"/>
          </a:xfrm>
          <a:prstGeom prst="rect">
            <a:avLst/>
          </a:prstGeom>
          <a:noFill/>
          <a:ln w="0">
            <a:noFill/>
          </a:ln>
        </p:spPr>
        <p:txBody>
          <a:bodyPr wrap="square" lIns="0" tIns="0" rIns="0" bIns="0" anchor="t">
            <a:noAutofit/>
          </a:bodyPr>
          <a:lstStyle/>
          <a:p>
            <a:pPr algn="l">
              <a:defRPr sz="2550" b="1">
                <a:solidFill>
                  <a:srgbClr val="FFFFFF"/>
                </a:solidFill>
                <a:latin typeface="Arial"/>
                <a:ea typeface="Arial"/>
                <a:cs typeface="Arial"/>
              </a:defRPr>
            </a:pPr>
            <a:r>
              <a:rPr sz="2550" b="1">
                <a:solidFill>
                  <a:srgbClr val="FFFFFF"/>
                </a:solidFill>
                <a:latin typeface="Arial"/>
                <a:ea typeface="Arial"/>
                <a:cs typeface="Arial"/>
              </a:rPr>
              <a:t>DefenceGPT und InnoHub</a:t>
            </a:r>
          </a:p>
          <a:p>
            <a:pPr algn="l">
              <a:defRPr sz="2550" b="1">
                <a:solidFill>
                  <a:srgbClr val="FFFFFF"/>
                </a:solidFill>
                <a:latin typeface="Arial"/>
                <a:ea typeface="Arial"/>
                <a:cs typeface="Arial"/>
              </a:defRPr>
            </a:pPr>
            <a:r>
              <a:rPr sz="2550" b="1">
                <a:solidFill>
                  <a:srgbClr val="FFFFFF"/>
                </a:solidFill>
                <a:latin typeface="Arial"/>
                <a:ea typeface="Arial"/>
                <a:cs typeface="Arial"/>
              </a:rPr>
              <a:t>Integration mit RAG und MCP</a:t>
            </a:r>
          </a:p>
        </p:txBody>
      </p:sp>
      <p:sp>
        <p:nvSpPr>
          <p:cNvPr id="1002" name="Grundlagen und Architekturvorschlag">
            <a:extLst>
              <a:ext uri="{FF2B5EF4-FFF2-40B4-BE49-F238E27FC236}">
                <a16:creationId xmlns:a16="http://schemas.microsoft.com/office/drawing/2014/main" id="{BF2FA84B-A31F-49BE-B7EB-248F00773C7A}"/>
              </a:ext>
            </a:extLst>
          </p:cNvPr>
          <p:cNvSpPr>
            <a:spLocks noGrp="1"/>
          </p:cNvSpPr>
          <p:nvPr/>
        </p:nvSpPr>
        <p:spPr>
          <a:xfrm>
            <a:off x="733425" y="4286250"/>
            <a:ext cx="9048750" cy="476250"/>
          </a:xfrm>
          <a:prstGeom prst="rect">
            <a:avLst/>
          </a:prstGeom>
          <a:noFill/>
          <a:ln w="0">
            <a:noFill/>
          </a:ln>
        </p:spPr>
        <p:txBody>
          <a:bodyPr wrap="square" lIns="0" tIns="0" rIns="0" bIns="0" anchor="t">
            <a:noAutofit/>
          </a:bodyPr>
          <a:lstStyle/>
          <a:p>
            <a:pPr algn="l">
              <a:defRPr sz="1950" b="0">
                <a:solidFill>
                  <a:srgbClr val="FFFFFF"/>
                </a:solidFill>
                <a:latin typeface="Arial"/>
                <a:ea typeface="Arial"/>
                <a:cs typeface="Arial"/>
              </a:defRPr>
            </a:pPr>
            <a:r>
              <a:rPr sz="1950" b="0">
                <a:solidFill>
                  <a:srgbClr val="FFFFFF"/>
                </a:solidFill>
                <a:latin typeface="Arial"/>
                <a:ea typeface="Arial"/>
                <a:cs typeface="Arial"/>
              </a:rPr>
              <a:t>Grundlagen und Architekturvorschlag</a:t>
            </a:r>
          </a:p>
        </p:txBody>
      </p:sp>
    </p:spTree>
    <p:extLst>
      <p:ext uri="{BB962C8B-B14F-4D97-AF65-F5344CB8AC3E}">
        <p14:creationId xmlns:p14="http://schemas.microsoft.com/office/powerpoint/2010/main" val="3946527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a:t>
            </a:fld>
            <a:endParaRPr lang="en-US"/>
          </a:p>
        </p:txBody>
      </p:sp>
      <p:sp>
        <p:nvSpPr>
          <p:cNvPr id="1018" name="Ziel und Ablauf">
            <a:extLst>
              <a:ext uri="{FF2B5EF4-FFF2-40B4-BE49-F238E27FC236}">
                <a16:creationId xmlns:a16="http://schemas.microsoft.com/office/drawing/2014/main" id="{5E2BC4B7-947F-4F60-986D-3981EF46097F}"/>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Ziel und Ablauf</a:t>
            </a:r>
          </a:p>
        </p:txBody>
      </p:sp>
      <p:sp>
        <p:nvSpPr>
          <p:cNvPr id="1005" name="01">
            <a:extLst>
              <a:ext uri="{FF2B5EF4-FFF2-40B4-BE49-F238E27FC236}">
                <a16:creationId xmlns:a16="http://schemas.microsoft.com/office/drawing/2014/main" id="{208850E8-C1BB-43C1-AF8B-D36F3AEEE111}"/>
              </a:ext>
            </a:extLst>
          </p:cNvPr>
          <p:cNvSpPr>
            <a:spLocks noGrp="1"/>
          </p:cNvSpPr>
          <p:nvPr/>
        </p:nvSpPr>
        <p:spPr>
          <a:xfrm>
            <a:off x="1070093" y="2643952"/>
            <a:ext cx="571500" cy="409575"/>
          </a:xfrm>
          <a:prstGeom prst="rect">
            <a:avLst/>
          </a:prstGeom>
          <a:noFill/>
          <a:ln w="0">
            <a:noFill/>
          </a:ln>
        </p:spPr>
        <p:txBody>
          <a:bodyPr wrap="square" lIns="0" tIns="0" rIns="0" bIns="0" anchor="t">
            <a:noAutofit/>
          </a:bodyPr>
          <a:lstStyle/>
          <a:p>
            <a:pPr algn="l">
              <a:defRPr sz="2250" b="1">
                <a:solidFill>
                  <a:srgbClr val="6193CD"/>
                </a:solidFill>
                <a:latin typeface="Arial"/>
                <a:ea typeface="Arial"/>
                <a:cs typeface="Arial"/>
              </a:defRPr>
            </a:pPr>
            <a:r>
              <a:rPr sz="2250" b="1">
                <a:solidFill>
                  <a:srgbClr val="6193CD"/>
                </a:solidFill>
                <a:latin typeface="Arial"/>
                <a:ea typeface="Arial"/>
                <a:cs typeface="Arial"/>
              </a:rPr>
              <a:t>01</a:t>
            </a:r>
          </a:p>
        </p:txBody>
      </p:sp>
      <p:sp>
        <p:nvSpPr>
          <p:cNvPr id="1006" name="Einstieg und Zielbild">
            <a:extLst>
              <a:ext uri="{FF2B5EF4-FFF2-40B4-BE49-F238E27FC236}">
                <a16:creationId xmlns:a16="http://schemas.microsoft.com/office/drawing/2014/main" id="{215E14D9-9CF4-4378-969F-2DF4B45FD306}"/>
              </a:ext>
            </a:extLst>
          </p:cNvPr>
          <p:cNvSpPr>
            <a:spLocks noGrp="1"/>
          </p:cNvSpPr>
          <p:nvPr/>
        </p:nvSpPr>
        <p:spPr>
          <a:xfrm>
            <a:off x="1832093" y="2643952"/>
            <a:ext cx="4429125" cy="447675"/>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Einstieg und Zielbild</a:t>
            </a:r>
          </a:p>
        </p:txBody>
      </p:sp>
      <p:sp>
        <p:nvSpPr>
          <p:cNvPr id="1007" name="02">
            <a:extLst>
              <a:ext uri="{FF2B5EF4-FFF2-40B4-BE49-F238E27FC236}">
                <a16:creationId xmlns:a16="http://schemas.microsoft.com/office/drawing/2014/main" id="{25CB3A2E-9AE7-4369-9645-A799896506C7}"/>
              </a:ext>
            </a:extLst>
          </p:cNvPr>
          <p:cNvSpPr>
            <a:spLocks noGrp="1"/>
          </p:cNvSpPr>
          <p:nvPr/>
        </p:nvSpPr>
        <p:spPr>
          <a:xfrm>
            <a:off x="1070093" y="3444052"/>
            <a:ext cx="571500" cy="409575"/>
          </a:xfrm>
          <a:prstGeom prst="rect">
            <a:avLst/>
          </a:prstGeom>
          <a:noFill/>
          <a:ln w="0">
            <a:noFill/>
          </a:ln>
        </p:spPr>
        <p:txBody>
          <a:bodyPr wrap="square" lIns="0" tIns="0" rIns="0" bIns="0" anchor="t">
            <a:noAutofit/>
          </a:bodyPr>
          <a:lstStyle/>
          <a:p>
            <a:pPr algn="l">
              <a:defRPr sz="2250" b="1">
                <a:solidFill>
                  <a:srgbClr val="6193CD"/>
                </a:solidFill>
                <a:latin typeface="Arial"/>
                <a:ea typeface="Arial"/>
                <a:cs typeface="Arial"/>
              </a:defRPr>
            </a:pPr>
            <a:r>
              <a:rPr sz="2250" b="1">
                <a:solidFill>
                  <a:srgbClr val="6193CD"/>
                </a:solidFill>
                <a:latin typeface="Arial"/>
                <a:ea typeface="Arial"/>
                <a:cs typeface="Arial"/>
              </a:rPr>
              <a:t>02</a:t>
            </a:r>
          </a:p>
        </p:txBody>
      </p:sp>
      <p:sp>
        <p:nvSpPr>
          <p:cNvPr id="1008" name="LLM-Grundlagen">
            <a:extLst>
              <a:ext uri="{FF2B5EF4-FFF2-40B4-BE49-F238E27FC236}">
                <a16:creationId xmlns:a16="http://schemas.microsoft.com/office/drawing/2014/main" id="{E3D12CFF-F274-4161-A103-317F572E7BF2}"/>
              </a:ext>
            </a:extLst>
          </p:cNvPr>
          <p:cNvSpPr>
            <a:spLocks noGrp="1"/>
          </p:cNvSpPr>
          <p:nvPr/>
        </p:nvSpPr>
        <p:spPr>
          <a:xfrm>
            <a:off x="1832093" y="3444052"/>
            <a:ext cx="4429125" cy="447675"/>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LLM-Grundlagen</a:t>
            </a:r>
          </a:p>
        </p:txBody>
      </p:sp>
      <p:sp>
        <p:nvSpPr>
          <p:cNvPr id="1009" name="03">
            <a:extLst>
              <a:ext uri="{FF2B5EF4-FFF2-40B4-BE49-F238E27FC236}">
                <a16:creationId xmlns:a16="http://schemas.microsoft.com/office/drawing/2014/main" id="{7988CB9C-3582-4011-8E67-D78065D898A5}"/>
              </a:ext>
            </a:extLst>
          </p:cNvPr>
          <p:cNvSpPr>
            <a:spLocks noGrp="1"/>
          </p:cNvSpPr>
          <p:nvPr/>
        </p:nvSpPr>
        <p:spPr>
          <a:xfrm>
            <a:off x="1070093" y="4244152"/>
            <a:ext cx="571500" cy="409575"/>
          </a:xfrm>
          <a:prstGeom prst="rect">
            <a:avLst/>
          </a:prstGeom>
          <a:noFill/>
          <a:ln w="0">
            <a:noFill/>
          </a:ln>
        </p:spPr>
        <p:txBody>
          <a:bodyPr wrap="square" lIns="0" tIns="0" rIns="0" bIns="0" anchor="t">
            <a:noAutofit/>
          </a:bodyPr>
          <a:lstStyle/>
          <a:p>
            <a:pPr algn="l">
              <a:defRPr sz="2250" b="1">
                <a:solidFill>
                  <a:srgbClr val="6193CD"/>
                </a:solidFill>
                <a:latin typeface="Arial"/>
                <a:ea typeface="Arial"/>
                <a:cs typeface="Arial"/>
              </a:defRPr>
            </a:pPr>
            <a:r>
              <a:rPr sz="2250" b="1">
                <a:solidFill>
                  <a:srgbClr val="6193CD"/>
                </a:solidFill>
                <a:latin typeface="Arial"/>
                <a:ea typeface="Arial"/>
                <a:cs typeface="Arial"/>
              </a:rPr>
              <a:t>03</a:t>
            </a:r>
          </a:p>
        </p:txBody>
      </p:sp>
      <p:sp>
        <p:nvSpPr>
          <p:cNvPr id="1010" name="Daten und Retrieval">
            <a:extLst>
              <a:ext uri="{FF2B5EF4-FFF2-40B4-BE49-F238E27FC236}">
                <a16:creationId xmlns:a16="http://schemas.microsoft.com/office/drawing/2014/main" id="{EAEF85CF-2ABC-4E27-A200-7EB3EEC483C5}"/>
              </a:ext>
            </a:extLst>
          </p:cNvPr>
          <p:cNvSpPr>
            <a:spLocks noGrp="1"/>
          </p:cNvSpPr>
          <p:nvPr/>
        </p:nvSpPr>
        <p:spPr>
          <a:xfrm>
            <a:off x="1832093" y="4244152"/>
            <a:ext cx="4429125" cy="447675"/>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Daten und Retrieval</a:t>
            </a:r>
          </a:p>
        </p:txBody>
      </p:sp>
      <p:sp>
        <p:nvSpPr>
          <p:cNvPr id="1011" name="04">
            <a:extLst>
              <a:ext uri="{FF2B5EF4-FFF2-40B4-BE49-F238E27FC236}">
                <a16:creationId xmlns:a16="http://schemas.microsoft.com/office/drawing/2014/main" id="{22324F2D-B164-468A-B3B5-532630932948}"/>
              </a:ext>
            </a:extLst>
          </p:cNvPr>
          <p:cNvSpPr>
            <a:spLocks noGrp="1"/>
          </p:cNvSpPr>
          <p:nvPr/>
        </p:nvSpPr>
        <p:spPr>
          <a:xfrm>
            <a:off x="6737468" y="2643952"/>
            <a:ext cx="571500" cy="409575"/>
          </a:xfrm>
          <a:prstGeom prst="rect">
            <a:avLst/>
          </a:prstGeom>
          <a:noFill/>
          <a:ln w="0">
            <a:noFill/>
          </a:ln>
        </p:spPr>
        <p:txBody>
          <a:bodyPr wrap="square" lIns="0" tIns="0" rIns="0" bIns="0" anchor="t">
            <a:noAutofit/>
          </a:bodyPr>
          <a:lstStyle/>
          <a:p>
            <a:pPr algn="l">
              <a:defRPr sz="2250" b="1">
                <a:solidFill>
                  <a:srgbClr val="6193CD"/>
                </a:solidFill>
                <a:latin typeface="Arial"/>
                <a:ea typeface="Arial"/>
                <a:cs typeface="Arial"/>
              </a:defRPr>
            </a:pPr>
            <a:r>
              <a:rPr sz="2250" b="1">
                <a:solidFill>
                  <a:srgbClr val="6193CD"/>
                </a:solidFill>
                <a:latin typeface="Arial"/>
                <a:ea typeface="Arial"/>
                <a:cs typeface="Arial"/>
              </a:rPr>
              <a:t>04</a:t>
            </a:r>
          </a:p>
        </p:txBody>
      </p:sp>
      <p:sp>
        <p:nvSpPr>
          <p:cNvPr id="1012" name="Integration und MCP">
            <a:extLst>
              <a:ext uri="{FF2B5EF4-FFF2-40B4-BE49-F238E27FC236}">
                <a16:creationId xmlns:a16="http://schemas.microsoft.com/office/drawing/2014/main" id="{075EC5A7-1415-4739-840F-1DE781CD201C}"/>
              </a:ext>
            </a:extLst>
          </p:cNvPr>
          <p:cNvSpPr>
            <a:spLocks noGrp="1"/>
          </p:cNvSpPr>
          <p:nvPr/>
        </p:nvSpPr>
        <p:spPr>
          <a:xfrm>
            <a:off x="7499468" y="2643952"/>
            <a:ext cx="4429125" cy="447675"/>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Integration und MCP</a:t>
            </a:r>
          </a:p>
        </p:txBody>
      </p:sp>
      <p:sp>
        <p:nvSpPr>
          <p:cNvPr id="1013" name="05">
            <a:extLst>
              <a:ext uri="{FF2B5EF4-FFF2-40B4-BE49-F238E27FC236}">
                <a16:creationId xmlns:a16="http://schemas.microsoft.com/office/drawing/2014/main" id="{FB7DC585-5C60-41C1-A81D-AEFEEB8E8DC8}"/>
              </a:ext>
            </a:extLst>
          </p:cNvPr>
          <p:cNvSpPr>
            <a:spLocks noGrp="1"/>
          </p:cNvSpPr>
          <p:nvPr/>
        </p:nvSpPr>
        <p:spPr>
          <a:xfrm>
            <a:off x="6737468" y="3444052"/>
            <a:ext cx="571500" cy="409575"/>
          </a:xfrm>
          <a:prstGeom prst="rect">
            <a:avLst/>
          </a:prstGeom>
          <a:noFill/>
          <a:ln w="0">
            <a:noFill/>
          </a:ln>
        </p:spPr>
        <p:txBody>
          <a:bodyPr wrap="square" lIns="0" tIns="0" rIns="0" bIns="0" anchor="t">
            <a:noAutofit/>
          </a:bodyPr>
          <a:lstStyle/>
          <a:p>
            <a:pPr algn="l">
              <a:defRPr sz="2250" b="1">
                <a:solidFill>
                  <a:srgbClr val="6193CD"/>
                </a:solidFill>
                <a:latin typeface="Arial"/>
                <a:ea typeface="Arial"/>
                <a:cs typeface="Arial"/>
              </a:defRPr>
            </a:pPr>
            <a:r>
              <a:rPr sz="2250" b="1">
                <a:solidFill>
                  <a:srgbClr val="6193CD"/>
                </a:solidFill>
                <a:latin typeface="Arial"/>
                <a:ea typeface="Arial"/>
                <a:cs typeface="Arial"/>
              </a:rPr>
              <a:t>05</a:t>
            </a:r>
          </a:p>
        </p:txBody>
      </p:sp>
      <p:sp>
        <p:nvSpPr>
          <p:cNvPr id="1014" name="Architektur und Nutzen">
            <a:extLst>
              <a:ext uri="{FF2B5EF4-FFF2-40B4-BE49-F238E27FC236}">
                <a16:creationId xmlns:a16="http://schemas.microsoft.com/office/drawing/2014/main" id="{229F1206-1D2F-46D6-8D18-E10449AADD6A}"/>
              </a:ext>
            </a:extLst>
          </p:cNvPr>
          <p:cNvSpPr>
            <a:spLocks noGrp="1"/>
          </p:cNvSpPr>
          <p:nvPr/>
        </p:nvSpPr>
        <p:spPr>
          <a:xfrm>
            <a:off x="7499468" y="3444052"/>
            <a:ext cx="4429125" cy="447675"/>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Architektur und Nutzen</a:t>
            </a:r>
          </a:p>
        </p:txBody>
      </p:sp>
      <p:sp>
        <p:nvSpPr>
          <p:cNvPr id="1015" name="06">
            <a:extLst>
              <a:ext uri="{FF2B5EF4-FFF2-40B4-BE49-F238E27FC236}">
                <a16:creationId xmlns:a16="http://schemas.microsoft.com/office/drawing/2014/main" id="{FEAAD671-B22E-40B9-80DB-5E9D7732B35F}"/>
              </a:ext>
            </a:extLst>
          </p:cNvPr>
          <p:cNvSpPr>
            <a:spLocks noGrp="1"/>
          </p:cNvSpPr>
          <p:nvPr/>
        </p:nvSpPr>
        <p:spPr>
          <a:xfrm>
            <a:off x="6737468" y="4244152"/>
            <a:ext cx="571500" cy="409575"/>
          </a:xfrm>
          <a:prstGeom prst="rect">
            <a:avLst/>
          </a:prstGeom>
          <a:noFill/>
          <a:ln w="0">
            <a:noFill/>
          </a:ln>
        </p:spPr>
        <p:txBody>
          <a:bodyPr wrap="square" lIns="0" tIns="0" rIns="0" bIns="0" anchor="t">
            <a:noAutofit/>
          </a:bodyPr>
          <a:lstStyle/>
          <a:p>
            <a:pPr algn="l">
              <a:defRPr sz="2250" b="1">
                <a:solidFill>
                  <a:srgbClr val="6193CD"/>
                </a:solidFill>
                <a:latin typeface="Arial"/>
                <a:ea typeface="Arial"/>
                <a:cs typeface="Arial"/>
              </a:defRPr>
            </a:pPr>
            <a:r>
              <a:rPr sz="2250" b="1">
                <a:solidFill>
                  <a:srgbClr val="6193CD"/>
                </a:solidFill>
                <a:latin typeface="Arial"/>
                <a:ea typeface="Arial"/>
                <a:cs typeface="Arial"/>
              </a:rPr>
              <a:t>06</a:t>
            </a:r>
          </a:p>
        </p:txBody>
      </p:sp>
      <p:sp>
        <p:nvSpPr>
          <p:cNvPr id="1016" name="Evaluation und Umsetzung">
            <a:extLst>
              <a:ext uri="{FF2B5EF4-FFF2-40B4-BE49-F238E27FC236}">
                <a16:creationId xmlns:a16="http://schemas.microsoft.com/office/drawing/2014/main" id="{FD295994-3406-4A26-9E0F-3E77045A7399}"/>
              </a:ext>
            </a:extLst>
          </p:cNvPr>
          <p:cNvSpPr>
            <a:spLocks noGrp="1"/>
          </p:cNvSpPr>
          <p:nvPr/>
        </p:nvSpPr>
        <p:spPr>
          <a:xfrm>
            <a:off x="7499468" y="4244152"/>
            <a:ext cx="4429125" cy="447675"/>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Evaluation und Umsetzung</a:t>
            </a:r>
          </a:p>
        </p:txBody>
      </p:sp>
    </p:spTree>
    <p:extLst>
      <p:ext uri="{BB962C8B-B14F-4D97-AF65-F5344CB8AC3E}">
        <p14:creationId xmlns:p14="http://schemas.microsoft.com/office/powerpoint/2010/main" val="1408768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Pilot und möglicher Ausbau</a:t>
            </a:r>
          </a:p>
        </p:txBody>
      </p:sp>
      <p:sp>
        <p:nvSpPr>
          <p:cNvPr id="16" name="Freihandform: Form 15">
            <a:extLst>
              <a:ext uri="{FF2B5EF4-FFF2-40B4-BE49-F238E27FC236}">
                <a16:creationId xmlns:a16="http://schemas.microsoft.com/office/drawing/2014/main" id="{364732A2-E6B7-F91D-DAFE-7E70CAF0152C}"/>
              </a:ext>
            </a:extLst>
          </p:cNvPr>
          <p:cNvSpPr/>
          <p:nvPr/>
        </p:nvSpPr>
        <p:spPr>
          <a:xfrm>
            <a:off x="282808" y="2226142"/>
            <a:ext cx="2931171" cy="2405714"/>
          </a:xfrm>
          <a:custGeom>
            <a:avLst/>
            <a:gdLst>
              <a:gd name="connsiteX0" fmla="*/ 0 w 2801456"/>
              <a:gd name="connsiteY0" fmla="*/ 240571 h 2405714"/>
              <a:gd name="connsiteX1" fmla="*/ 240571 w 2801456"/>
              <a:gd name="connsiteY1" fmla="*/ 0 h 2405714"/>
              <a:gd name="connsiteX2" fmla="*/ 2560885 w 2801456"/>
              <a:gd name="connsiteY2" fmla="*/ 0 h 2405714"/>
              <a:gd name="connsiteX3" fmla="*/ 2801456 w 2801456"/>
              <a:gd name="connsiteY3" fmla="*/ 240571 h 2405714"/>
              <a:gd name="connsiteX4" fmla="*/ 2801456 w 2801456"/>
              <a:gd name="connsiteY4" fmla="*/ 2165143 h 2405714"/>
              <a:gd name="connsiteX5" fmla="*/ 2560885 w 2801456"/>
              <a:gd name="connsiteY5" fmla="*/ 2405714 h 2405714"/>
              <a:gd name="connsiteX6" fmla="*/ 240571 w 2801456"/>
              <a:gd name="connsiteY6" fmla="*/ 2405714 h 2405714"/>
              <a:gd name="connsiteX7" fmla="*/ 0 w 2801456"/>
              <a:gd name="connsiteY7" fmla="*/ 2165143 h 2405714"/>
              <a:gd name="connsiteX8" fmla="*/ 0 w 2801456"/>
              <a:gd name="connsiteY8" fmla="*/ 240571 h 240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1456" h="2405714">
                <a:moveTo>
                  <a:pt x="0" y="240571"/>
                </a:moveTo>
                <a:cubicBezTo>
                  <a:pt x="0" y="107707"/>
                  <a:pt x="107707" y="0"/>
                  <a:pt x="240571" y="0"/>
                </a:cubicBezTo>
                <a:lnTo>
                  <a:pt x="2560885" y="0"/>
                </a:lnTo>
                <a:cubicBezTo>
                  <a:pt x="2693749" y="0"/>
                  <a:pt x="2801456" y="107707"/>
                  <a:pt x="2801456" y="240571"/>
                </a:cubicBezTo>
                <a:lnTo>
                  <a:pt x="2801456" y="2165143"/>
                </a:lnTo>
                <a:cubicBezTo>
                  <a:pt x="2801456" y="2298007"/>
                  <a:pt x="2693749" y="2405714"/>
                  <a:pt x="2560885" y="2405714"/>
                </a:cubicBezTo>
                <a:lnTo>
                  <a:pt x="240571" y="2405714"/>
                </a:lnTo>
                <a:cubicBezTo>
                  <a:pt x="107707" y="2405714"/>
                  <a:pt x="0" y="2298007"/>
                  <a:pt x="0" y="2165143"/>
                </a:cubicBezTo>
                <a:lnTo>
                  <a:pt x="0" y="240571"/>
                </a:lnTo>
                <a:close/>
              </a:path>
            </a:pathLst>
          </a:custGeom>
        </p:spPr>
        <p:style>
          <a:lnRef idx="2">
            <a:schemeClr val="lt1">
              <a:hueOff val="0"/>
              <a:satOff val="0"/>
              <a:lumOff val="0"/>
              <a:alphaOff val="0"/>
            </a:schemeClr>
          </a:lnRef>
          <a:fillRef idx="1">
            <a:schemeClr val="accent1">
              <a:shade val="80000"/>
              <a:hueOff val="0"/>
              <a:satOff val="0"/>
              <a:lumOff val="0"/>
              <a:alphaOff val="0"/>
            </a:schemeClr>
          </a:fillRef>
          <a:effectRef idx="0">
            <a:schemeClr val="accent1">
              <a:shade val="80000"/>
              <a:hueOff val="0"/>
              <a:satOff val="0"/>
              <a:lumOff val="0"/>
              <a:alphaOff val="0"/>
            </a:schemeClr>
          </a:effectRef>
          <a:fontRef idx="minor">
            <a:schemeClr val="lt1"/>
          </a:fontRef>
        </p:style>
        <p:txBody>
          <a:bodyPr spcFirstLastPara="0" vert="horz" wrap="square" lIns="131421" tIns="131421" rIns="131421" bIns="131421" numCol="1" spcCol="1270" anchor="t" anchorCtr="0">
            <a:noAutofit/>
          </a:bodyPr>
          <a:lstStyle/>
          <a:p>
            <a:pPr marL="0" lvl="0" indent="0" algn="ctr" defTabSz="800100">
              <a:lnSpc>
                <a:spcPct val="90000"/>
              </a:lnSpc>
              <a:spcBef>
                <a:spcPct val="0"/>
              </a:spcBef>
              <a:spcAft>
                <a:spcPct val="35000"/>
              </a:spcAft>
              <a:buNone/>
            </a:pPr>
            <a:r>
              <a:rPr lang="de-DE" sz="1800" kern="1200"/>
              <a:t>Heute</a:t>
            </a:r>
          </a:p>
          <a:p>
            <a:pPr marL="171450" lvl="1" indent="-171450" algn="ctr" defTabSz="711200">
              <a:lnSpc>
                <a:spcPct val="90000"/>
              </a:lnSpc>
              <a:spcBef>
                <a:spcPct val="0"/>
              </a:spcBef>
              <a:spcAft>
                <a:spcPct val="15000"/>
              </a:spcAft>
              <a:buNone/>
            </a:pPr>
            <a:r>
              <a:rPr lang="de-DE" sz="1600" b="1" kern="1200"/>
              <a:t>LLM mit internem Wissen</a:t>
            </a:r>
          </a:p>
          <a:p>
            <a:pPr marL="228600" lvl="2" indent="-114300" algn="l" defTabSz="622300">
              <a:lnSpc>
                <a:spcPct val="90000"/>
              </a:lnSpc>
              <a:spcBef>
                <a:spcPct val="0"/>
              </a:spcBef>
              <a:spcAft>
                <a:spcPct val="15000"/>
              </a:spcAft>
              <a:buChar char="•"/>
            </a:pPr>
            <a:endParaRPr lang="de-DE" sz="1400" kern="1200"/>
          </a:p>
          <a:p>
            <a:pPr marL="285750" indent="-285750">
              <a:buFont typeface="Arial" panose="020B0604020202020204" pitchFamily="34" charset="0"/>
              <a:buChar char="•"/>
            </a:pPr>
            <a:r>
              <a:rPr lang="de-DE" sz="1400"/>
              <a:t>Texte verstehen und erzeugen</a:t>
            </a:r>
          </a:p>
          <a:p>
            <a:pPr marL="285750" indent="-285750">
              <a:buFont typeface="Arial" panose="020B0604020202020204" pitchFamily="34" charset="0"/>
              <a:buChar char="•"/>
            </a:pPr>
            <a:r>
              <a:rPr lang="de-DE" sz="1400"/>
              <a:t>Informationen zusammenfassen</a:t>
            </a:r>
          </a:p>
          <a:p>
            <a:pPr marL="285750" indent="-285750">
              <a:buFont typeface="Arial" panose="020B0604020202020204" pitchFamily="34" charset="0"/>
              <a:buChar char="•"/>
            </a:pPr>
            <a:r>
              <a:rPr lang="de-DE" sz="1400"/>
              <a:t>Aufgaben strukturieren</a:t>
            </a:r>
          </a:p>
          <a:p>
            <a:pPr marL="285750" indent="-285750">
              <a:buFont typeface="Arial" panose="020B0604020202020204" pitchFamily="34" charset="0"/>
              <a:buChar char="•"/>
            </a:pPr>
            <a:r>
              <a:rPr lang="de-DE" sz="1400"/>
              <a:t>Aus Kontext schlussfolgern</a:t>
            </a:r>
          </a:p>
        </p:txBody>
      </p:sp>
      <p:sp>
        <p:nvSpPr>
          <p:cNvPr id="17" name="Freihandform: Form 16">
            <a:extLst>
              <a:ext uri="{FF2B5EF4-FFF2-40B4-BE49-F238E27FC236}">
                <a16:creationId xmlns:a16="http://schemas.microsoft.com/office/drawing/2014/main" id="{27AEC720-A996-B051-D17D-6BCF60045BE2}"/>
              </a:ext>
            </a:extLst>
          </p:cNvPr>
          <p:cNvSpPr/>
          <p:nvPr/>
        </p:nvSpPr>
        <p:spPr>
          <a:xfrm>
            <a:off x="3364411" y="3081619"/>
            <a:ext cx="593908" cy="694761"/>
          </a:xfrm>
          <a:custGeom>
            <a:avLst/>
            <a:gdLst>
              <a:gd name="connsiteX0" fmla="*/ 0 w 593908"/>
              <a:gd name="connsiteY0" fmla="*/ 138952 h 694761"/>
              <a:gd name="connsiteX1" fmla="*/ 296954 w 593908"/>
              <a:gd name="connsiteY1" fmla="*/ 138952 h 694761"/>
              <a:gd name="connsiteX2" fmla="*/ 296954 w 593908"/>
              <a:gd name="connsiteY2" fmla="*/ 0 h 694761"/>
              <a:gd name="connsiteX3" fmla="*/ 593908 w 593908"/>
              <a:gd name="connsiteY3" fmla="*/ 347381 h 694761"/>
              <a:gd name="connsiteX4" fmla="*/ 296954 w 593908"/>
              <a:gd name="connsiteY4" fmla="*/ 694761 h 694761"/>
              <a:gd name="connsiteX5" fmla="*/ 296954 w 593908"/>
              <a:gd name="connsiteY5" fmla="*/ 555809 h 694761"/>
              <a:gd name="connsiteX6" fmla="*/ 0 w 593908"/>
              <a:gd name="connsiteY6" fmla="*/ 555809 h 694761"/>
              <a:gd name="connsiteX7" fmla="*/ 0 w 593908"/>
              <a:gd name="connsiteY7" fmla="*/ 138952 h 69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3908" h="694761">
                <a:moveTo>
                  <a:pt x="0" y="138952"/>
                </a:moveTo>
                <a:lnTo>
                  <a:pt x="296954" y="138952"/>
                </a:lnTo>
                <a:lnTo>
                  <a:pt x="296954" y="0"/>
                </a:lnTo>
                <a:lnTo>
                  <a:pt x="593908" y="347381"/>
                </a:lnTo>
                <a:lnTo>
                  <a:pt x="296954" y="694761"/>
                </a:lnTo>
                <a:lnTo>
                  <a:pt x="296954" y="555809"/>
                </a:lnTo>
                <a:lnTo>
                  <a:pt x="0" y="555809"/>
                </a:lnTo>
                <a:lnTo>
                  <a:pt x="0" y="138952"/>
                </a:lnTo>
                <a:close/>
              </a:path>
            </a:pathLst>
          </a:custGeom>
        </p:spPr>
        <p:style>
          <a:lnRef idx="0">
            <a:schemeClr val="accent1">
              <a:shade val="90000"/>
              <a:hueOff val="0"/>
              <a:satOff val="0"/>
              <a:lumOff val="0"/>
              <a:alphaOff val="0"/>
            </a:schemeClr>
          </a:lnRef>
          <a:fillRef idx="1">
            <a:schemeClr val="accent1">
              <a:shade val="90000"/>
              <a:hueOff val="0"/>
              <a:satOff val="0"/>
              <a:lumOff val="0"/>
              <a:alphaOff val="0"/>
            </a:schemeClr>
          </a:fillRef>
          <a:effectRef idx="0">
            <a:schemeClr val="accent1">
              <a:shade val="90000"/>
              <a:hueOff val="0"/>
              <a:satOff val="0"/>
              <a:lumOff val="0"/>
              <a:alphaOff val="0"/>
            </a:schemeClr>
          </a:effectRef>
          <a:fontRef idx="minor">
            <a:schemeClr val="lt1"/>
          </a:fontRef>
        </p:style>
        <p:txBody>
          <a:bodyPr spcFirstLastPara="0" vert="horz" wrap="square" lIns="0" tIns="138952" rIns="178172" bIns="138952" numCol="1" spcCol="1270" anchor="ctr" anchorCtr="0">
            <a:noAutofit/>
          </a:bodyPr>
          <a:lstStyle/>
          <a:p>
            <a:pPr marL="0" lvl="0" indent="0" algn="ctr" defTabSz="1333500">
              <a:lnSpc>
                <a:spcPct val="90000"/>
              </a:lnSpc>
              <a:spcBef>
                <a:spcPct val="0"/>
              </a:spcBef>
              <a:spcAft>
                <a:spcPct val="35000"/>
              </a:spcAft>
              <a:buNone/>
            </a:pPr>
            <a:endParaRPr lang="de-DE" sz="3000" kern="1200"/>
          </a:p>
        </p:txBody>
      </p:sp>
      <p:sp>
        <p:nvSpPr>
          <p:cNvPr id="18" name="Freihandform: Form 17">
            <a:extLst>
              <a:ext uri="{FF2B5EF4-FFF2-40B4-BE49-F238E27FC236}">
                <a16:creationId xmlns:a16="http://schemas.microsoft.com/office/drawing/2014/main" id="{7AD8D449-02B5-8D8C-DC53-03C959E49ACA}"/>
              </a:ext>
            </a:extLst>
          </p:cNvPr>
          <p:cNvSpPr/>
          <p:nvPr/>
        </p:nvSpPr>
        <p:spPr>
          <a:xfrm>
            <a:off x="4221656" y="1821503"/>
            <a:ext cx="3775158" cy="3214991"/>
          </a:xfrm>
          <a:custGeom>
            <a:avLst/>
            <a:gdLst>
              <a:gd name="connsiteX0" fmla="*/ 0 w 3775158"/>
              <a:gd name="connsiteY0" fmla="*/ 240571 h 2405714"/>
              <a:gd name="connsiteX1" fmla="*/ 240571 w 3775158"/>
              <a:gd name="connsiteY1" fmla="*/ 0 h 2405714"/>
              <a:gd name="connsiteX2" fmla="*/ 3534587 w 3775158"/>
              <a:gd name="connsiteY2" fmla="*/ 0 h 2405714"/>
              <a:gd name="connsiteX3" fmla="*/ 3775158 w 3775158"/>
              <a:gd name="connsiteY3" fmla="*/ 240571 h 2405714"/>
              <a:gd name="connsiteX4" fmla="*/ 3775158 w 3775158"/>
              <a:gd name="connsiteY4" fmla="*/ 2165143 h 2405714"/>
              <a:gd name="connsiteX5" fmla="*/ 3534587 w 3775158"/>
              <a:gd name="connsiteY5" fmla="*/ 2405714 h 2405714"/>
              <a:gd name="connsiteX6" fmla="*/ 240571 w 3775158"/>
              <a:gd name="connsiteY6" fmla="*/ 2405714 h 2405714"/>
              <a:gd name="connsiteX7" fmla="*/ 0 w 3775158"/>
              <a:gd name="connsiteY7" fmla="*/ 2165143 h 2405714"/>
              <a:gd name="connsiteX8" fmla="*/ 0 w 3775158"/>
              <a:gd name="connsiteY8" fmla="*/ 240571 h 240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5158" h="2405714">
                <a:moveTo>
                  <a:pt x="0" y="240571"/>
                </a:moveTo>
                <a:cubicBezTo>
                  <a:pt x="0" y="107707"/>
                  <a:pt x="107707" y="0"/>
                  <a:pt x="240571" y="0"/>
                </a:cubicBezTo>
                <a:lnTo>
                  <a:pt x="3534587" y="0"/>
                </a:lnTo>
                <a:cubicBezTo>
                  <a:pt x="3667451" y="0"/>
                  <a:pt x="3775158" y="107707"/>
                  <a:pt x="3775158" y="240571"/>
                </a:cubicBezTo>
                <a:lnTo>
                  <a:pt x="3775158" y="2165143"/>
                </a:lnTo>
                <a:cubicBezTo>
                  <a:pt x="3775158" y="2298007"/>
                  <a:pt x="3667451" y="2405714"/>
                  <a:pt x="3534587" y="2405714"/>
                </a:cubicBezTo>
                <a:lnTo>
                  <a:pt x="240571" y="2405714"/>
                </a:lnTo>
                <a:cubicBezTo>
                  <a:pt x="107707" y="2405714"/>
                  <a:pt x="0" y="2298007"/>
                  <a:pt x="0" y="2165143"/>
                </a:cubicBezTo>
                <a:lnTo>
                  <a:pt x="0" y="240571"/>
                </a:lnTo>
                <a:close/>
              </a:path>
            </a:pathLst>
          </a:custGeom>
        </p:spPr>
        <p:style>
          <a:lnRef idx="2">
            <a:schemeClr val="lt1">
              <a:hueOff val="0"/>
              <a:satOff val="0"/>
              <a:lumOff val="0"/>
              <a:alphaOff val="0"/>
            </a:schemeClr>
          </a:lnRef>
          <a:fillRef idx="1">
            <a:schemeClr val="accent1">
              <a:shade val="80000"/>
              <a:hueOff val="122596"/>
              <a:satOff val="1862"/>
              <a:lumOff val="11309"/>
              <a:alphaOff val="0"/>
            </a:schemeClr>
          </a:fillRef>
          <a:effectRef idx="0">
            <a:schemeClr val="accent1">
              <a:shade val="80000"/>
              <a:hueOff val="122596"/>
              <a:satOff val="1862"/>
              <a:lumOff val="11309"/>
              <a:alphaOff val="0"/>
            </a:schemeClr>
          </a:effectRef>
          <a:fontRef idx="minor">
            <a:schemeClr val="lt1"/>
          </a:fontRef>
        </p:style>
        <p:txBody>
          <a:bodyPr spcFirstLastPara="0" vert="horz" wrap="square" lIns="131421" tIns="131421" rIns="131421" bIns="131421" numCol="1" spcCol="1270" anchor="t" anchorCtr="0">
            <a:noAutofit/>
          </a:bodyPr>
          <a:lstStyle/>
          <a:p>
            <a:pPr marL="0" lvl="0" indent="0" algn="ctr" defTabSz="800100">
              <a:lnSpc>
                <a:spcPct val="90000"/>
              </a:lnSpc>
              <a:spcBef>
                <a:spcPct val="0"/>
              </a:spcBef>
              <a:spcAft>
                <a:spcPct val="35000"/>
              </a:spcAft>
              <a:buNone/>
            </a:pPr>
            <a:r>
              <a:rPr lang="de-DE" sz="1800" kern="1200"/>
              <a:t>Lesender Pilot</a:t>
            </a:r>
          </a:p>
          <a:p>
            <a:pPr marL="171450" lvl="1" indent="-171450" algn="ctr" defTabSz="711200">
              <a:lnSpc>
                <a:spcPct val="90000"/>
              </a:lnSpc>
              <a:spcBef>
                <a:spcPct val="0"/>
              </a:spcBef>
              <a:spcAft>
                <a:spcPct val="15000"/>
              </a:spcAft>
              <a:buNone/>
            </a:pPr>
            <a:r>
              <a:rPr lang="de-DE" sz="1600" b="1" kern="1200"/>
              <a:t>LLM + </a:t>
            </a:r>
            <a:r>
              <a:rPr lang="de-DE" sz="1600" b="1" kern="1200" err="1"/>
              <a:t>InnoHub</a:t>
            </a:r>
            <a:r>
              <a:rPr lang="de-DE" sz="1600" b="1" kern="1200"/>
              <a:t> Verbindung</a:t>
            </a:r>
          </a:p>
          <a:p>
            <a:pPr marL="228600" lvl="2" indent="-114300" algn="l" defTabSz="622300">
              <a:lnSpc>
                <a:spcPct val="90000"/>
              </a:lnSpc>
              <a:spcBef>
                <a:spcPct val="0"/>
              </a:spcBef>
              <a:spcAft>
                <a:spcPct val="15000"/>
              </a:spcAft>
              <a:buChar char="•"/>
            </a:pPr>
            <a:endParaRPr lang="de-DE" sz="1400" kern="1200"/>
          </a:p>
          <a:p>
            <a:pPr marL="228600" lvl="2" indent="-114300" defTabSz="622300">
              <a:lnSpc>
                <a:spcPct val="90000"/>
              </a:lnSpc>
              <a:spcBef>
                <a:spcPct val="0"/>
              </a:spcBef>
              <a:spcAft>
                <a:spcPct val="15000"/>
              </a:spcAft>
              <a:buChar char="•"/>
            </a:pPr>
            <a:r>
              <a:rPr lang="de-DE" sz="1400"/>
              <a:t>Zugriff auf aktuelle interne Informationen/ Unternehmensdaten</a:t>
            </a:r>
          </a:p>
          <a:p>
            <a:pPr marL="228600" lvl="2" indent="-114300" algn="l" defTabSz="622300">
              <a:lnSpc>
                <a:spcPct val="90000"/>
              </a:lnSpc>
              <a:spcBef>
                <a:spcPct val="0"/>
              </a:spcBef>
              <a:spcAft>
                <a:spcPct val="15000"/>
              </a:spcAft>
              <a:buChar char="•"/>
            </a:pPr>
            <a:r>
              <a:rPr lang="de-DE" sz="1400" kern="1200"/>
              <a:t>Freigegebene Dokumente und Projekte einsehen</a:t>
            </a:r>
          </a:p>
          <a:p>
            <a:pPr marL="228600" lvl="2" indent="-114300" algn="l" defTabSz="622300">
              <a:lnSpc>
                <a:spcPct val="90000"/>
              </a:lnSpc>
              <a:spcBef>
                <a:spcPct val="0"/>
              </a:spcBef>
              <a:spcAft>
                <a:spcPct val="15000"/>
              </a:spcAft>
              <a:buChar char="•"/>
            </a:pPr>
            <a:r>
              <a:rPr lang="de-DE" sz="1400"/>
              <a:t>Gepflegte Beziehungen nachvollziehen</a:t>
            </a:r>
          </a:p>
          <a:p>
            <a:pPr marL="228600" lvl="2" indent="-114300" algn="l" defTabSz="622300">
              <a:lnSpc>
                <a:spcPct val="90000"/>
              </a:lnSpc>
              <a:spcBef>
                <a:spcPct val="0"/>
              </a:spcBef>
              <a:spcAft>
                <a:spcPct val="15000"/>
              </a:spcAft>
              <a:buChar char="•"/>
            </a:pPr>
            <a:r>
              <a:rPr lang="de-DE" sz="1400" kern="1200"/>
              <a:t>Freigegebene Suchtools nutzen</a:t>
            </a:r>
          </a:p>
          <a:p>
            <a:pPr marL="228600" lvl="2" indent="-114300" algn="l" defTabSz="622300">
              <a:lnSpc>
                <a:spcPct val="90000"/>
              </a:lnSpc>
              <a:spcBef>
                <a:spcPct val="0"/>
              </a:spcBef>
              <a:spcAft>
                <a:spcPct val="15000"/>
              </a:spcAft>
              <a:buChar char="•"/>
            </a:pPr>
            <a:r>
              <a:rPr lang="de-DE" sz="1400" kern="1200"/>
              <a:t>Ergebnisse mit Quellen zusammenfassen</a:t>
            </a:r>
          </a:p>
          <a:p>
            <a:pPr marL="228600" lvl="2" indent="-114300" algn="l" defTabSz="622300">
              <a:lnSpc>
                <a:spcPct val="90000"/>
              </a:lnSpc>
              <a:spcBef>
                <a:spcPct val="0"/>
              </a:spcBef>
              <a:spcAft>
                <a:spcPct val="15000"/>
              </a:spcAft>
              <a:buChar char="•"/>
            </a:pPr>
            <a:r>
              <a:rPr lang="de-DE" sz="1400" kern="1200"/>
              <a:t>Einstiegshürde zum InnoHub verringern</a:t>
            </a:r>
          </a:p>
        </p:txBody>
      </p:sp>
      <p:sp>
        <p:nvSpPr>
          <p:cNvPr id="19" name="Freihandform: Form 18">
            <a:extLst>
              <a:ext uri="{FF2B5EF4-FFF2-40B4-BE49-F238E27FC236}">
                <a16:creationId xmlns:a16="http://schemas.microsoft.com/office/drawing/2014/main" id="{DC7E35E5-8AF9-B6B3-5D67-3FA79D401B32}"/>
              </a:ext>
            </a:extLst>
          </p:cNvPr>
          <p:cNvSpPr/>
          <p:nvPr/>
        </p:nvSpPr>
        <p:spPr>
          <a:xfrm>
            <a:off x="8260152" y="3081619"/>
            <a:ext cx="593908" cy="694761"/>
          </a:xfrm>
          <a:custGeom>
            <a:avLst/>
            <a:gdLst>
              <a:gd name="connsiteX0" fmla="*/ 0 w 593908"/>
              <a:gd name="connsiteY0" fmla="*/ 138952 h 694761"/>
              <a:gd name="connsiteX1" fmla="*/ 296954 w 593908"/>
              <a:gd name="connsiteY1" fmla="*/ 138952 h 694761"/>
              <a:gd name="connsiteX2" fmla="*/ 296954 w 593908"/>
              <a:gd name="connsiteY2" fmla="*/ 0 h 694761"/>
              <a:gd name="connsiteX3" fmla="*/ 593908 w 593908"/>
              <a:gd name="connsiteY3" fmla="*/ 347381 h 694761"/>
              <a:gd name="connsiteX4" fmla="*/ 296954 w 593908"/>
              <a:gd name="connsiteY4" fmla="*/ 694761 h 694761"/>
              <a:gd name="connsiteX5" fmla="*/ 296954 w 593908"/>
              <a:gd name="connsiteY5" fmla="*/ 555809 h 694761"/>
              <a:gd name="connsiteX6" fmla="*/ 0 w 593908"/>
              <a:gd name="connsiteY6" fmla="*/ 555809 h 694761"/>
              <a:gd name="connsiteX7" fmla="*/ 0 w 593908"/>
              <a:gd name="connsiteY7" fmla="*/ 138952 h 69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3908" h="694761">
                <a:moveTo>
                  <a:pt x="0" y="138952"/>
                </a:moveTo>
                <a:lnTo>
                  <a:pt x="296954" y="138952"/>
                </a:lnTo>
                <a:lnTo>
                  <a:pt x="296954" y="0"/>
                </a:lnTo>
                <a:lnTo>
                  <a:pt x="593908" y="347381"/>
                </a:lnTo>
                <a:lnTo>
                  <a:pt x="296954" y="694761"/>
                </a:lnTo>
                <a:lnTo>
                  <a:pt x="296954" y="555809"/>
                </a:lnTo>
                <a:lnTo>
                  <a:pt x="0" y="555809"/>
                </a:lnTo>
                <a:lnTo>
                  <a:pt x="0" y="138952"/>
                </a:lnTo>
                <a:close/>
              </a:path>
            </a:pathLst>
          </a:custGeom>
        </p:spPr>
        <p:style>
          <a:lnRef idx="0">
            <a:schemeClr val="accent1">
              <a:shade val="90000"/>
              <a:hueOff val="245082"/>
              <a:satOff val="-1327"/>
              <a:lumOff val="19650"/>
              <a:alphaOff val="0"/>
            </a:schemeClr>
          </a:lnRef>
          <a:fillRef idx="1">
            <a:schemeClr val="accent1">
              <a:shade val="90000"/>
              <a:hueOff val="245082"/>
              <a:satOff val="-1327"/>
              <a:lumOff val="19650"/>
              <a:alphaOff val="0"/>
            </a:schemeClr>
          </a:fillRef>
          <a:effectRef idx="0">
            <a:schemeClr val="accent1">
              <a:shade val="90000"/>
              <a:hueOff val="245082"/>
              <a:satOff val="-1327"/>
              <a:lumOff val="19650"/>
              <a:alphaOff val="0"/>
            </a:schemeClr>
          </a:effectRef>
          <a:fontRef idx="minor">
            <a:schemeClr val="lt1"/>
          </a:fontRef>
        </p:style>
        <p:txBody>
          <a:bodyPr spcFirstLastPara="0" vert="horz" wrap="square" lIns="0" tIns="138952" rIns="178172" bIns="138952" numCol="1" spcCol="1270" anchor="ctr" anchorCtr="0">
            <a:noAutofit/>
          </a:bodyPr>
          <a:lstStyle/>
          <a:p>
            <a:pPr marL="0" lvl="0" indent="0" algn="ctr" defTabSz="1333500">
              <a:lnSpc>
                <a:spcPct val="90000"/>
              </a:lnSpc>
              <a:spcBef>
                <a:spcPct val="0"/>
              </a:spcBef>
              <a:spcAft>
                <a:spcPct val="35000"/>
              </a:spcAft>
              <a:buNone/>
            </a:pPr>
            <a:endParaRPr lang="de-DE" sz="3000" kern="1200"/>
          </a:p>
        </p:txBody>
      </p:sp>
      <p:sp>
        <p:nvSpPr>
          <p:cNvPr id="20" name="Freihandform: Form 19">
            <a:extLst>
              <a:ext uri="{FF2B5EF4-FFF2-40B4-BE49-F238E27FC236}">
                <a16:creationId xmlns:a16="http://schemas.microsoft.com/office/drawing/2014/main" id="{5965A76B-E1FE-0209-5364-CE17D7F0A353}"/>
              </a:ext>
            </a:extLst>
          </p:cNvPr>
          <p:cNvSpPr/>
          <p:nvPr/>
        </p:nvSpPr>
        <p:spPr>
          <a:xfrm>
            <a:off x="9100589" y="2226142"/>
            <a:ext cx="2801456" cy="2405714"/>
          </a:xfrm>
          <a:custGeom>
            <a:avLst/>
            <a:gdLst>
              <a:gd name="connsiteX0" fmla="*/ 0 w 2801456"/>
              <a:gd name="connsiteY0" fmla="*/ 240571 h 2405714"/>
              <a:gd name="connsiteX1" fmla="*/ 240571 w 2801456"/>
              <a:gd name="connsiteY1" fmla="*/ 0 h 2405714"/>
              <a:gd name="connsiteX2" fmla="*/ 2560885 w 2801456"/>
              <a:gd name="connsiteY2" fmla="*/ 0 h 2405714"/>
              <a:gd name="connsiteX3" fmla="*/ 2801456 w 2801456"/>
              <a:gd name="connsiteY3" fmla="*/ 240571 h 2405714"/>
              <a:gd name="connsiteX4" fmla="*/ 2801456 w 2801456"/>
              <a:gd name="connsiteY4" fmla="*/ 2165143 h 2405714"/>
              <a:gd name="connsiteX5" fmla="*/ 2560885 w 2801456"/>
              <a:gd name="connsiteY5" fmla="*/ 2405714 h 2405714"/>
              <a:gd name="connsiteX6" fmla="*/ 240571 w 2801456"/>
              <a:gd name="connsiteY6" fmla="*/ 2405714 h 2405714"/>
              <a:gd name="connsiteX7" fmla="*/ 0 w 2801456"/>
              <a:gd name="connsiteY7" fmla="*/ 2165143 h 2405714"/>
              <a:gd name="connsiteX8" fmla="*/ 0 w 2801456"/>
              <a:gd name="connsiteY8" fmla="*/ 240571 h 240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1456" h="2405714">
                <a:moveTo>
                  <a:pt x="0" y="240571"/>
                </a:moveTo>
                <a:cubicBezTo>
                  <a:pt x="0" y="107707"/>
                  <a:pt x="107707" y="0"/>
                  <a:pt x="240571" y="0"/>
                </a:cubicBezTo>
                <a:lnTo>
                  <a:pt x="2560885" y="0"/>
                </a:lnTo>
                <a:cubicBezTo>
                  <a:pt x="2693749" y="0"/>
                  <a:pt x="2801456" y="107707"/>
                  <a:pt x="2801456" y="240571"/>
                </a:cubicBezTo>
                <a:lnTo>
                  <a:pt x="2801456" y="2165143"/>
                </a:lnTo>
                <a:cubicBezTo>
                  <a:pt x="2801456" y="2298007"/>
                  <a:pt x="2693749" y="2405714"/>
                  <a:pt x="2560885" y="2405714"/>
                </a:cubicBezTo>
                <a:lnTo>
                  <a:pt x="240571" y="2405714"/>
                </a:lnTo>
                <a:cubicBezTo>
                  <a:pt x="107707" y="2405714"/>
                  <a:pt x="0" y="2298007"/>
                  <a:pt x="0" y="2165143"/>
                </a:cubicBezTo>
                <a:lnTo>
                  <a:pt x="0" y="240571"/>
                </a:lnTo>
                <a:close/>
              </a:path>
            </a:pathLst>
          </a:custGeom>
        </p:spPr>
        <p:style>
          <a:lnRef idx="2">
            <a:schemeClr val="lt1">
              <a:hueOff val="0"/>
              <a:satOff val="0"/>
              <a:lumOff val="0"/>
              <a:alphaOff val="0"/>
            </a:schemeClr>
          </a:lnRef>
          <a:fillRef idx="1">
            <a:schemeClr val="accent1">
              <a:shade val="80000"/>
              <a:hueOff val="245193"/>
              <a:satOff val="3724"/>
              <a:lumOff val="22617"/>
              <a:alphaOff val="0"/>
            </a:schemeClr>
          </a:fillRef>
          <a:effectRef idx="0">
            <a:schemeClr val="accent1">
              <a:shade val="80000"/>
              <a:hueOff val="245193"/>
              <a:satOff val="3724"/>
              <a:lumOff val="22617"/>
              <a:alphaOff val="0"/>
            </a:schemeClr>
          </a:effectRef>
          <a:fontRef idx="minor">
            <a:schemeClr val="lt1"/>
          </a:fontRef>
        </p:style>
        <p:txBody>
          <a:bodyPr spcFirstLastPara="0" vert="horz" wrap="square" lIns="131421" tIns="131421" rIns="131421" bIns="131421" numCol="1" spcCol="1270" anchor="t" anchorCtr="0">
            <a:noAutofit/>
          </a:bodyPr>
          <a:lstStyle/>
          <a:p>
            <a:pPr marL="0" lvl="0" indent="0" algn="ctr" defTabSz="844550">
              <a:lnSpc>
                <a:spcPct val="90000"/>
              </a:lnSpc>
              <a:spcBef>
                <a:spcPct val="0"/>
              </a:spcBef>
              <a:spcAft>
                <a:spcPct val="35000"/>
              </a:spcAft>
              <a:buNone/>
            </a:pPr>
            <a:r>
              <a:rPr lang="de-DE" sz="1900" kern="1200"/>
              <a:t>Möglicher Ausbau</a:t>
            </a:r>
          </a:p>
          <a:p>
            <a:pPr marL="171450" lvl="1" indent="-171450" algn="ctr" defTabSz="711200">
              <a:lnSpc>
                <a:spcPct val="90000"/>
              </a:lnSpc>
              <a:spcBef>
                <a:spcPct val="0"/>
              </a:spcBef>
              <a:spcAft>
                <a:spcPct val="15000"/>
              </a:spcAft>
              <a:buNone/>
            </a:pPr>
            <a:r>
              <a:rPr lang="de-DE" sz="1600" b="1" kern="1200"/>
              <a:t>Zusätzliche Funktionen</a:t>
            </a:r>
          </a:p>
          <a:p>
            <a:pPr marL="228600" lvl="2" indent="-114300" algn="l" defTabSz="666750">
              <a:lnSpc>
                <a:spcPct val="90000"/>
              </a:lnSpc>
              <a:spcBef>
                <a:spcPct val="0"/>
              </a:spcBef>
              <a:spcAft>
                <a:spcPct val="15000"/>
              </a:spcAft>
              <a:buChar char="•"/>
            </a:pPr>
            <a:endParaRPr lang="de-DE" sz="1500" kern="1200"/>
          </a:p>
          <a:p>
            <a:pPr marL="228600" lvl="2" indent="-114300" algn="l" defTabSz="666750">
              <a:lnSpc>
                <a:spcPct val="90000"/>
              </a:lnSpc>
              <a:spcBef>
                <a:spcPct val="0"/>
              </a:spcBef>
              <a:spcAft>
                <a:spcPct val="15000"/>
              </a:spcAft>
              <a:buChar char="•"/>
            </a:pPr>
            <a:r>
              <a:rPr lang="de-DE" sz="1500" kern="1200"/>
              <a:t>Zusammenhänge erkennen </a:t>
            </a:r>
          </a:p>
          <a:p>
            <a:pPr marL="228600" lvl="2" indent="-114300" algn="l" defTabSz="666750">
              <a:lnSpc>
                <a:spcPct val="90000"/>
              </a:lnSpc>
              <a:spcBef>
                <a:spcPct val="0"/>
              </a:spcBef>
              <a:spcAft>
                <a:spcPct val="15000"/>
              </a:spcAft>
              <a:buChar char="•"/>
            </a:pPr>
            <a:r>
              <a:rPr lang="de-DE" sz="1500" kern="1200"/>
              <a:t>Informationen verbinden</a:t>
            </a:r>
          </a:p>
          <a:p>
            <a:pPr marL="228600" lvl="2" indent="-114300" algn="l" defTabSz="666750">
              <a:lnSpc>
                <a:spcPct val="90000"/>
              </a:lnSpc>
              <a:spcBef>
                <a:spcPct val="0"/>
              </a:spcBef>
              <a:spcAft>
                <a:spcPct val="15000"/>
              </a:spcAft>
              <a:buChar char="•"/>
            </a:pPr>
            <a:r>
              <a:rPr lang="de-DE" sz="1500" kern="1200"/>
              <a:t>Lücken aufzeigen</a:t>
            </a:r>
          </a:p>
          <a:p>
            <a:pPr marL="228600" lvl="2" indent="-114300" algn="l" defTabSz="666750">
              <a:lnSpc>
                <a:spcPct val="90000"/>
              </a:lnSpc>
              <a:spcBef>
                <a:spcPct val="0"/>
              </a:spcBef>
              <a:spcAft>
                <a:spcPct val="15000"/>
              </a:spcAft>
              <a:buChar char="•"/>
            </a:pPr>
            <a:r>
              <a:rPr lang="de-DE" sz="1500" kern="1200"/>
              <a:t>Aktionen nach gesonderter Freigabe</a:t>
            </a:r>
          </a:p>
        </p:txBody>
      </p:sp>
      <p:sp>
        <p:nvSpPr>
          <p:cNvPr id="21"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01  Einstieg und Zielbild</a:t>
            </a:r>
          </a:p>
        </p:txBody>
      </p:sp>
    </p:spTree>
    <p:extLst>
      <p:ext uri="{BB962C8B-B14F-4D97-AF65-F5344CB8AC3E}">
        <p14:creationId xmlns:p14="http://schemas.microsoft.com/office/powerpoint/2010/main" val="276808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down)">
                                      <p:cBhvr>
                                        <p:cTn id="20" dur="500"/>
                                        <p:tgtEl>
                                          <p:spTgt spid="19"/>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down)">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a:t>
            </a:fld>
            <a:endParaRPr lang="en-US"/>
          </a:p>
        </p:txBody>
      </p:sp>
      <p:sp>
        <p:nvSpPr>
          <p:cNvPr id="1014" name="Zielbild und Pilotfrage">
            <a:extLst>
              <a:ext uri="{FF2B5EF4-FFF2-40B4-BE49-F238E27FC236}">
                <a16:creationId xmlns:a16="http://schemas.microsoft.com/office/drawing/2014/main" id="{D5393EE0-0004-4DB3-B726-87629B92FA11}"/>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Zielbild und Pilotfrage</a:t>
            </a:r>
          </a:p>
        </p:txBody>
      </p:sp>
      <p:sp>
        <p:nvSpPr>
          <p:cNvPr id="1002" name="01  Einstieg und Zielbild">
            <a:extLst>
              <a:ext uri="{FF2B5EF4-FFF2-40B4-BE49-F238E27FC236}">
                <a16:creationId xmlns:a16="http://schemas.microsoft.com/office/drawing/2014/main" id="{2F32493C-DAC8-4EC9-9EA9-4F43E9D217B1}"/>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01  Einstieg und Zielbild</a:t>
            </a:r>
          </a:p>
        </p:txBody>
      </p:sp>
      <p:sp>
        <p:nvSpPr>
          <p:cNvPr id="1003" name="DefenceGPT Frage und Antwort">
            <a:extLst>
              <a:ext uri="{FF2B5EF4-FFF2-40B4-BE49-F238E27FC236}">
                <a16:creationId xmlns:a16="http://schemas.microsoft.com/office/drawing/2014/main" id="{086FC914-4CC8-492C-9D6D-D678CCF6A53F}"/>
              </a:ext>
            </a:extLst>
          </p:cNvPr>
          <p:cNvSpPr>
            <a:spLocks noGrp="1"/>
          </p:cNvSpPr>
          <p:nvPr/>
        </p:nvSpPr>
        <p:spPr>
          <a:xfrm>
            <a:off x="571500" y="2095500"/>
            <a:ext cx="2362200" cy="10953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DefenceGPT</a:t>
            </a:r>
          </a:p>
          <a:p>
            <a:pPr algn="ctr">
              <a:defRPr sz="1800">
                <a:solidFill>
                  <a:srgbClr val="FFFFFF"/>
                </a:solidFill>
                <a:latin typeface="Arial"/>
                <a:ea typeface="Arial"/>
                <a:cs typeface="Arial"/>
              </a:defRPr>
            </a:pPr>
            <a:r>
              <a:rPr sz="1800">
                <a:solidFill>
                  <a:srgbClr val="FFFFFF"/>
                </a:solidFill>
                <a:latin typeface="Arial"/>
                <a:ea typeface="Arial"/>
                <a:cs typeface="Arial"/>
              </a:rPr>
              <a:t>Frage und Antwort</a:t>
            </a:r>
          </a:p>
        </p:txBody>
      </p:sp>
      <p:sp>
        <p:nvSpPr>
          <p:cNvPr id="1004" name="MCP-Server Lesendes Suchtool">
            <a:extLst>
              <a:ext uri="{FF2B5EF4-FFF2-40B4-BE49-F238E27FC236}">
                <a16:creationId xmlns:a16="http://schemas.microsoft.com/office/drawing/2014/main" id="{FAE1FF5A-E314-4C81-97EA-4E16281C1515}"/>
              </a:ext>
            </a:extLst>
          </p:cNvPr>
          <p:cNvSpPr>
            <a:spLocks noGrp="1"/>
          </p:cNvSpPr>
          <p:nvPr/>
        </p:nvSpPr>
        <p:spPr>
          <a:xfrm>
            <a:off x="3467100" y="2095500"/>
            <a:ext cx="2362200" cy="10953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MCP-Server</a:t>
            </a:r>
          </a:p>
          <a:p>
            <a:pPr algn="ctr">
              <a:defRPr sz="1800">
                <a:solidFill>
                  <a:srgbClr val="FFFFFF"/>
                </a:solidFill>
                <a:latin typeface="Arial"/>
                <a:ea typeface="Arial"/>
                <a:cs typeface="Arial"/>
              </a:defRPr>
            </a:pPr>
            <a:r>
              <a:rPr sz="1800">
                <a:solidFill>
                  <a:srgbClr val="FFFFFF"/>
                </a:solidFill>
                <a:latin typeface="Arial"/>
                <a:ea typeface="Arial"/>
                <a:cs typeface="Arial"/>
              </a:rPr>
              <a:t>Lesendes Suchtool</a:t>
            </a:r>
          </a:p>
        </p:txBody>
      </p:sp>
      <p:sp>
        <p:nvSpPr>
          <p:cNvPr id="1005" name="Suchdienst BM25 und Vektorsuche">
            <a:extLst>
              <a:ext uri="{FF2B5EF4-FFF2-40B4-BE49-F238E27FC236}">
                <a16:creationId xmlns:a16="http://schemas.microsoft.com/office/drawing/2014/main" id="{CAB85B88-AB49-42E2-9CB8-C97C533825C0}"/>
              </a:ext>
            </a:extLst>
          </p:cNvPr>
          <p:cNvSpPr>
            <a:spLocks noGrp="1"/>
          </p:cNvSpPr>
          <p:nvPr/>
        </p:nvSpPr>
        <p:spPr>
          <a:xfrm>
            <a:off x="6362700" y="2095500"/>
            <a:ext cx="2362200" cy="10953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Suchdienst</a:t>
            </a:r>
          </a:p>
          <a:p>
            <a:pPr algn="ctr">
              <a:defRPr sz="1800">
                <a:solidFill>
                  <a:srgbClr val="FFFFFF"/>
                </a:solidFill>
                <a:latin typeface="Arial"/>
                <a:ea typeface="Arial"/>
                <a:cs typeface="Arial"/>
              </a:defRPr>
            </a:pPr>
            <a:r>
              <a:rPr sz="1800">
                <a:solidFill>
                  <a:srgbClr val="FFFFFF"/>
                </a:solidFill>
                <a:latin typeface="Arial"/>
                <a:ea typeface="Arial"/>
                <a:cs typeface="Arial"/>
              </a:rPr>
              <a:t>BM25 und Vektorsuche</a:t>
            </a:r>
          </a:p>
        </p:txBody>
      </p:sp>
      <p:sp>
        <p:nvSpPr>
          <p:cNvPr id="1006" name="InnoHub-Inhalte Freigegebener Index">
            <a:extLst>
              <a:ext uri="{FF2B5EF4-FFF2-40B4-BE49-F238E27FC236}">
                <a16:creationId xmlns:a16="http://schemas.microsoft.com/office/drawing/2014/main" id="{EA5F99DE-3D65-4933-B9A7-3E27FB088AFF}"/>
              </a:ext>
            </a:extLst>
          </p:cNvPr>
          <p:cNvSpPr>
            <a:spLocks noGrp="1"/>
          </p:cNvSpPr>
          <p:nvPr/>
        </p:nvSpPr>
        <p:spPr>
          <a:xfrm>
            <a:off x="9258300" y="2095500"/>
            <a:ext cx="2362200" cy="10953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InnoHub-Inhalte</a:t>
            </a:r>
          </a:p>
          <a:p>
            <a:pPr algn="ctr">
              <a:defRPr sz="1800">
                <a:solidFill>
                  <a:srgbClr val="FFFFFF"/>
                </a:solidFill>
                <a:latin typeface="Arial"/>
                <a:ea typeface="Arial"/>
                <a:cs typeface="Arial"/>
              </a:defRPr>
            </a:pPr>
            <a:r>
              <a:rPr sz="1800">
                <a:solidFill>
                  <a:srgbClr val="FFFFFF"/>
                </a:solidFill>
                <a:latin typeface="Arial"/>
                <a:ea typeface="Arial"/>
                <a:cs typeface="Arial"/>
              </a:rPr>
              <a:t>Freigegebener Index</a:t>
            </a:r>
          </a:p>
        </p:txBody>
      </p:sp>
      <p:cxnSp>
        <p:nvCxnSpPr>
          <p:cNvPr id="1020" name="Gerade Verbindung mit Pfeil 1019"/>
          <p:cNvCxnSpPr>
            <a:stCxn id="1003" idx="3"/>
            <a:endCxn id="1004" idx="1"/>
          </p:cNvCxnSpPr>
          <p:nvPr/>
        </p:nvCxnSpPr>
        <p:spPr>
          <a:xfrm>
            <a:off x="2933700" y="2643188"/>
            <a:ext cx="533400" cy="0"/>
          </a:xfrm>
          <a:prstGeom prst="straightConnector1">
            <a:avLst/>
          </a:prstGeom>
          <a:ln w="24765">
            <a:solidFill>
              <a:srgbClr val="7C98B5"/>
            </a:solidFill>
            <a:headEnd type="triangle" w="med" len="med"/>
            <a:tailEnd type="triangle" w="med" len="med"/>
          </a:ln>
        </p:spPr>
      </p:cxnSp>
      <p:cxnSp>
        <p:nvCxnSpPr>
          <p:cNvPr id="1021" name="Gerade Verbindung mit Pfeil 1020"/>
          <p:cNvCxnSpPr>
            <a:stCxn id="1004" idx="3"/>
            <a:endCxn id="1005" idx="1"/>
          </p:cNvCxnSpPr>
          <p:nvPr/>
        </p:nvCxnSpPr>
        <p:spPr>
          <a:xfrm>
            <a:off x="5829300" y="2643188"/>
            <a:ext cx="533400" cy="0"/>
          </a:xfrm>
          <a:prstGeom prst="straightConnector1">
            <a:avLst/>
          </a:prstGeom>
          <a:ln w="24765">
            <a:solidFill>
              <a:srgbClr val="7C98B5"/>
            </a:solidFill>
            <a:headEnd type="triangle" w="med" len="med"/>
            <a:tailEnd type="triangle" w="med" len="med"/>
          </a:ln>
        </p:spPr>
      </p:cxnSp>
      <p:cxnSp>
        <p:nvCxnSpPr>
          <p:cNvPr id="1022" name="Gerade Verbindung mit Pfeil 1021"/>
          <p:cNvCxnSpPr>
            <a:stCxn id="1005" idx="3"/>
            <a:endCxn id="1006" idx="1"/>
          </p:cNvCxnSpPr>
          <p:nvPr/>
        </p:nvCxnSpPr>
        <p:spPr>
          <a:xfrm>
            <a:off x="8724900" y="2643188"/>
            <a:ext cx="533400" cy="0"/>
          </a:xfrm>
          <a:prstGeom prst="straightConnector1">
            <a:avLst/>
          </a:prstGeom>
          <a:ln w="24765">
            <a:solidFill>
              <a:srgbClr val="7C98B5"/>
            </a:solidFill>
            <a:headEnd type="triangle" w="med" len="med"/>
            <a:tailEnd type="triangle" w="med" len="med"/>
          </a:ln>
        </p:spPr>
      </p:cxnSp>
      <p:sp>
        <p:nvSpPr>
          <p:cNvPr id="1010" name="Pilotfrage">
            <a:extLst>
              <a:ext uri="{FF2B5EF4-FFF2-40B4-BE49-F238E27FC236}">
                <a16:creationId xmlns:a16="http://schemas.microsoft.com/office/drawing/2014/main" id="{121AF72E-5D74-41C5-8A2A-D0FC4846A7C2}"/>
              </a:ext>
            </a:extLst>
          </p:cNvPr>
          <p:cNvSpPr>
            <a:spLocks noGrp="1"/>
          </p:cNvSpPr>
          <p:nvPr/>
        </p:nvSpPr>
        <p:spPr>
          <a:xfrm>
            <a:off x="571500" y="3857625"/>
            <a:ext cx="11049000" cy="361950"/>
          </a:xfrm>
          <a:prstGeom prst="rect">
            <a:avLst/>
          </a:prstGeom>
          <a:noFill/>
          <a:ln w="0">
            <a:noFill/>
          </a:ln>
        </p:spPr>
        <p:txBody>
          <a:bodyPr wrap="square" lIns="0" tIns="0" rIns="0" bIns="0" anchor="t">
            <a:noAutofit/>
          </a:bodyPr>
          <a:lstStyle/>
          <a:p>
            <a:pPr algn="l">
              <a:defRPr sz="2025" b="1">
                <a:solidFill>
                  <a:srgbClr val="3D6DA8"/>
                </a:solidFill>
                <a:latin typeface="Arial"/>
                <a:ea typeface="Arial"/>
                <a:cs typeface="Arial"/>
              </a:defRPr>
            </a:pPr>
            <a:r>
              <a:rPr sz="2025" b="1">
                <a:solidFill>
                  <a:srgbClr val="3D6DA8"/>
                </a:solidFill>
                <a:latin typeface="Arial"/>
                <a:ea typeface="Arial"/>
                <a:cs typeface="Arial"/>
              </a:rPr>
              <a:t>Pilotfrage</a:t>
            </a:r>
          </a:p>
        </p:txBody>
      </p:sp>
      <p:sp>
        <p:nvSpPr>
          <p:cNvPr id="1011" name="„Welche aktiven Technologien mit TRL ≥ 7 passen zu Sensorfusion?“">
            <a:extLst>
              <a:ext uri="{FF2B5EF4-FFF2-40B4-BE49-F238E27FC236}">
                <a16:creationId xmlns:a16="http://schemas.microsoft.com/office/drawing/2014/main" id="{02329615-7508-4FD6-991E-DC25902ABECF}"/>
              </a:ext>
            </a:extLst>
          </p:cNvPr>
          <p:cNvSpPr>
            <a:spLocks noGrp="1"/>
          </p:cNvSpPr>
          <p:nvPr/>
        </p:nvSpPr>
        <p:spPr>
          <a:xfrm>
            <a:off x="571500" y="4362450"/>
            <a:ext cx="11049000" cy="685800"/>
          </a:xfrm>
          <a:prstGeom prst="rect">
            <a:avLst/>
          </a:prstGeom>
          <a:noFill/>
          <a:ln w="0">
            <a:noFill/>
          </a:ln>
        </p:spPr>
        <p:txBody>
          <a:bodyPr wrap="square" lIns="0" tIns="0" rIns="0" bIns="0" anchor="t">
            <a:noAutofit/>
          </a:bodyPr>
          <a:lstStyle/>
          <a:p>
            <a:pPr algn="l">
              <a:defRPr sz="2175" b="0">
                <a:solidFill>
                  <a:srgbClr val="586165"/>
                </a:solidFill>
                <a:latin typeface="Arial"/>
                <a:ea typeface="Arial"/>
                <a:cs typeface="Arial"/>
              </a:defRPr>
            </a:pPr>
            <a:r>
              <a:rPr sz="2175" b="0">
                <a:solidFill>
                  <a:srgbClr val="586165"/>
                </a:solidFill>
                <a:latin typeface="Arial"/>
                <a:ea typeface="Arial"/>
                <a:cs typeface="Arial"/>
              </a:rPr>
              <a:t>„Welche aktiven Technologien mit TRL ≥ 7 passen zu Sensorfusion?“</a:t>
            </a:r>
          </a:p>
        </p:txBody>
      </p:sp>
      <p:sp>
        <p:nvSpPr>
          <p:cNvPr id="1012" name="Ergebnis: passende Einträge, begründete Auswahl und nachvollziehbare Q">
            <a:extLst>
              <a:ext uri="{FF2B5EF4-FFF2-40B4-BE49-F238E27FC236}">
                <a16:creationId xmlns:a16="http://schemas.microsoft.com/office/drawing/2014/main" id="{2908AD4B-B764-4156-80A9-55F1B854344E}"/>
              </a:ext>
            </a:extLst>
          </p:cNvPr>
          <p:cNvSpPr>
            <a:spLocks noGrp="1"/>
          </p:cNvSpPr>
          <p:nvPr/>
        </p:nvSpPr>
        <p:spPr>
          <a:xfrm>
            <a:off x="571500" y="5219700"/>
            <a:ext cx="11049000" cy="628650"/>
          </a:xfrm>
          <a:prstGeom prst="rect">
            <a:avLst/>
          </a:prstGeom>
          <a:noFill/>
          <a:ln w="0">
            <a:noFill/>
          </a:ln>
        </p:spPr>
        <p:txBody>
          <a:bodyPr wrap="square" lIns="0" tIns="0" rIns="0" bIns="0" anchor="t">
            <a:noAutofit/>
          </a:bodyPr>
          <a:lstStyle/>
          <a:p>
            <a:pPr algn="l">
              <a:defRPr sz="1950" b="0">
                <a:solidFill>
                  <a:srgbClr val="586165"/>
                </a:solidFill>
                <a:latin typeface="Arial"/>
                <a:ea typeface="Arial"/>
                <a:cs typeface="Arial"/>
              </a:defRPr>
            </a:pPr>
            <a:r>
              <a:rPr sz="1950" b="0">
                <a:solidFill>
                  <a:srgbClr val="586165"/>
                </a:solidFill>
                <a:latin typeface="Arial"/>
                <a:ea typeface="Arial"/>
                <a:cs typeface="Arial"/>
              </a:rPr>
              <a:t>Ergebnis: passende Einträge, begründete Auswahl und nachvollziehbare Quellen.</a:t>
            </a:r>
          </a:p>
        </p:txBody>
      </p:sp>
      <p:sp>
        <p:nvSpPr>
          <p:cNvPr id="1013" name="Fiktiver Recherchefall. Der Pilot nutzt ausschließlich freigegebene In">
            <a:extLst>
              <a:ext uri="{FF2B5EF4-FFF2-40B4-BE49-F238E27FC236}">
                <a16:creationId xmlns:a16="http://schemas.microsoft.com/office/drawing/2014/main" id="{9EAAC58E-7CEC-4435-BDBD-32C03EE784EF}"/>
              </a:ext>
            </a:extLst>
          </p:cNvPr>
          <p:cNvSpPr>
            <a:spLocks noGrp="1"/>
          </p:cNvSpPr>
          <p:nvPr/>
        </p:nvSpPr>
        <p:spPr>
          <a:xfrm>
            <a:off x="571500" y="6000750"/>
            <a:ext cx="11049000" cy="523875"/>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Fiktiver Recherchefall. Der Pilot nutzt ausschließlich freigegebene Inhalte.</a:t>
            </a:r>
          </a:p>
        </p:txBody>
      </p:sp>
    </p:spTree>
    <p:extLst>
      <p:ext uri="{BB962C8B-B14F-4D97-AF65-F5344CB8AC3E}">
        <p14:creationId xmlns:p14="http://schemas.microsoft.com/office/powerpoint/2010/main" val="1408768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78E273E-1113-2F18-D97A-58AB53E285A4}"/>
              </a:ext>
            </a:extLst>
          </p:cNvPr>
          <p:cNvSpPr>
            <a:spLocks noGrp="1"/>
          </p:cNvSpPr>
          <p:nvPr>
            <p:ph type="body" sz="quarter" idx="10"/>
          </p:nvPr>
        </p:nvSpPr>
        <p:spPr/>
        <p:txBody>
          <a:bodyPr/>
          <a:lstStyle/>
          <a:p>
            <a:r>
              <a:rPr lang="de-DE"/>
              <a:t>02</a:t>
            </a:r>
          </a:p>
        </p:txBody>
      </p:sp>
      <p:sp>
        <p:nvSpPr>
          <p:cNvPr id="3" name="Textplatzhalter 2">
            <a:extLst>
              <a:ext uri="{FF2B5EF4-FFF2-40B4-BE49-F238E27FC236}">
                <a16:creationId xmlns:a16="http://schemas.microsoft.com/office/drawing/2014/main" id="{920450A1-9774-3F96-DBE9-351518736EFA}"/>
              </a:ext>
            </a:extLst>
          </p:cNvPr>
          <p:cNvSpPr>
            <a:spLocks noGrp="1"/>
          </p:cNvSpPr>
          <p:nvPr>
            <p:ph type="body" sz="quarter" idx="11"/>
          </p:nvPr>
        </p:nvSpPr>
        <p:spPr>
          <a:xfrm>
            <a:off x="2588323" y="3106997"/>
            <a:ext cx="9192197" cy="677108"/>
          </a:xfrm>
        </p:spPr>
        <p:txBody>
          <a:bodyPr/>
          <a:lstStyle/>
          <a:p>
            <a:r>
              <a:rPr lang="de-DE"/>
              <a:t>LLM-Grundlagen</a:t>
            </a:r>
          </a:p>
        </p:txBody>
      </p:sp>
      <p:sp>
        <p:nvSpPr>
          <p:cNvPr id="11200" name="Inhalt: Wie Prompting, Retrieval und Tools die Anwend">
            <a:extLst>
              <a:ext uri="{FF2B5EF4-FFF2-40B4-BE49-F238E27FC236}">
                <a16:creationId xmlns:a16="http://schemas.microsoft.com/office/drawing/2014/main" id="{4E04F560-4CE5-4813-9644-9C5A4F5C8339}"/>
              </a:ext>
            </a:extLst>
          </p:cNvPr>
          <p:cNvSpPr>
            <a:spLocks noGrp="1"/>
          </p:cNvSpPr>
          <p:nvPr/>
        </p:nvSpPr>
        <p:spPr>
          <a:xfrm>
            <a:off x="1200150" y="4381500"/>
            <a:ext cx="10382250" cy="819150"/>
          </a:xfrm>
          <a:prstGeom prst="rect">
            <a:avLst/>
          </a:prstGeom>
          <a:noFill/>
          <a:ln w="0">
            <a:noFill/>
          </a:ln>
        </p:spPr>
        <p:txBody>
          <a:bodyPr wrap="square" lIns="0" tIns="0" rIns="0" bIns="0" anchor="t">
            <a:noAutofit/>
          </a:bodyPr>
          <a:lstStyle/>
          <a:p>
            <a:pPr>
              <a:defRPr sz="2100" b="0">
                <a:solidFill>
                  <a:srgbClr val="586165"/>
                </a:solidFill>
                <a:latin typeface="Arial"/>
                <a:ea typeface="Arial"/>
                <a:cs typeface="Arial"/>
              </a:defRPr>
            </a:pPr>
            <a:r>
              <a:rPr sz="2100" b="0">
                <a:solidFill>
                  <a:srgbClr val="586165"/>
                </a:solidFill>
                <a:latin typeface="Arial"/>
                <a:ea typeface="Arial"/>
                <a:cs typeface="Arial"/>
              </a:rPr>
              <a:t>Wie Prompting, Retrieval und Tools die Anwendung erweitern</a:t>
            </a:r>
          </a:p>
        </p:txBody>
      </p:sp>
    </p:spTree>
    <p:extLst>
      <p:ext uri="{BB962C8B-B14F-4D97-AF65-F5344CB8AC3E}">
        <p14:creationId xmlns:p14="http://schemas.microsoft.com/office/powerpoint/2010/main" val="2401537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Ein LLM allein ist nur der Ausgangspunkt</a:t>
            </a:r>
          </a:p>
        </p:txBody>
      </p:sp>
      <p:sp>
        <p:nvSpPr>
          <p:cNvPr id="7" name="Freihandform: Form 6">
            <a:extLst>
              <a:ext uri="{FF2B5EF4-FFF2-40B4-BE49-F238E27FC236}">
                <a16:creationId xmlns:a16="http://schemas.microsoft.com/office/drawing/2014/main" id="{94A819D3-9C30-F707-040C-29A9F0B63C33}"/>
              </a:ext>
            </a:extLst>
          </p:cNvPr>
          <p:cNvSpPr/>
          <p:nvPr/>
        </p:nvSpPr>
        <p:spPr>
          <a:xfrm>
            <a:off x="5417014" y="2868673"/>
            <a:ext cx="1120652" cy="1120652"/>
          </a:xfrm>
          <a:custGeom>
            <a:avLst/>
            <a:gdLst>
              <a:gd name="connsiteX0" fmla="*/ 0 w 1120652"/>
              <a:gd name="connsiteY0" fmla="*/ 560326 h 1120652"/>
              <a:gd name="connsiteX1" fmla="*/ 560326 w 1120652"/>
              <a:gd name="connsiteY1" fmla="*/ 0 h 1120652"/>
              <a:gd name="connsiteX2" fmla="*/ 1120652 w 1120652"/>
              <a:gd name="connsiteY2" fmla="*/ 560326 h 1120652"/>
              <a:gd name="connsiteX3" fmla="*/ 560326 w 1120652"/>
              <a:gd name="connsiteY3" fmla="*/ 1120652 h 1120652"/>
              <a:gd name="connsiteX4" fmla="*/ 0 w 1120652"/>
              <a:gd name="connsiteY4" fmla="*/ 560326 h 11206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652" h="1120652">
                <a:moveTo>
                  <a:pt x="0" y="560326"/>
                </a:moveTo>
                <a:cubicBezTo>
                  <a:pt x="0" y="250866"/>
                  <a:pt x="250866" y="0"/>
                  <a:pt x="560326" y="0"/>
                </a:cubicBezTo>
                <a:cubicBezTo>
                  <a:pt x="869786" y="0"/>
                  <a:pt x="1120652" y="250866"/>
                  <a:pt x="1120652" y="560326"/>
                </a:cubicBezTo>
                <a:cubicBezTo>
                  <a:pt x="1120652" y="869786"/>
                  <a:pt x="869786" y="1120652"/>
                  <a:pt x="560326" y="1120652"/>
                </a:cubicBezTo>
                <a:cubicBezTo>
                  <a:pt x="250866" y="1120652"/>
                  <a:pt x="0" y="869786"/>
                  <a:pt x="0" y="560326"/>
                </a:cubicBez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03486" tIns="203486" rIns="203486" bIns="203486" numCol="1" spcCol="1270" anchor="ctr" anchorCtr="0">
            <a:noAutofit/>
          </a:bodyPr>
          <a:lstStyle/>
          <a:p>
            <a:pPr marL="0" lvl="0" indent="0" algn="ctr" defTabSz="1377950">
              <a:lnSpc>
                <a:spcPct val="90000"/>
              </a:lnSpc>
              <a:spcBef>
                <a:spcPct val="0"/>
              </a:spcBef>
              <a:spcAft>
                <a:spcPct val="35000"/>
              </a:spcAft>
              <a:buNone/>
            </a:pPr>
            <a:r>
              <a:rPr lang="de-DE" sz="1800" kern="1200"/>
              <a:t>LLM</a:t>
            </a:r>
          </a:p>
        </p:txBody>
      </p:sp>
      <p:sp>
        <p:nvSpPr>
          <p:cNvPr id="8" name="Freihandform: Form 7">
            <a:extLst>
              <a:ext uri="{FF2B5EF4-FFF2-40B4-BE49-F238E27FC236}">
                <a16:creationId xmlns:a16="http://schemas.microsoft.com/office/drawing/2014/main" id="{17AB8185-2122-1A38-E61F-CC335A93C005}"/>
              </a:ext>
            </a:extLst>
          </p:cNvPr>
          <p:cNvSpPr/>
          <p:nvPr/>
        </p:nvSpPr>
        <p:spPr>
          <a:xfrm rot="16200000">
            <a:off x="5845960" y="2416543"/>
            <a:ext cx="262761" cy="423357"/>
          </a:xfrm>
          <a:custGeom>
            <a:avLst/>
            <a:gdLst>
              <a:gd name="connsiteX0" fmla="*/ 0 w 262761"/>
              <a:gd name="connsiteY0" fmla="*/ 84671 h 423357"/>
              <a:gd name="connsiteX1" fmla="*/ 131381 w 262761"/>
              <a:gd name="connsiteY1" fmla="*/ 84671 h 423357"/>
              <a:gd name="connsiteX2" fmla="*/ 131381 w 262761"/>
              <a:gd name="connsiteY2" fmla="*/ 0 h 423357"/>
              <a:gd name="connsiteX3" fmla="*/ 262761 w 262761"/>
              <a:gd name="connsiteY3" fmla="*/ 211679 h 423357"/>
              <a:gd name="connsiteX4" fmla="*/ 131381 w 262761"/>
              <a:gd name="connsiteY4" fmla="*/ 423357 h 423357"/>
              <a:gd name="connsiteX5" fmla="*/ 131381 w 262761"/>
              <a:gd name="connsiteY5" fmla="*/ 338686 h 423357"/>
              <a:gd name="connsiteX6" fmla="*/ 0 w 262761"/>
              <a:gd name="connsiteY6" fmla="*/ 338686 h 423357"/>
              <a:gd name="connsiteX7" fmla="*/ 0 w 262761"/>
              <a:gd name="connsiteY7" fmla="*/ 84671 h 42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761" h="423357">
                <a:moveTo>
                  <a:pt x="0" y="84671"/>
                </a:moveTo>
                <a:lnTo>
                  <a:pt x="131381" y="84671"/>
                </a:lnTo>
                <a:lnTo>
                  <a:pt x="131381" y="0"/>
                </a:lnTo>
                <a:lnTo>
                  <a:pt x="262761" y="211679"/>
                </a:lnTo>
                <a:lnTo>
                  <a:pt x="131381" y="423357"/>
                </a:lnTo>
                <a:lnTo>
                  <a:pt x="131381" y="338686"/>
                </a:lnTo>
                <a:lnTo>
                  <a:pt x="0" y="338686"/>
                </a:lnTo>
                <a:lnTo>
                  <a:pt x="0" y="84671"/>
                </a:lnTo>
                <a:close/>
              </a:path>
            </a:pathLst>
          </a:custGeom>
          <a:solidFill>
            <a:schemeClr val="accent1">
              <a:lumMod val="75000"/>
            </a:schemeClr>
          </a:solidFill>
        </p:spPr>
        <p:style>
          <a:lnRef idx="0">
            <a:schemeClr val="accent1">
              <a:tint val="60000"/>
              <a:hueOff val="0"/>
              <a:satOff val="0"/>
              <a:lumOff val="0"/>
              <a:alphaOff val="0"/>
            </a:schemeClr>
          </a:lnRef>
          <a:fillRef idx="1">
            <a:scrgbClr r="0" g="0" b="0"/>
          </a:fillRef>
          <a:effectRef idx="1">
            <a:schemeClr val="accent1">
              <a:tint val="60000"/>
              <a:hueOff val="0"/>
              <a:satOff val="0"/>
              <a:lumOff val="0"/>
              <a:alphaOff val="0"/>
            </a:schemeClr>
          </a:effectRef>
          <a:fontRef idx="minor">
            <a:schemeClr val="lt1"/>
          </a:fontRef>
        </p:style>
        <p:txBody>
          <a:bodyPr spcFirstLastPara="0" vert="horz" wrap="square" lIns="-1" tIns="84671" rIns="78828" bIns="84671" numCol="1" spcCol="1270" anchor="ctr" anchorCtr="0">
            <a:noAutofit/>
          </a:bodyPr>
          <a:lstStyle/>
          <a:p>
            <a:pPr marL="0" lvl="0" indent="0" algn="ctr" defTabSz="622300">
              <a:lnSpc>
                <a:spcPct val="90000"/>
              </a:lnSpc>
              <a:spcBef>
                <a:spcPct val="0"/>
              </a:spcBef>
              <a:spcAft>
                <a:spcPct val="35000"/>
              </a:spcAft>
              <a:buNone/>
            </a:pPr>
            <a:endParaRPr lang="de-DE" sz="1400" kern="1200"/>
          </a:p>
        </p:txBody>
      </p:sp>
      <p:sp>
        <p:nvSpPr>
          <p:cNvPr id="9" name="Freihandform: Form 8">
            <a:extLst>
              <a:ext uri="{FF2B5EF4-FFF2-40B4-BE49-F238E27FC236}">
                <a16:creationId xmlns:a16="http://schemas.microsoft.com/office/drawing/2014/main" id="{B4D5DD1F-4AB6-D07F-C7AA-9193182BEF9E}"/>
              </a:ext>
            </a:extLst>
          </p:cNvPr>
          <p:cNvSpPr/>
          <p:nvPr/>
        </p:nvSpPr>
        <p:spPr>
          <a:xfrm>
            <a:off x="5260509" y="1001295"/>
            <a:ext cx="1433663" cy="1371603"/>
          </a:xfrm>
          <a:custGeom>
            <a:avLst/>
            <a:gdLst>
              <a:gd name="connsiteX0" fmla="*/ 0 w 1433663"/>
              <a:gd name="connsiteY0" fmla="*/ 685802 h 1371603"/>
              <a:gd name="connsiteX1" fmla="*/ 716832 w 1433663"/>
              <a:gd name="connsiteY1" fmla="*/ 0 h 1371603"/>
              <a:gd name="connsiteX2" fmla="*/ 1433664 w 1433663"/>
              <a:gd name="connsiteY2" fmla="*/ 685802 h 1371603"/>
              <a:gd name="connsiteX3" fmla="*/ 716832 w 1433663"/>
              <a:gd name="connsiteY3" fmla="*/ 1371604 h 1371603"/>
              <a:gd name="connsiteX4" fmla="*/ 0 w 1433663"/>
              <a:gd name="connsiteY4" fmla="*/ 685802 h 1371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3663" h="1371603">
                <a:moveTo>
                  <a:pt x="0" y="685802"/>
                </a:moveTo>
                <a:cubicBezTo>
                  <a:pt x="0" y="307044"/>
                  <a:pt x="320937" y="0"/>
                  <a:pt x="716832" y="0"/>
                </a:cubicBezTo>
                <a:cubicBezTo>
                  <a:pt x="1112727" y="0"/>
                  <a:pt x="1433664" y="307044"/>
                  <a:pt x="1433664" y="685802"/>
                </a:cubicBezTo>
                <a:cubicBezTo>
                  <a:pt x="1433664" y="1064560"/>
                  <a:pt x="1112727" y="1371604"/>
                  <a:pt x="716832" y="1371604"/>
                </a:cubicBezTo>
                <a:cubicBezTo>
                  <a:pt x="320937" y="1371604"/>
                  <a:pt x="0" y="1064560"/>
                  <a:pt x="0" y="685802"/>
                </a:cubicBezTo>
                <a:close/>
              </a:path>
            </a:pathLst>
          </a:custGeom>
          <a:solidFill>
            <a:schemeClr val="accent1">
              <a:lumMod val="60000"/>
              <a:lumOff val="40000"/>
            </a:schemeClr>
          </a:solidFill>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227735" tIns="218647" rIns="227735" bIns="218647" numCol="1" spcCol="1270" anchor="ctr" anchorCtr="0">
            <a:noAutofit/>
          </a:bodyPr>
          <a:lstStyle/>
          <a:p>
            <a:pPr marL="0" lvl="0" indent="0" algn="ctr" defTabSz="622300">
              <a:lnSpc>
                <a:spcPct val="90000"/>
              </a:lnSpc>
              <a:spcBef>
                <a:spcPct val="0"/>
              </a:spcBef>
              <a:spcAft>
                <a:spcPct val="35000"/>
              </a:spcAft>
              <a:buNone/>
            </a:pPr>
            <a:r>
              <a:rPr lang="de-DE" sz="1400" b="1" kern="1200" err="1"/>
              <a:t>Prompting</a:t>
            </a:r>
            <a:endParaRPr lang="de-DE" sz="1400" b="1" kern="1200"/>
          </a:p>
          <a:p>
            <a:pPr marL="57150" lvl="1" indent="-57150" algn="ctr" defTabSz="488950">
              <a:lnSpc>
                <a:spcPct val="90000"/>
              </a:lnSpc>
              <a:spcBef>
                <a:spcPct val="0"/>
              </a:spcBef>
              <a:spcAft>
                <a:spcPct val="15000"/>
              </a:spcAft>
              <a:buNone/>
            </a:pPr>
            <a:r>
              <a:rPr lang="de-DE" sz="1100" kern="1200"/>
              <a:t>Verhalten steuern</a:t>
            </a:r>
          </a:p>
        </p:txBody>
      </p:sp>
      <p:sp>
        <p:nvSpPr>
          <p:cNvPr id="10" name="Freihandform: Form 9">
            <a:extLst>
              <a:ext uri="{FF2B5EF4-FFF2-40B4-BE49-F238E27FC236}">
                <a16:creationId xmlns:a16="http://schemas.microsoft.com/office/drawing/2014/main" id="{CFB9E139-9241-CEE1-F96E-FE3BC77651B7}"/>
              </a:ext>
            </a:extLst>
          </p:cNvPr>
          <p:cNvSpPr/>
          <p:nvPr/>
        </p:nvSpPr>
        <p:spPr>
          <a:xfrm>
            <a:off x="6639911" y="3217321"/>
            <a:ext cx="246315" cy="423357"/>
          </a:xfrm>
          <a:custGeom>
            <a:avLst/>
            <a:gdLst>
              <a:gd name="connsiteX0" fmla="*/ 0 w 246315"/>
              <a:gd name="connsiteY0" fmla="*/ 84671 h 423357"/>
              <a:gd name="connsiteX1" fmla="*/ 123158 w 246315"/>
              <a:gd name="connsiteY1" fmla="*/ 84671 h 423357"/>
              <a:gd name="connsiteX2" fmla="*/ 123158 w 246315"/>
              <a:gd name="connsiteY2" fmla="*/ 0 h 423357"/>
              <a:gd name="connsiteX3" fmla="*/ 246315 w 246315"/>
              <a:gd name="connsiteY3" fmla="*/ 211679 h 423357"/>
              <a:gd name="connsiteX4" fmla="*/ 123158 w 246315"/>
              <a:gd name="connsiteY4" fmla="*/ 423357 h 423357"/>
              <a:gd name="connsiteX5" fmla="*/ 123158 w 246315"/>
              <a:gd name="connsiteY5" fmla="*/ 338686 h 423357"/>
              <a:gd name="connsiteX6" fmla="*/ 0 w 246315"/>
              <a:gd name="connsiteY6" fmla="*/ 338686 h 423357"/>
              <a:gd name="connsiteX7" fmla="*/ 0 w 246315"/>
              <a:gd name="connsiteY7" fmla="*/ 84671 h 42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315" h="423357">
                <a:moveTo>
                  <a:pt x="0" y="84671"/>
                </a:moveTo>
                <a:lnTo>
                  <a:pt x="123158" y="84671"/>
                </a:lnTo>
                <a:lnTo>
                  <a:pt x="123158" y="0"/>
                </a:lnTo>
                <a:lnTo>
                  <a:pt x="246315" y="211679"/>
                </a:lnTo>
                <a:lnTo>
                  <a:pt x="123158" y="423357"/>
                </a:lnTo>
                <a:lnTo>
                  <a:pt x="123158" y="338686"/>
                </a:lnTo>
                <a:lnTo>
                  <a:pt x="0" y="338686"/>
                </a:lnTo>
                <a:lnTo>
                  <a:pt x="0" y="84671"/>
                </a:lnTo>
                <a:close/>
              </a:path>
            </a:pathLst>
          </a:custGeom>
          <a:solidFill>
            <a:schemeClr val="accent1">
              <a:lumMod val="75000"/>
            </a:schemeClr>
          </a:solidFill>
        </p:spPr>
        <p:style>
          <a:lnRef idx="0">
            <a:schemeClr val="accent1">
              <a:tint val="60000"/>
              <a:hueOff val="0"/>
              <a:satOff val="0"/>
              <a:lumOff val="0"/>
              <a:alphaOff val="0"/>
            </a:schemeClr>
          </a:lnRef>
          <a:fillRef idx="1">
            <a:scrgbClr r="0" g="0" b="0"/>
          </a:fillRef>
          <a:effectRef idx="1">
            <a:schemeClr val="accent1">
              <a:tint val="60000"/>
              <a:hueOff val="0"/>
              <a:satOff val="0"/>
              <a:lumOff val="0"/>
              <a:alphaOff val="0"/>
            </a:schemeClr>
          </a:effectRef>
          <a:fontRef idx="minor">
            <a:schemeClr val="lt1"/>
          </a:fontRef>
        </p:style>
        <p:txBody>
          <a:bodyPr spcFirstLastPara="0" vert="horz" wrap="square" lIns="0" tIns="84671" rIns="73894" bIns="84671" numCol="1" spcCol="1270" anchor="ctr" anchorCtr="0">
            <a:noAutofit/>
          </a:bodyPr>
          <a:lstStyle/>
          <a:p>
            <a:pPr marL="0" lvl="0" indent="0" algn="ctr" defTabSz="622300">
              <a:lnSpc>
                <a:spcPct val="90000"/>
              </a:lnSpc>
              <a:spcBef>
                <a:spcPct val="0"/>
              </a:spcBef>
              <a:spcAft>
                <a:spcPct val="35000"/>
              </a:spcAft>
              <a:buNone/>
            </a:pPr>
            <a:endParaRPr lang="de-DE" sz="1400" kern="1200"/>
          </a:p>
        </p:txBody>
      </p:sp>
      <p:sp>
        <p:nvSpPr>
          <p:cNvPr id="11" name="Freihandform: Form 10">
            <a:extLst>
              <a:ext uri="{FF2B5EF4-FFF2-40B4-BE49-F238E27FC236}">
                <a16:creationId xmlns:a16="http://schemas.microsoft.com/office/drawing/2014/main" id="{4A2C71D3-3714-28D3-B801-7C6A2691A8AE}"/>
              </a:ext>
            </a:extLst>
          </p:cNvPr>
          <p:cNvSpPr/>
          <p:nvPr/>
        </p:nvSpPr>
        <p:spPr>
          <a:xfrm>
            <a:off x="7002413" y="2743198"/>
            <a:ext cx="1433663" cy="1371603"/>
          </a:xfrm>
          <a:custGeom>
            <a:avLst/>
            <a:gdLst>
              <a:gd name="connsiteX0" fmla="*/ 0 w 1433663"/>
              <a:gd name="connsiteY0" fmla="*/ 685802 h 1371603"/>
              <a:gd name="connsiteX1" fmla="*/ 716832 w 1433663"/>
              <a:gd name="connsiteY1" fmla="*/ 0 h 1371603"/>
              <a:gd name="connsiteX2" fmla="*/ 1433664 w 1433663"/>
              <a:gd name="connsiteY2" fmla="*/ 685802 h 1371603"/>
              <a:gd name="connsiteX3" fmla="*/ 716832 w 1433663"/>
              <a:gd name="connsiteY3" fmla="*/ 1371604 h 1371603"/>
              <a:gd name="connsiteX4" fmla="*/ 0 w 1433663"/>
              <a:gd name="connsiteY4" fmla="*/ 685802 h 1371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3663" h="1371603">
                <a:moveTo>
                  <a:pt x="0" y="685802"/>
                </a:moveTo>
                <a:cubicBezTo>
                  <a:pt x="0" y="307044"/>
                  <a:pt x="320937" y="0"/>
                  <a:pt x="716832" y="0"/>
                </a:cubicBezTo>
                <a:cubicBezTo>
                  <a:pt x="1112727" y="0"/>
                  <a:pt x="1433664" y="307044"/>
                  <a:pt x="1433664" y="685802"/>
                </a:cubicBezTo>
                <a:cubicBezTo>
                  <a:pt x="1433664" y="1064560"/>
                  <a:pt x="1112727" y="1371604"/>
                  <a:pt x="716832" y="1371604"/>
                </a:cubicBezTo>
                <a:cubicBezTo>
                  <a:pt x="320937" y="1371604"/>
                  <a:pt x="0" y="1064560"/>
                  <a:pt x="0" y="685802"/>
                </a:cubicBezTo>
                <a:close/>
              </a:path>
            </a:pathLst>
          </a:custGeom>
          <a:solidFill>
            <a:schemeClr val="accent1">
              <a:lumMod val="60000"/>
              <a:lumOff val="40000"/>
            </a:schemeClr>
          </a:solidFill>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227735" tIns="218647" rIns="227735" bIns="218647" numCol="1" spcCol="1270" anchor="ctr" anchorCtr="0">
            <a:noAutofit/>
          </a:bodyPr>
          <a:lstStyle/>
          <a:p>
            <a:pPr marL="0" lvl="0" indent="0" algn="ctr" defTabSz="622300">
              <a:lnSpc>
                <a:spcPct val="90000"/>
              </a:lnSpc>
              <a:spcBef>
                <a:spcPct val="0"/>
              </a:spcBef>
              <a:spcAft>
                <a:spcPct val="35000"/>
              </a:spcAft>
              <a:buNone/>
            </a:pPr>
            <a:r>
              <a:rPr lang="de-DE" sz="1400" b="1" kern="1200"/>
              <a:t>Tools</a:t>
            </a:r>
          </a:p>
          <a:p>
            <a:pPr marL="57150" lvl="1" indent="-57150" algn="ctr" defTabSz="488950">
              <a:lnSpc>
                <a:spcPct val="90000"/>
              </a:lnSpc>
              <a:spcBef>
                <a:spcPct val="0"/>
              </a:spcBef>
              <a:spcAft>
                <a:spcPct val="15000"/>
              </a:spcAft>
              <a:buNone/>
            </a:pPr>
            <a:r>
              <a:rPr lang="de-DE" sz="1100" kern="1200"/>
              <a:t>Fähigkeiten</a:t>
            </a:r>
          </a:p>
        </p:txBody>
      </p:sp>
      <p:sp>
        <p:nvSpPr>
          <p:cNvPr id="12" name="Freihandform: Form 11">
            <a:extLst>
              <a:ext uri="{FF2B5EF4-FFF2-40B4-BE49-F238E27FC236}">
                <a16:creationId xmlns:a16="http://schemas.microsoft.com/office/drawing/2014/main" id="{B0E3B0C2-1E7B-F9BF-48B6-26C089C1207C}"/>
              </a:ext>
            </a:extLst>
          </p:cNvPr>
          <p:cNvSpPr/>
          <p:nvPr/>
        </p:nvSpPr>
        <p:spPr>
          <a:xfrm rot="5400000">
            <a:off x="5845960" y="4018098"/>
            <a:ext cx="262761" cy="423357"/>
          </a:xfrm>
          <a:custGeom>
            <a:avLst/>
            <a:gdLst>
              <a:gd name="connsiteX0" fmla="*/ 0 w 262761"/>
              <a:gd name="connsiteY0" fmla="*/ 84671 h 423357"/>
              <a:gd name="connsiteX1" fmla="*/ 131381 w 262761"/>
              <a:gd name="connsiteY1" fmla="*/ 84671 h 423357"/>
              <a:gd name="connsiteX2" fmla="*/ 131381 w 262761"/>
              <a:gd name="connsiteY2" fmla="*/ 0 h 423357"/>
              <a:gd name="connsiteX3" fmla="*/ 262761 w 262761"/>
              <a:gd name="connsiteY3" fmla="*/ 211679 h 423357"/>
              <a:gd name="connsiteX4" fmla="*/ 131381 w 262761"/>
              <a:gd name="connsiteY4" fmla="*/ 423357 h 423357"/>
              <a:gd name="connsiteX5" fmla="*/ 131381 w 262761"/>
              <a:gd name="connsiteY5" fmla="*/ 338686 h 423357"/>
              <a:gd name="connsiteX6" fmla="*/ 0 w 262761"/>
              <a:gd name="connsiteY6" fmla="*/ 338686 h 423357"/>
              <a:gd name="connsiteX7" fmla="*/ 0 w 262761"/>
              <a:gd name="connsiteY7" fmla="*/ 84671 h 42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761" h="423357">
                <a:moveTo>
                  <a:pt x="0" y="84671"/>
                </a:moveTo>
                <a:lnTo>
                  <a:pt x="131381" y="84671"/>
                </a:lnTo>
                <a:lnTo>
                  <a:pt x="131381" y="0"/>
                </a:lnTo>
                <a:lnTo>
                  <a:pt x="262761" y="211679"/>
                </a:lnTo>
                <a:lnTo>
                  <a:pt x="131381" y="423357"/>
                </a:lnTo>
                <a:lnTo>
                  <a:pt x="131381" y="338686"/>
                </a:lnTo>
                <a:lnTo>
                  <a:pt x="0" y="338686"/>
                </a:lnTo>
                <a:lnTo>
                  <a:pt x="0" y="84671"/>
                </a:lnTo>
                <a:close/>
              </a:path>
            </a:pathLst>
          </a:custGeom>
          <a:solidFill>
            <a:schemeClr val="accent1">
              <a:lumMod val="75000"/>
            </a:schemeClr>
          </a:solidFill>
        </p:spPr>
        <p:style>
          <a:lnRef idx="0">
            <a:schemeClr val="accent1">
              <a:tint val="60000"/>
              <a:hueOff val="0"/>
              <a:satOff val="0"/>
              <a:lumOff val="0"/>
              <a:alphaOff val="0"/>
            </a:schemeClr>
          </a:lnRef>
          <a:fillRef idx="1">
            <a:scrgbClr r="0" g="0" b="0"/>
          </a:fillRef>
          <a:effectRef idx="1">
            <a:schemeClr val="accent1">
              <a:tint val="60000"/>
              <a:hueOff val="0"/>
              <a:satOff val="0"/>
              <a:lumOff val="0"/>
              <a:alphaOff val="0"/>
            </a:schemeClr>
          </a:effectRef>
          <a:fontRef idx="minor">
            <a:schemeClr val="lt1"/>
          </a:fontRef>
        </p:style>
        <p:txBody>
          <a:bodyPr spcFirstLastPara="0" vert="horz" wrap="square" lIns="0" tIns="84669" rIns="78828" bIns="84672" numCol="1" spcCol="1270" anchor="ctr" anchorCtr="0">
            <a:noAutofit/>
          </a:bodyPr>
          <a:lstStyle/>
          <a:p>
            <a:pPr marL="0" lvl="0" indent="0" algn="ctr" defTabSz="622300">
              <a:lnSpc>
                <a:spcPct val="90000"/>
              </a:lnSpc>
              <a:spcBef>
                <a:spcPct val="0"/>
              </a:spcBef>
              <a:spcAft>
                <a:spcPct val="35000"/>
              </a:spcAft>
              <a:buNone/>
            </a:pPr>
            <a:endParaRPr lang="de-DE" sz="1400" kern="1200"/>
          </a:p>
        </p:txBody>
      </p:sp>
      <p:sp>
        <p:nvSpPr>
          <p:cNvPr id="13" name="Freihandform: Form 12">
            <a:extLst>
              <a:ext uri="{FF2B5EF4-FFF2-40B4-BE49-F238E27FC236}">
                <a16:creationId xmlns:a16="http://schemas.microsoft.com/office/drawing/2014/main" id="{948D43D7-BFE5-4AE8-7984-EC6EF0DFC214}"/>
              </a:ext>
            </a:extLst>
          </p:cNvPr>
          <p:cNvSpPr/>
          <p:nvPr/>
        </p:nvSpPr>
        <p:spPr>
          <a:xfrm>
            <a:off x="5260509" y="4485101"/>
            <a:ext cx="1433663" cy="1371603"/>
          </a:xfrm>
          <a:custGeom>
            <a:avLst/>
            <a:gdLst>
              <a:gd name="connsiteX0" fmla="*/ 0 w 1433663"/>
              <a:gd name="connsiteY0" fmla="*/ 685802 h 1371603"/>
              <a:gd name="connsiteX1" fmla="*/ 716832 w 1433663"/>
              <a:gd name="connsiteY1" fmla="*/ 0 h 1371603"/>
              <a:gd name="connsiteX2" fmla="*/ 1433664 w 1433663"/>
              <a:gd name="connsiteY2" fmla="*/ 685802 h 1371603"/>
              <a:gd name="connsiteX3" fmla="*/ 716832 w 1433663"/>
              <a:gd name="connsiteY3" fmla="*/ 1371604 h 1371603"/>
              <a:gd name="connsiteX4" fmla="*/ 0 w 1433663"/>
              <a:gd name="connsiteY4" fmla="*/ 685802 h 1371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3663" h="1371603">
                <a:moveTo>
                  <a:pt x="0" y="685802"/>
                </a:moveTo>
                <a:cubicBezTo>
                  <a:pt x="0" y="307044"/>
                  <a:pt x="320937" y="0"/>
                  <a:pt x="716832" y="0"/>
                </a:cubicBezTo>
                <a:cubicBezTo>
                  <a:pt x="1112727" y="0"/>
                  <a:pt x="1433664" y="307044"/>
                  <a:pt x="1433664" y="685802"/>
                </a:cubicBezTo>
                <a:cubicBezTo>
                  <a:pt x="1433664" y="1064560"/>
                  <a:pt x="1112727" y="1371604"/>
                  <a:pt x="716832" y="1371604"/>
                </a:cubicBezTo>
                <a:cubicBezTo>
                  <a:pt x="320937" y="1371604"/>
                  <a:pt x="0" y="1064560"/>
                  <a:pt x="0" y="685802"/>
                </a:cubicBezTo>
                <a:close/>
              </a:path>
            </a:pathLst>
          </a:custGeom>
          <a:solidFill>
            <a:schemeClr val="accent1">
              <a:lumMod val="60000"/>
              <a:lumOff val="40000"/>
            </a:schemeClr>
          </a:solidFill>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227735" tIns="218647" rIns="227735" bIns="218647" numCol="1" spcCol="1270" anchor="ctr" anchorCtr="0">
            <a:noAutofit/>
          </a:bodyPr>
          <a:lstStyle/>
          <a:p>
            <a:pPr marL="0" lvl="0" indent="0" algn="ctr" defTabSz="622300">
              <a:lnSpc>
                <a:spcPct val="90000"/>
              </a:lnSpc>
              <a:spcBef>
                <a:spcPct val="0"/>
              </a:spcBef>
              <a:spcAft>
                <a:spcPct val="35000"/>
              </a:spcAft>
              <a:buNone/>
            </a:pPr>
            <a:r>
              <a:rPr lang="de-DE" sz="1400" b="1" kern="1200"/>
              <a:t>Fine Tuning</a:t>
            </a:r>
          </a:p>
          <a:p>
            <a:pPr marL="57150" lvl="1" indent="-57150" algn="ctr" defTabSz="488950">
              <a:lnSpc>
                <a:spcPct val="90000"/>
              </a:lnSpc>
              <a:spcBef>
                <a:spcPct val="0"/>
              </a:spcBef>
              <a:spcAft>
                <a:spcPct val="15000"/>
              </a:spcAft>
              <a:buNone/>
            </a:pPr>
            <a:r>
              <a:rPr lang="de-DE" sz="1100" kern="1200"/>
              <a:t>Modell anpassen</a:t>
            </a:r>
          </a:p>
        </p:txBody>
      </p:sp>
      <p:sp>
        <p:nvSpPr>
          <p:cNvPr id="14" name="Freihandform: Form 13">
            <a:extLst>
              <a:ext uri="{FF2B5EF4-FFF2-40B4-BE49-F238E27FC236}">
                <a16:creationId xmlns:a16="http://schemas.microsoft.com/office/drawing/2014/main" id="{BE88B733-F58E-8F9C-1FC6-D0F6B1B9B022}"/>
              </a:ext>
            </a:extLst>
          </p:cNvPr>
          <p:cNvSpPr/>
          <p:nvPr/>
        </p:nvSpPr>
        <p:spPr>
          <a:xfrm>
            <a:off x="5068455" y="3217320"/>
            <a:ext cx="246316" cy="423358"/>
          </a:xfrm>
          <a:custGeom>
            <a:avLst/>
            <a:gdLst>
              <a:gd name="connsiteX0" fmla="*/ 0 w 246315"/>
              <a:gd name="connsiteY0" fmla="*/ 84671 h 423357"/>
              <a:gd name="connsiteX1" fmla="*/ 123158 w 246315"/>
              <a:gd name="connsiteY1" fmla="*/ 84671 h 423357"/>
              <a:gd name="connsiteX2" fmla="*/ 123158 w 246315"/>
              <a:gd name="connsiteY2" fmla="*/ 0 h 423357"/>
              <a:gd name="connsiteX3" fmla="*/ 246315 w 246315"/>
              <a:gd name="connsiteY3" fmla="*/ 211679 h 423357"/>
              <a:gd name="connsiteX4" fmla="*/ 123158 w 246315"/>
              <a:gd name="connsiteY4" fmla="*/ 423357 h 423357"/>
              <a:gd name="connsiteX5" fmla="*/ 123158 w 246315"/>
              <a:gd name="connsiteY5" fmla="*/ 338686 h 423357"/>
              <a:gd name="connsiteX6" fmla="*/ 0 w 246315"/>
              <a:gd name="connsiteY6" fmla="*/ 338686 h 423357"/>
              <a:gd name="connsiteX7" fmla="*/ 0 w 246315"/>
              <a:gd name="connsiteY7" fmla="*/ 84671 h 42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315" h="423357">
                <a:moveTo>
                  <a:pt x="246314" y="338686"/>
                </a:moveTo>
                <a:lnTo>
                  <a:pt x="123157" y="338686"/>
                </a:lnTo>
                <a:lnTo>
                  <a:pt x="123157" y="423357"/>
                </a:lnTo>
                <a:lnTo>
                  <a:pt x="1" y="211678"/>
                </a:lnTo>
                <a:lnTo>
                  <a:pt x="123157" y="0"/>
                </a:lnTo>
                <a:lnTo>
                  <a:pt x="123157" y="84671"/>
                </a:lnTo>
                <a:lnTo>
                  <a:pt x="246314" y="84671"/>
                </a:lnTo>
                <a:lnTo>
                  <a:pt x="246314" y="338686"/>
                </a:lnTo>
                <a:close/>
              </a:path>
            </a:pathLst>
          </a:custGeom>
          <a:solidFill>
            <a:schemeClr val="accent1">
              <a:lumMod val="75000"/>
            </a:schemeClr>
          </a:solidFill>
        </p:spPr>
        <p:style>
          <a:lnRef idx="0">
            <a:schemeClr val="accent1">
              <a:tint val="60000"/>
              <a:hueOff val="0"/>
              <a:satOff val="0"/>
              <a:lumOff val="0"/>
              <a:alphaOff val="0"/>
            </a:schemeClr>
          </a:lnRef>
          <a:fillRef idx="1">
            <a:scrgbClr r="0" g="0" b="0"/>
          </a:fillRef>
          <a:effectRef idx="1">
            <a:schemeClr val="accent1">
              <a:tint val="60000"/>
              <a:hueOff val="0"/>
              <a:satOff val="0"/>
              <a:lumOff val="0"/>
              <a:alphaOff val="0"/>
            </a:schemeClr>
          </a:effectRef>
          <a:fontRef idx="minor">
            <a:schemeClr val="lt1"/>
          </a:fontRef>
        </p:style>
        <p:txBody>
          <a:bodyPr spcFirstLastPara="0" vert="horz" wrap="square" lIns="73894" tIns="84672" rIns="1" bIns="84671" numCol="1" spcCol="1270" anchor="ctr" anchorCtr="0">
            <a:noAutofit/>
          </a:bodyPr>
          <a:lstStyle/>
          <a:p>
            <a:pPr marL="0" lvl="0" indent="0" algn="ctr" defTabSz="622300">
              <a:lnSpc>
                <a:spcPct val="90000"/>
              </a:lnSpc>
              <a:spcBef>
                <a:spcPct val="0"/>
              </a:spcBef>
              <a:spcAft>
                <a:spcPct val="35000"/>
              </a:spcAft>
              <a:buNone/>
            </a:pPr>
            <a:endParaRPr lang="de-DE" sz="1400" kern="1200"/>
          </a:p>
        </p:txBody>
      </p:sp>
      <p:sp>
        <p:nvSpPr>
          <p:cNvPr id="15" name="Freihandform: Form 14">
            <a:extLst>
              <a:ext uri="{FF2B5EF4-FFF2-40B4-BE49-F238E27FC236}">
                <a16:creationId xmlns:a16="http://schemas.microsoft.com/office/drawing/2014/main" id="{54F4AAFE-C3EE-7345-BD40-3AAA33417480}"/>
              </a:ext>
            </a:extLst>
          </p:cNvPr>
          <p:cNvSpPr/>
          <p:nvPr/>
        </p:nvSpPr>
        <p:spPr>
          <a:xfrm>
            <a:off x="3518605" y="2743198"/>
            <a:ext cx="1433663" cy="1371603"/>
          </a:xfrm>
          <a:custGeom>
            <a:avLst/>
            <a:gdLst>
              <a:gd name="connsiteX0" fmla="*/ 0 w 1433663"/>
              <a:gd name="connsiteY0" fmla="*/ 685802 h 1371603"/>
              <a:gd name="connsiteX1" fmla="*/ 716832 w 1433663"/>
              <a:gd name="connsiteY1" fmla="*/ 0 h 1371603"/>
              <a:gd name="connsiteX2" fmla="*/ 1433664 w 1433663"/>
              <a:gd name="connsiteY2" fmla="*/ 685802 h 1371603"/>
              <a:gd name="connsiteX3" fmla="*/ 716832 w 1433663"/>
              <a:gd name="connsiteY3" fmla="*/ 1371604 h 1371603"/>
              <a:gd name="connsiteX4" fmla="*/ 0 w 1433663"/>
              <a:gd name="connsiteY4" fmla="*/ 685802 h 1371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3663" h="1371603">
                <a:moveTo>
                  <a:pt x="0" y="685802"/>
                </a:moveTo>
                <a:cubicBezTo>
                  <a:pt x="0" y="307044"/>
                  <a:pt x="320937" y="0"/>
                  <a:pt x="716832" y="0"/>
                </a:cubicBezTo>
                <a:cubicBezTo>
                  <a:pt x="1112727" y="0"/>
                  <a:pt x="1433664" y="307044"/>
                  <a:pt x="1433664" y="685802"/>
                </a:cubicBezTo>
                <a:cubicBezTo>
                  <a:pt x="1433664" y="1064560"/>
                  <a:pt x="1112727" y="1371604"/>
                  <a:pt x="716832" y="1371604"/>
                </a:cubicBezTo>
                <a:cubicBezTo>
                  <a:pt x="320937" y="1371604"/>
                  <a:pt x="0" y="1064560"/>
                  <a:pt x="0" y="685802"/>
                </a:cubicBezTo>
                <a:close/>
              </a:path>
            </a:pathLst>
          </a:custGeom>
          <a:solidFill>
            <a:schemeClr val="accent1">
              <a:lumMod val="60000"/>
              <a:lumOff val="40000"/>
            </a:schemeClr>
          </a:solidFill>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227735" tIns="218647" rIns="227735" bIns="218647" numCol="1" spcCol="1270" anchor="ctr" anchorCtr="0">
            <a:noAutofit/>
          </a:bodyPr>
          <a:lstStyle/>
          <a:p>
            <a:pPr marL="0" lvl="0" indent="0" algn="ctr" defTabSz="622300">
              <a:lnSpc>
                <a:spcPct val="90000"/>
              </a:lnSpc>
              <a:spcBef>
                <a:spcPct val="0"/>
              </a:spcBef>
              <a:spcAft>
                <a:spcPct val="35000"/>
              </a:spcAft>
              <a:buNone/>
            </a:pPr>
            <a:r>
              <a:rPr lang="de-DE" sz="1400" b="1" kern="1200"/>
              <a:t>RAG</a:t>
            </a:r>
          </a:p>
          <a:p>
            <a:pPr marL="57150" lvl="1" indent="-57150" algn="ctr" defTabSz="488950">
              <a:lnSpc>
                <a:spcPct val="90000"/>
              </a:lnSpc>
              <a:spcBef>
                <a:spcPct val="0"/>
              </a:spcBef>
              <a:spcAft>
                <a:spcPct val="15000"/>
              </a:spcAft>
              <a:buNone/>
            </a:pPr>
            <a:r>
              <a:rPr lang="de-DE" sz="1100" kern="1200"/>
              <a:t>Wissen</a:t>
            </a:r>
          </a:p>
        </p:txBody>
      </p:sp>
      <p:sp>
        <p:nvSpPr>
          <p:cNvPr id="16"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02  LLM-Grundlagen</a:t>
            </a:r>
          </a:p>
        </p:txBody>
      </p:sp>
    </p:spTree>
    <p:extLst>
      <p:ext uri="{BB962C8B-B14F-4D97-AF65-F5344CB8AC3E}">
        <p14:creationId xmlns:p14="http://schemas.microsoft.com/office/powerpoint/2010/main" val="64200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375E-6 3.33333E-6 L -4.375E-6 0.11296 " pathEditMode="relative" rAng="0" ptsTypes="AA">
                                      <p:cBhvr>
                                        <p:cTn id="6" dur="1500" spd="-100000" fill="hold"/>
                                        <p:tgtEl>
                                          <p:spTgt spid="8"/>
                                        </p:tgtEl>
                                        <p:attrNameLst>
                                          <p:attrName>ppt_x</p:attrName>
                                          <p:attrName>ppt_y</p:attrName>
                                        </p:attrNameLst>
                                      </p:cBhvr>
                                      <p:rCtr x="0" y="5532"/>
                                    </p:animMotion>
                                  </p:childTnLst>
                                </p:cTn>
                              </p:par>
                              <p:par>
                                <p:cTn id="7" presetID="64" presetClass="path" presetSubtype="0" accel="50000" decel="50000" fill="hold" grpId="0" nodeType="withEffect">
                                  <p:stCondLst>
                                    <p:cond delay="0"/>
                                  </p:stCondLst>
                                  <p:childTnLst>
                                    <p:animMotion origin="layout" path="M -4.375E-6 0.25394 L -4.375E-6 -2.96296E-6 " pathEditMode="relative" rAng="0" ptsTypes="AA">
                                      <p:cBhvr>
                                        <p:cTn id="8" dur="1500" fill="hold"/>
                                        <p:tgtEl>
                                          <p:spTgt spid="9"/>
                                        </p:tgtEl>
                                        <p:attrNameLst>
                                          <p:attrName>ppt_x</p:attrName>
                                          <p:attrName>ppt_y</p:attrName>
                                        </p:attrNameLst>
                                      </p:cBhvr>
                                      <p:rCtr x="0" y="-12801"/>
                                    </p:animMotion>
                                  </p:childTnLst>
                                </p:cTn>
                              </p:par>
                            </p:childTnLst>
                          </p:cTn>
                        </p:par>
                      </p:childTnLst>
                    </p:cTn>
                  </p:par>
                  <p:par>
                    <p:cTn id="9" fill="hold">
                      <p:stCondLst>
                        <p:cond delay="indefinite"/>
                      </p:stCondLst>
                      <p:childTnLst>
                        <p:par>
                          <p:cTn id="10" fill="hold">
                            <p:stCondLst>
                              <p:cond delay="0"/>
                            </p:stCondLst>
                            <p:childTnLst>
                              <p:par>
                                <p:cTn id="11" presetID="63" presetClass="path" presetSubtype="0" accel="50000" decel="50000" fill="hold" grpId="0" nodeType="clickEffect">
                                  <p:stCondLst>
                                    <p:cond delay="0"/>
                                  </p:stCondLst>
                                  <p:childTnLst>
                                    <p:animMotion origin="layout" path="M -0.06446 -0.00394 L 2.5E-6 0 " pathEditMode="relative" rAng="0" ptsTypes="AA">
                                      <p:cBhvr>
                                        <p:cTn id="12" dur="1500" fill="hold"/>
                                        <p:tgtEl>
                                          <p:spTgt spid="10"/>
                                        </p:tgtEl>
                                        <p:attrNameLst>
                                          <p:attrName>ppt_x</p:attrName>
                                          <p:attrName>ppt_y</p:attrName>
                                        </p:attrNameLst>
                                      </p:cBhvr>
                                      <p:rCtr x="3216" y="185"/>
                                    </p:animMotion>
                                  </p:childTnLst>
                                </p:cTn>
                              </p:par>
                              <p:par>
                                <p:cTn id="13" presetID="63" presetClass="path" presetSubtype="0" accel="50000" decel="50000" fill="hold" grpId="0" nodeType="withEffect">
                                  <p:stCondLst>
                                    <p:cond delay="0"/>
                                  </p:stCondLst>
                                  <p:childTnLst>
                                    <p:animMotion origin="layout" path="M -0.14284 -0.00394 L -3.54167E-6 0 " pathEditMode="relative" rAng="0" ptsTypes="AA">
                                      <p:cBhvr>
                                        <p:cTn id="14" dur="1500" fill="hold"/>
                                        <p:tgtEl>
                                          <p:spTgt spid="11"/>
                                        </p:tgtEl>
                                        <p:attrNameLst>
                                          <p:attrName>ppt_x</p:attrName>
                                          <p:attrName>ppt_y</p:attrName>
                                        </p:attrNameLst>
                                      </p:cBhvr>
                                      <p:rCtr x="7161" y="185"/>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4.375E-6 -0.12061 L -4.375E-6 -4.07407E-6 " pathEditMode="relative" rAng="0" ptsTypes="AA">
                                      <p:cBhvr>
                                        <p:cTn id="18" dur="1500" fill="hold"/>
                                        <p:tgtEl>
                                          <p:spTgt spid="12"/>
                                        </p:tgtEl>
                                        <p:attrNameLst>
                                          <p:attrName>ppt_x</p:attrName>
                                          <p:attrName>ppt_y</p:attrName>
                                        </p:attrNameLst>
                                      </p:cBhvr>
                                      <p:rCtr x="0" y="6088"/>
                                    </p:animMotion>
                                  </p:childTnLst>
                                </p:cTn>
                              </p:par>
                              <p:par>
                                <p:cTn id="19" presetID="42" presetClass="path" presetSubtype="0" accel="50000" decel="50000" fill="hold" grpId="0" nodeType="withEffect">
                                  <p:stCondLst>
                                    <p:cond delay="0"/>
                                  </p:stCondLst>
                                  <p:childTnLst>
                                    <p:animMotion origin="layout" path="M -4.375E-6 -0.25788 L -4.375E-6 4.81481E-6 " pathEditMode="relative" rAng="0" ptsTypes="AA">
                                      <p:cBhvr>
                                        <p:cTn id="20" dur="1500" fill="hold"/>
                                        <p:tgtEl>
                                          <p:spTgt spid="13"/>
                                        </p:tgtEl>
                                        <p:attrNameLst>
                                          <p:attrName>ppt_x</p:attrName>
                                          <p:attrName>ppt_y</p:attrName>
                                        </p:attrNameLst>
                                      </p:cBhvr>
                                      <p:rCtr x="0" y="12894"/>
                                    </p:animMotion>
                                  </p:childTnLst>
                                </p:cTn>
                              </p:par>
                            </p:childTnLst>
                          </p:cTn>
                        </p:par>
                      </p:childTnLst>
                    </p:cTn>
                  </p:par>
                  <p:par>
                    <p:cTn id="21" fill="hold">
                      <p:stCondLst>
                        <p:cond delay="indefinite"/>
                      </p:stCondLst>
                      <p:childTnLst>
                        <p:par>
                          <p:cTn id="22" fill="hold">
                            <p:stCondLst>
                              <p:cond delay="0"/>
                            </p:stCondLst>
                            <p:childTnLst>
                              <p:par>
                                <p:cTn id="23" presetID="35" presetClass="path" presetSubtype="0" accel="50000" decel="50000" fill="hold" grpId="0" nodeType="clickEffect">
                                  <p:stCondLst>
                                    <p:cond delay="0"/>
                                  </p:stCondLst>
                                  <p:childTnLst>
                                    <p:animMotion origin="layout" path="M 0.14283 -0.00394 L 1.66667E-6 0 " pathEditMode="relative" rAng="0" ptsTypes="AA">
                                      <p:cBhvr>
                                        <p:cTn id="24" dur="1500" fill="hold"/>
                                        <p:tgtEl>
                                          <p:spTgt spid="15"/>
                                        </p:tgtEl>
                                        <p:attrNameLst>
                                          <p:attrName>ppt_x</p:attrName>
                                          <p:attrName>ppt_y</p:attrName>
                                        </p:attrNameLst>
                                      </p:cBhvr>
                                      <p:rCtr x="-7070" y="185"/>
                                    </p:animMotion>
                                  </p:childTnLst>
                                </p:cTn>
                              </p:par>
                              <p:par>
                                <p:cTn id="25" presetID="35" presetClass="path" presetSubtype="0" accel="50000" decel="50000" fill="hold" grpId="0" nodeType="withEffect">
                                  <p:stCondLst>
                                    <p:cond delay="0"/>
                                  </p:stCondLst>
                                  <p:childTnLst>
                                    <p:animMotion origin="layout" path="M 0.06445 -0.00394 L -8.33333E-7 0 " pathEditMode="relative" rAng="0" ptsTypes="AA">
                                      <p:cBhvr>
                                        <p:cTn id="26" dur="1500" fill="hold"/>
                                        <p:tgtEl>
                                          <p:spTgt spid="14"/>
                                        </p:tgtEl>
                                        <p:attrNameLst>
                                          <p:attrName>ppt_x</p:attrName>
                                          <p:attrName>ppt_y</p:attrName>
                                        </p:attrNameLst>
                                      </p:cBhvr>
                                      <p:rCtr x="-3242"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err="1"/>
              <a:t>LLM-Erweiterungen im Vergleich</a:t>
            </a:r>
          </a:p>
        </p:txBody>
      </p:sp>
      <p:graphicFrame>
        <p:nvGraphicFramePr>
          <p:cNvPr id="6" name="Tabelle 5">
            <a:extLst>
              <a:ext uri="{FF2B5EF4-FFF2-40B4-BE49-F238E27FC236}">
                <a16:creationId xmlns:a16="http://schemas.microsoft.com/office/drawing/2014/main" id="{5B485D62-0F23-3C74-EEAE-388405D2BB08}"/>
              </a:ext>
            </a:extLst>
          </p:cNvPr>
          <p:cNvGraphicFramePr>
            <a:graphicFrameLocks noGrp="1"/>
          </p:cNvGraphicFramePr>
          <p:nvPr/>
        </p:nvGraphicFramePr>
        <p:xfrm>
          <a:off x="941834" y="1928356"/>
          <a:ext cx="10531364" cy="2931160"/>
        </p:xfrm>
        <a:graphic>
          <a:graphicData uri="http://schemas.openxmlformats.org/drawingml/2006/table">
            <a:tbl>
              <a:tblPr firstRow="1" bandRow="1">
                <a:tableStyleId>{5C22544A-7EE6-4342-B048-85BDC9FD1C3A}</a:tableStyleId>
              </a:tblPr>
              <a:tblGrid>
                <a:gridCol w="1883916">
                  <a:extLst>
                    <a:ext uri="{9D8B030D-6E8A-4147-A177-3AD203B41FA5}">
                      <a16:colId xmlns:a16="http://schemas.microsoft.com/office/drawing/2014/main" val="1209406134"/>
                    </a:ext>
                  </a:extLst>
                </a:gridCol>
                <a:gridCol w="3784600">
                  <a:extLst>
                    <a:ext uri="{9D8B030D-6E8A-4147-A177-3AD203B41FA5}">
                      <a16:colId xmlns:a16="http://schemas.microsoft.com/office/drawing/2014/main" val="4181967431"/>
                    </a:ext>
                  </a:extLst>
                </a:gridCol>
                <a:gridCol w="2006600">
                  <a:extLst>
                    <a:ext uri="{9D8B030D-6E8A-4147-A177-3AD203B41FA5}">
                      <a16:colId xmlns:a16="http://schemas.microsoft.com/office/drawing/2014/main" val="890815736"/>
                    </a:ext>
                  </a:extLst>
                </a:gridCol>
                <a:gridCol w="2856248">
                  <a:extLst>
                    <a:ext uri="{9D8B030D-6E8A-4147-A177-3AD203B41FA5}">
                      <a16:colId xmlns:a16="http://schemas.microsoft.com/office/drawing/2014/main" val="1772603418"/>
                    </a:ext>
                  </a:extLst>
                </a:gridCol>
              </a:tblGrid>
              <a:tr h="370840">
                <a:tc>
                  <a:txBody>
                    <a:bodyPr/>
                    <a:lstStyle/>
                    <a:p>
                      <a:r>
                        <a:rPr lang="de-DE"/>
                        <a:t>Ansatz</a:t>
                      </a:r>
                    </a:p>
                  </a:txBody>
                  <a:tcPr/>
                </a:tc>
                <a:tc>
                  <a:txBody>
                    <a:bodyPr/>
                    <a:lstStyle/>
                    <a:p>
                      <a:r>
                        <a:rPr lang="de-DE"/>
                        <a:t>Einfach erklärt</a:t>
                      </a:r>
                    </a:p>
                  </a:txBody>
                  <a:tcPr/>
                </a:tc>
                <a:tc>
                  <a:txBody>
                    <a:bodyPr/>
                    <a:lstStyle/>
                    <a:p>
                      <a:r>
                        <a:rPr lang="de-DE"/>
                        <a:t>Verändert</a:t>
                      </a:r>
                    </a:p>
                  </a:txBody>
                  <a:tcPr/>
                </a:tc>
                <a:tc>
                  <a:txBody>
                    <a:bodyPr/>
                    <a:lstStyle/>
                    <a:p>
                      <a:r>
                        <a:rPr lang="de-DE"/>
                        <a:t>Typischer Ansatz</a:t>
                      </a:r>
                    </a:p>
                  </a:txBody>
                  <a:tcPr/>
                </a:tc>
                <a:extLst>
                  <a:ext uri="{0D108BD9-81ED-4DB2-BD59-A6C34878D82A}">
                    <a16:rowId xmlns:a16="http://schemas.microsoft.com/office/drawing/2014/main" val="1769358214"/>
                  </a:ext>
                </a:extLst>
              </a:tr>
              <a:tr h="370840">
                <a:tc>
                  <a:txBody>
                    <a:bodyPr/>
                    <a:lstStyle/>
                    <a:p>
                      <a:r>
                        <a:rPr lang="de-DE" err="1"/>
                        <a:t>Prompting</a:t>
                      </a:r>
                      <a:endParaRPr lang="de-DE"/>
                    </a:p>
                  </a:txBody>
                  <a:tcPr/>
                </a:tc>
                <a:tc>
                  <a:txBody>
                    <a:bodyPr/>
                    <a:lstStyle/>
                    <a:p>
                      <a:r>
                        <a:rPr lang="de-DE"/>
                        <a:t>Klare Anweisungen</a:t>
                      </a:r>
                    </a:p>
                  </a:txBody>
                  <a:tcPr/>
                </a:tc>
                <a:tc>
                  <a:txBody>
                    <a:bodyPr/>
                    <a:lstStyle/>
                    <a:p>
                      <a:r>
                        <a:rPr lang="de-DE"/>
                        <a:t>Input</a:t>
                      </a:r>
                    </a:p>
                  </a:txBody>
                  <a:tcPr/>
                </a:tc>
                <a:tc>
                  <a:txBody>
                    <a:bodyPr/>
                    <a:lstStyle/>
                    <a:p>
                      <a:r>
                        <a:rPr lang="de-DE"/>
                        <a:t>Verhalten und Ausgabe steuern</a:t>
                      </a:r>
                    </a:p>
                  </a:txBody>
                  <a:tcPr/>
                </a:tc>
                <a:extLst>
                  <a:ext uri="{0D108BD9-81ED-4DB2-BD59-A6C34878D82A}">
                    <a16:rowId xmlns:a16="http://schemas.microsoft.com/office/drawing/2014/main" val="1013898747"/>
                  </a:ext>
                </a:extLst>
              </a:tr>
              <a:tr h="370840">
                <a:tc>
                  <a:txBody>
                    <a:bodyPr/>
                    <a:lstStyle/>
                    <a:p>
                      <a:r>
                        <a:rPr lang="de-DE"/>
                        <a:t>RAG</a:t>
                      </a:r>
                    </a:p>
                  </a:txBody>
                  <a:tcPr/>
                </a:tc>
                <a:tc>
                  <a:txBody>
                    <a:bodyPr/>
                    <a:lstStyle/>
                    <a:p>
                      <a:r>
                        <a:rPr lang="de-DE"/>
                        <a:t>Relevante Unterlagen bereitstellen</a:t>
                      </a:r>
                    </a:p>
                  </a:txBody>
                  <a:tcPr/>
                </a:tc>
                <a:tc>
                  <a:txBody>
                    <a:bodyPr/>
                    <a:lstStyle/>
                    <a:p>
                      <a:r>
                        <a:rPr lang="de-DE"/>
                        <a:t>Kontext</a:t>
                      </a:r>
                    </a:p>
                  </a:txBody>
                  <a:tcPr/>
                </a:tc>
                <a:tc>
                  <a:txBody>
                    <a:bodyPr/>
                    <a:lstStyle/>
                    <a:p>
                      <a:r>
                        <a:rPr lang="de-DE"/>
                        <a:t>Aktuelles oder internes Wissen</a:t>
                      </a:r>
                    </a:p>
                  </a:txBody>
                  <a:tcPr/>
                </a:tc>
                <a:extLst>
                  <a:ext uri="{0D108BD9-81ED-4DB2-BD59-A6C34878D82A}">
                    <a16:rowId xmlns:a16="http://schemas.microsoft.com/office/drawing/2014/main" val="2824871616"/>
                  </a:ext>
                </a:extLst>
              </a:tr>
              <a:tr h="370840">
                <a:tc>
                  <a:txBody>
                    <a:bodyPr/>
                    <a:lstStyle/>
                    <a:p>
                      <a:r>
                        <a:rPr lang="de-DE"/>
                        <a:t>Tools</a:t>
                      </a:r>
                    </a:p>
                  </a:txBody>
                  <a:tcPr/>
                </a:tc>
                <a:tc>
                  <a:txBody>
                    <a:bodyPr/>
                    <a:lstStyle/>
                    <a:p>
                      <a:r>
                        <a:rPr lang="de-DE"/>
                        <a:t>Werkzeuge bereitstellen</a:t>
                      </a:r>
                    </a:p>
                  </a:txBody>
                  <a:tcPr/>
                </a:tc>
                <a:tc>
                  <a:txBody>
                    <a:bodyPr/>
                    <a:lstStyle/>
                    <a:p>
                      <a:r>
                        <a:rPr lang="de-DE"/>
                        <a:t>Fähigkeiten</a:t>
                      </a:r>
                    </a:p>
                  </a:txBody>
                  <a:tcPr/>
                </a:tc>
                <a:tc>
                  <a:txBody>
                    <a:bodyPr/>
                    <a:lstStyle/>
                    <a:p>
                      <a:r>
                        <a:rPr lang="de-DE"/>
                        <a:t>Suchen, rechnen, Systeme nutzen</a:t>
                      </a:r>
                    </a:p>
                  </a:txBody>
                  <a:tcPr/>
                </a:tc>
                <a:extLst>
                  <a:ext uri="{0D108BD9-81ED-4DB2-BD59-A6C34878D82A}">
                    <a16:rowId xmlns:a16="http://schemas.microsoft.com/office/drawing/2014/main" val="1483855325"/>
                  </a:ext>
                </a:extLst>
              </a:tr>
              <a:tr h="370840">
                <a:tc>
                  <a:txBody>
                    <a:bodyPr/>
                    <a:lstStyle/>
                    <a:p>
                      <a:r>
                        <a:rPr lang="de-DE"/>
                        <a:t>Fine Tuning</a:t>
                      </a:r>
                    </a:p>
                  </a:txBody>
                  <a:tcPr/>
                </a:tc>
                <a:tc>
                  <a:txBody>
                    <a:bodyPr/>
                    <a:lstStyle/>
                    <a:p>
                      <a:r>
                        <a:rPr lang="de-DE"/>
                        <a:t>Modell gezielt nachtrainieren</a:t>
                      </a:r>
                    </a:p>
                  </a:txBody>
                  <a:tcPr/>
                </a:tc>
                <a:tc>
                  <a:txBody>
                    <a:bodyPr/>
                    <a:lstStyle/>
                    <a:p>
                      <a:r>
                        <a:rPr lang="de-DE"/>
                        <a:t>Modell</a:t>
                      </a:r>
                    </a:p>
                  </a:txBody>
                  <a:tcPr/>
                </a:tc>
                <a:tc>
                  <a:txBody>
                    <a:bodyPr/>
                    <a:lstStyle/>
                    <a:p>
                      <a:r>
                        <a:rPr lang="de-DE"/>
                        <a:t>Spezialisiertes Verhalten oder Fähigkeiten</a:t>
                      </a:r>
                    </a:p>
                  </a:txBody>
                  <a:tcPr/>
                </a:tc>
                <a:extLst>
                  <a:ext uri="{0D108BD9-81ED-4DB2-BD59-A6C34878D82A}">
                    <a16:rowId xmlns:a16="http://schemas.microsoft.com/office/drawing/2014/main" val="3181322567"/>
                  </a:ext>
                </a:extLst>
              </a:tr>
            </a:tbl>
          </a:graphicData>
        </a:graphic>
      </p:graphicFrame>
      <p:sp>
        <p:nvSpPr>
          <p:cNvPr id="7"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02  LLM-Grundlagen</a:t>
            </a:r>
          </a:p>
        </p:txBody>
      </p:sp>
    </p:spTree>
    <p:extLst>
      <p:ext uri="{BB962C8B-B14F-4D97-AF65-F5344CB8AC3E}">
        <p14:creationId xmlns:p14="http://schemas.microsoft.com/office/powerpoint/2010/main" val="2194893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8</a:t>
            </a:fld>
            <a:endParaRPr lang="en-US"/>
          </a:p>
        </p:txBody>
      </p:sp>
      <p:sp>
        <p:nvSpPr>
          <p:cNvPr id="1013" name="RAG-Grundprinzip">
            <a:extLst>
              <a:ext uri="{FF2B5EF4-FFF2-40B4-BE49-F238E27FC236}">
                <a16:creationId xmlns:a16="http://schemas.microsoft.com/office/drawing/2014/main" id="{42E01738-A9EE-4D39-A3FC-24999402AD57}"/>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RAG-Grundprinzip</a:t>
            </a:r>
          </a:p>
        </p:txBody>
      </p:sp>
      <p:sp>
        <p:nvSpPr>
          <p:cNvPr id="1003" name="Diagramm: Nutzerfrage">
            <a:extLst>
              <a:ext uri="{FF2B5EF4-FFF2-40B4-BE49-F238E27FC236}">
                <a16:creationId xmlns:a16="http://schemas.microsoft.com/office/drawing/2014/main" id="{4C484F90-B4C9-431C-A82E-62547842128C}"/>
              </a:ext>
            </a:extLst>
          </p:cNvPr>
          <p:cNvSpPr>
            <a:spLocks noGrp="1"/>
          </p:cNvSpPr>
          <p:nvPr/>
        </p:nvSpPr>
        <p:spPr>
          <a:xfrm>
            <a:off x="571500" y="2381250"/>
            <a:ext cx="2362200" cy="10287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Nutzerfrage</a:t>
            </a:r>
          </a:p>
        </p:txBody>
      </p:sp>
      <p:sp>
        <p:nvSpPr>
          <p:cNvPr id="1004" name="Diagramm: Suche in freigegebenen Quellen">
            <a:extLst>
              <a:ext uri="{FF2B5EF4-FFF2-40B4-BE49-F238E27FC236}">
                <a16:creationId xmlns:a16="http://schemas.microsoft.com/office/drawing/2014/main" id="{3C6142CD-25FA-4451-84E4-C1BEE58B6BC3}"/>
              </a:ext>
            </a:extLst>
          </p:cNvPr>
          <p:cNvSpPr>
            <a:spLocks noGrp="1"/>
          </p:cNvSpPr>
          <p:nvPr/>
        </p:nvSpPr>
        <p:spPr>
          <a:xfrm>
            <a:off x="3467100" y="2381250"/>
            <a:ext cx="2362200" cy="10287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Suche in</a:t>
            </a:r>
          </a:p>
          <a:p>
            <a:pPr algn="ctr">
              <a:defRPr sz="1875" b="0">
                <a:solidFill>
                  <a:srgbClr val="FFFFFF"/>
                </a:solidFill>
                <a:latin typeface="Arial"/>
                <a:ea typeface="Arial"/>
                <a:cs typeface="Arial"/>
              </a:defRPr>
            </a:pPr>
            <a:r>
              <a:rPr sz="1875" b="0">
                <a:solidFill>
                  <a:srgbClr val="FFFFFF"/>
                </a:solidFill>
                <a:latin typeface="Arial"/>
                <a:ea typeface="Arial"/>
                <a:cs typeface="Arial"/>
              </a:rPr>
              <a:t>freigegebenen Quellen</a:t>
            </a:r>
          </a:p>
        </p:txBody>
      </p:sp>
      <p:sp>
        <p:nvSpPr>
          <p:cNvPr id="1005" name="Diagramm: Ausgewählte Belege als Kontext">
            <a:extLst>
              <a:ext uri="{FF2B5EF4-FFF2-40B4-BE49-F238E27FC236}">
                <a16:creationId xmlns:a16="http://schemas.microsoft.com/office/drawing/2014/main" id="{027EE0DD-980B-4F60-947B-E088582606EB}"/>
              </a:ext>
            </a:extLst>
          </p:cNvPr>
          <p:cNvSpPr>
            <a:spLocks noGrp="1"/>
          </p:cNvSpPr>
          <p:nvPr/>
        </p:nvSpPr>
        <p:spPr>
          <a:xfrm>
            <a:off x="6362700" y="2381250"/>
            <a:ext cx="2362200" cy="10287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Ausgewählte Belege</a:t>
            </a:r>
          </a:p>
          <a:p>
            <a:pPr algn="ctr">
              <a:defRPr sz="1875" b="0">
                <a:solidFill>
                  <a:srgbClr val="FFFFFF"/>
                </a:solidFill>
                <a:latin typeface="Arial"/>
                <a:ea typeface="Arial"/>
                <a:cs typeface="Arial"/>
              </a:defRPr>
            </a:pPr>
            <a:r>
              <a:rPr sz="1875" b="0">
                <a:solidFill>
                  <a:srgbClr val="FFFFFF"/>
                </a:solidFill>
                <a:latin typeface="Arial"/>
                <a:ea typeface="Arial"/>
                <a:cs typeface="Arial"/>
              </a:rPr>
              <a:t>als Kontext</a:t>
            </a:r>
          </a:p>
        </p:txBody>
      </p:sp>
      <p:sp>
        <p:nvSpPr>
          <p:cNvPr id="1006" name="Diagramm: LLM formuliert die Antwort">
            <a:extLst>
              <a:ext uri="{FF2B5EF4-FFF2-40B4-BE49-F238E27FC236}">
                <a16:creationId xmlns:a16="http://schemas.microsoft.com/office/drawing/2014/main" id="{AC2298CB-B3FC-4563-8369-8D7ECDC320A6}"/>
              </a:ext>
            </a:extLst>
          </p:cNvPr>
          <p:cNvSpPr>
            <a:spLocks noGrp="1"/>
          </p:cNvSpPr>
          <p:nvPr/>
        </p:nvSpPr>
        <p:spPr>
          <a:xfrm>
            <a:off x="9258300" y="2381250"/>
            <a:ext cx="2362200" cy="10287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LLM formuliert</a:t>
            </a:r>
          </a:p>
          <a:p>
            <a:pPr algn="ctr">
              <a:defRPr sz="1875" b="0">
                <a:solidFill>
                  <a:srgbClr val="FFFFFF"/>
                </a:solidFill>
                <a:latin typeface="Arial"/>
                <a:ea typeface="Arial"/>
                <a:cs typeface="Arial"/>
              </a:defRPr>
            </a:pPr>
            <a:r>
              <a:rPr sz="1875" b="0">
                <a:solidFill>
                  <a:srgbClr val="FFFFFF"/>
                </a:solidFill>
                <a:latin typeface="Arial"/>
                <a:ea typeface="Arial"/>
                <a:cs typeface="Arial"/>
              </a:rPr>
              <a:t>die Antwort</a:t>
            </a:r>
          </a:p>
        </p:txBody>
      </p:sp>
      <p:cxnSp>
        <p:nvCxnSpPr>
          <p:cNvPr id="1019" name="Gerade Verbindung mit Pfeil 1018"/>
          <p:cNvCxnSpPr>
            <a:stCxn id="1003" idx="3"/>
            <a:endCxn id="1004" idx="1"/>
          </p:cNvCxnSpPr>
          <p:nvPr/>
        </p:nvCxnSpPr>
        <p:spPr>
          <a:xfrm>
            <a:off x="2933700" y="2895600"/>
            <a:ext cx="533400" cy="0"/>
          </a:xfrm>
          <a:prstGeom prst="straightConnector1">
            <a:avLst/>
          </a:prstGeom>
          <a:ln w="24765">
            <a:solidFill>
              <a:srgbClr val="7C98B5"/>
            </a:solidFill>
            <a:prstDash val="solid"/>
            <a:tailEnd type="triangle" w="med" len="med"/>
          </a:ln>
        </p:spPr>
      </p:cxnSp>
      <p:cxnSp>
        <p:nvCxnSpPr>
          <p:cNvPr id="1020" name="Gerade Verbindung mit Pfeil 1019"/>
          <p:cNvCxnSpPr>
            <a:stCxn id="1004" idx="3"/>
            <a:endCxn id="1005" idx="1"/>
          </p:cNvCxnSpPr>
          <p:nvPr/>
        </p:nvCxnSpPr>
        <p:spPr>
          <a:xfrm>
            <a:off x="5829300" y="2895600"/>
            <a:ext cx="533400" cy="0"/>
          </a:xfrm>
          <a:prstGeom prst="straightConnector1">
            <a:avLst/>
          </a:prstGeom>
          <a:ln w="24765">
            <a:solidFill>
              <a:srgbClr val="7C98B5"/>
            </a:solidFill>
            <a:prstDash val="solid"/>
            <a:tailEnd type="triangle" w="med" len="med"/>
          </a:ln>
        </p:spPr>
      </p:cxnSp>
      <p:cxnSp>
        <p:nvCxnSpPr>
          <p:cNvPr id="1021" name="Gerade Verbindung mit Pfeil 1020"/>
          <p:cNvCxnSpPr>
            <a:stCxn id="1005" idx="3"/>
            <a:endCxn id="1006" idx="1"/>
          </p:cNvCxnSpPr>
          <p:nvPr/>
        </p:nvCxnSpPr>
        <p:spPr>
          <a:xfrm>
            <a:off x="8724900" y="2895600"/>
            <a:ext cx="533400" cy="0"/>
          </a:xfrm>
          <a:prstGeom prst="straightConnector1">
            <a:avLst/>
          </a:prstGeom>
          <a:ln w="24765">
            <a:solidFill>
              <a:srgbClr val="7C98B5"/>
            </a:solidFill>
            <a:prstDash val="solid"/>
            <a:tailEnd type="triangle" w="med" len="med"/>
          </a:ln>
        </p:spPr>
      </p:cxnSp>
      <p:sp>
        <p:nvSpPr>
          <p:cNvPr id="1010" name="Wissen zur aktuellen Anfrage bereitstellen">
            <a:extLst>
              <a:ext uri="{FF2B5EF4-FFF2-40B4-BE49-F238E27FC236}">
                <a16:creationId xmlns:a16="http://schemas.microsoft.com/office/drawing/2014/main" id="{5DA62C9E-CFA4-41FA-8979-F82F733A4B6C}"/>
              </a:ext>
            </a:extLst>
          </p:cNvPr>
          <p:cNvSpPr>
            <a:spLocks noGrp="1"/>
          </p:cNvSpPr>
          <p:nvPr/>
        </p:nvSpPr>
        <p:spPr>
          <a:xfrm>
            <a:off x="571500" y="4305300"/>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Wissen zur aktuellen Anfrage bereitstellen</a:t>
            </a:r>
          </a:p>
        </p:txBody>
      </p:sp>
      <p:sp>
        <p:nvSpPr>
          <p:cNvPr id="1011" name="Die Anwendung übergibt die gefundenen Textstellen zusammen mit der Frage an das ">
            <a:extLst>
              <a:ext uri="{FF2B5EF4-FFF2-40B4-BE49-F238E27FC236}">
                <a16:creationId xmlns:a16="http://schemas.microsoft.com/office/drawing/2014/main" id="{7C850594-F3C3-483B-90A1-FCA3B705E5CC}"/>
              </a:ext>
            </a:extLst>
          </p:cNvPr>
          <p:cNvSpPr>
            <a:spLocks noGrp="1"/>
          </p:cNvSpPr>
          <p:nvPr/>
        </p:nvSpPr>
        <p:spPr>
          <a:xfrm>
            <a:off x="571500" y="4857750"/>
            <a:ext cx="10858500" cy="952500"/>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Die Anwendung übergibt die gefundenen Textstellen zusammen mit der Frage an das Modell. Die Antwort verweist auf die verwendeten Quellen.</a:t>
            </a:r>
          </a:p>
        </p:txBody>
      </p:sp>
      <p:sp>
        <p:nvSpPr>
          <p:cNvPr id="1012" name="Die Qualität der Antwort hängt auch davon ab, welche Belege die Suche findet.">
            <a:extLst>
              <a:ext uri="{FF2B5EF4-FFF2-40B4-BE49-F238E27FC236}">
                <a16:creationId xmlns:a16="http://schemas.microsoft.com/office/drawing/2014/main" id="{4D9C82E2-F280-4555-8D27-716EE595E374}"/>
              </a:ext>
            </a:extLst>
          </p:cNvPr>
          <p:cNvSpPr>
            <a:spLocks noGrp="1"/>
          </p:cNvSpPr>
          <p:nvPr/>
        </p:nvSpPr>
        <p:spPr>
          <a:xfrm>
            <a:off x="571500" y="6048375"/>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Die Qualität der Antwort hängt auch davon ab, welche Belege die Suche findet.</a:t>
            </a:r>
          </a:p>
        </p:txBody>
      </p:sp>
      <p:sp>
        <p:nvSpPr>
          <p:cNvPr id="1022"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02  LLM-Grundlagen</a:t>
            </a:r>
          </a:p>
        </p:txBody>
      </p:sp>
    </p:spTree>
    <p:extLst>
      <p:ext uri="{BB962C8B-B14F-4D97-AF65-F5344CB8AC3E}">
        <p14:creationId xmlns:p14="http://schemas.microsoft.com/office/powerpoint/2010/main" val="1408768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9</a:t>
            </a:fld>
            <a:endParaRPr lang="en-US"/>
          </a:p>
        </p:txBody>
      </p:sp>
      <p:sp>
        <p:nvSpPr>
          <p:cNvPr id="1014" name="Tools und Function Calling">
            <a:extLst>
              <a:ext uri="{FF2B5EF4-FFF2-40B4-BE49-F238E27FC236}">
                <a16:creationId xmlns:a16="http://schemas.microsoft.com/office/drawing/2014/main" id="{03BA67D8-C041-4ED6-8496-AEC3C8288B29}"/>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Tools und Function Calling</a:t>
            </a:r>
          </a:p>
        </p:txBody>
      </p:sp>
      <p:sp>
        <p:nvSpPr>
          <p:cNvPr id="1003" name="Diagramm: Modell schlägt einen Aufruf vor">
            <a:extLst>
              <a:ext uri="{FF2B5EF4-FFF2-40B4-BE49-F238E27FC236}">
                <a16:creationId xmlns:a16="http://schemas.microsoft.com/office/drawing/2014/main" id="{DEB307F5-70B0-4BA4-973E-AA22504A787E}"/>
              </a:ext>
            </a:extLst>
          </p:cNvPr>
          <p:cNvSpPr>
            <a:spLocks noGrp="1"/>
          </p:cNvSpPr>
          <p:nvPr/>
        </p:nvSpPr>
        <p:spPr>
          <a:xfrm>
            <a:off x="571500" y="2124075"/>
            <a:ext cx="2362200" cy="10477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Modell schlägt</a:t>
            </a:r>
          </a:p>
          <a:p>
            <a:pPr algn="ctr">
              <a:defRPr sz="1875" b="0">
                <a:solidFill>
                  <a:srgbClr val="FFFFFF"/>
                </a:solidFill>
                <a:latin typeface="Arial"/>
                <a:ea typeface="Arial"/>
                <a:cs typeface="Arial"/>
              </a:defRPr>
            </a:pPr>
            <a:r>
              <a:rPr sz="1875" b="0">
                <a:solidFill>
                  <a:srgbClr val="FFFFFF"/>
                </a:solidFill>
                <a:latin typeface="Arial"/>
                <a:ea typeface="Arial"/>
                <a:cs typeface="Arial"/>
              </a:rPr>
              <a:t>einen Aufruf vor</a:t>
            </a:r>
          </a:p>
        </p:txBody>
      </p:sp>
      <p:sp>
        <p:nvSpPr>
          <p:cNvPr id="1004" name="Diagramm: Anwendung prüft Parameter und Rechte">
            <a:extLst>
              <a:ext uri="{FF2B5EF4-FFF2-40B4-BE49-F238E27FC236}">
                <a16:creationId xmlns:a16="http://schemas.microsoft.com/office/drawing/2014/main" id="{75005120-7D4A-47C9-84B6-2A340B5B9AB3}"/>
              </a:ext>
            </a:extLst>
          </p:cNvPr>
          <p:cNvSpPr>
            <a:spLocks noGrp="1"/>
          </p:cNvSpPr>
          <p:nvPr/>
        </p:nvSpPr>
        <p:spPr>
          <a:xfrm>
            <a:off x="3467100" y="2124075"/>
            <a:ext cx="2362200" cy="10477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Anwendung prüft</a:t>
            </a:r>
          </a:p>
          <a:p>
            <a:pPr algn="ctr">
              <a:defRPr sz="1875" b="0">
                <a:solidFill>
                  <a:srgbClr val="FFFFFF"/>
                </a:solidFill>
                <a:latin typeface="Arial"/>
                <a:ea typeface="Arial"/>
                <a:cs typeface="Arial"/>
              </a:defRPr>
            </a:pPr>
            <a:r>
              <a:rPr sz="1875" b="0">
                <a:solidFill>
                  <a:srgbClr val="FFFFFF"/>
                </a:solidFill>
                <a:latin typeface="Arial"/>
                <a:ea typeface="Arial"/>
                <a:cs typeface="Arial"/>
              </a:rPr>
              <a:t>Parameter und Rechte</a:t>
            </a:r>
          </a:p>
        </p:txBody>
      </p:sp>
      <p:sp>
        <p:nvSpPr>
          <p:cNvPr id="1005" name="Diagramm: Tool liefert Daten zurück">
            <a:extLst>
              <a:ext uri="{FF2B5EF4-FFF2-40B4-BE49-F238E27FC236}">
                <a16:creationId xmlns:a16="http://schemas.microsoft.com/office/drawing/2014/main" id="{C2CE5292-9B0A-49A6-8AC7-66FE7AD9E89A}"/>
              </a:ext>
            </a:extLst>
          </p:cNvPr>
          <p:cNvSpPr>
            <a:spLocks noGrp="1"/>
          </p:cNvSpPr>
          <p:nvPr/>
        </p:nvSpPr>
        <p:spPr>
          <a:xfrm>
            <a:off x="6362700" y="2124075"/>
            <a:ext cx="2362200" cy="10477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Tool liefert</a:t>
            </a:r>
          </a:p>
          <a:p>
            <a:pPr algn="ctr">
              <a:defRPr sz="1875" b="0">
                <a:solidFill>
                  <a:srgbClr val="FFFFFF"/>
                </a:solidFill>
                <a:latin typeface="Arial"/>
                <a:ea typeface="Arial"/>
                <a:cs typeface="Arial"/>
              </a:defRPr>
            </a:pPr>
            <a:r>
              <a:rPr sz="1875" b="0">
                <a:solidFill>
                  <a:srgbClr val="FFFFFF"/>
                </a:solidFill>
                <a:latin typeface="Arial"/>
                <a:ea typeface="Arial"/>
                <a:cs typeface="Arial"/>
              </a:rPr>
              <a:t>Daten zurück</a:t>
            </a:r>
          </a:p>
        </p:txBody>
      </p:sp>
      <p:sp>
        <p:nvSpPr>
          <p:cNvPr id="1006" name="Diagramm: Modell erstellt die Antwort">
            <a:extLst>
              <a:ext uri="{FF2B5EF4-FFF2-40B4-BE49-F238E27FC236}">
                <a16:creationId xmlns:a16="http://schemas.microsoft.com/office/drawing/2014/main" id="{893BF3BE-E268-4759-A4E7-F44BB143D24D}"/>
              </a:ext>
            </a:extLst>
          </p:cNvPr>
          <p:cNvSpPr>
            <a:spLocks noGrp="1"/>
          </p:cNvSpPr>
          <p:nvPr/>
        </p:nvSpPr>
        <p:spPr>
          <a:xfrm>
            <a:off x="9258300" y="2124075"/>
            <a:ext cx="2362200" cy="10477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Modell erstellt</a:t>
            </a:r>
          </a:p>
          <a:p>
            <a:pPr algn="ctr">
              <a:defRPr sz="1875" b="0">
                <a:solidFill>
                  <a:srgbClr val="FFFFFF"/>
                </a:solidFill>
                <a:latin typeface="Arial"/>
                <a:ea typeface="Arial"/>
                <a:cs typeface="Arial"/>
              </a:defRPr>
            </a:pPr>
            <a:r>
              <a:rPr sz="1875" b="0">
                <a:solidFill>
                  <a:srgbClr val="FFFFFF"/>
                </a:solidFill>
                <a:latin typeface="Arial"/>
                <a:ea typeface="Arial"/>
                <a:cs typeface="Arial"/>
              </a:rPr>
              <a:t>die Antwort</a:t>
            </a:r>
          </a:p>
        </p:txBody>
      </p:sp>
      <p:cxnSp>
        <p:nvCxnSpPr>
          <p:cNvPr id="1020" name="Gerade Verbindung mit Pfeil 1019"/>
          <p:cNvCxnSpPr>
            <a:stCxn id="1003" idx="3"/>
            <a:endCxn id="1004" idx="1"/>
          </p:cNvCxnSpPr>
          <p:nvPr/>
        </p:nvCxnSpPr>
        <p:spPr>
          <a:xfrm>
            <a:off x="2933700" y="2647950"/>
            <a:ext cx="533400" cy="0"/>
          </a:xfrm>
          <a:prstGeom prst="straightConnector1">
            <a:avLst/>
          </a:prstGeom>
          <a:ln w="24765">
            <a:solidFill>
              <a:srgbClr val="7C98B5"/>
            </a:solidFill>
            <a:prstDash val="solid"/>
            <a:tailEnd type="triangle" w="med" len="med"/>
          </a:ln>
        </p:spPr>
      </p:cxnSp>
      <p:cxnSp>
        <p:nvCxnSpPr>
          <p:cNvPr id="1021" name="Gerade Verbindung mit Pfeil 1020"/>
          <p:cNvCxnSpPr>
            <a:stCxn id="1004" idx="3"/>
            <a:endCxn id="1005" idx="1"/>
          </p:cNvCxnSpPr>
          <p:nvPr/>
        </p:nvCxnSpPr>
        <p:spPr>
          <a:xfrm>
            <a:off x="5829300" y="2647950"/>
            <a:ext cx="533400" cy="0"/>
          </a:xfrm>
          <a:prstGeom prst="straightConnector1">
            <a:avLst/>
          </a:prstGeom>
          <a:ln w="24765">
            <a:solidFill>
              <a:srgbClr val="7C98B5"/>
            </a:solidFill>
            <a:prstDash val="solid"/>
            <a:tailEnd type="triangle" w="med" len="med"/>
          </a:ln>
        </p:spPr>
      </p:cxnSp>
      <p:cxnSp>
        <p:nvCxnSpPr>
          <p:cNvPr id="1022" name="Gerade Verbindung mit Pfeil 1021"/>
          <p:cNvCxnSpPr>
            <a:stCxn id="1005" idx="3"/>
            <a:endCxn id="1006" idx="1"/>
          </p:cNvCxnSpPr>
          <p:nvPr/>
        </p:nvCxnSpPr>
        <p:spPr>
          <a:xfrm>
            <a:off x="8724900" y="2647950"/>
            <a:ext cx="533400" cy="0"/>
          </a:xfrm>
          <a:prstGeom prst="straightConnector1">
            <a:avLst/>
          </a:prstGeom>
          <a:ln w="24765">
            <a:solidFill>
              <a:srgbClr val="7C98B5"/>
            </a:solidFill>
            <a:prstDash val="solid"/>
            <a:tailEnd type="triangle" w="med" len="med"/>
          </a:ln>
        </p:spPr>
      </p:cxnSp>
      <p:sp>
        <p:nvSpPr>
          <p:cNvPr id="1010" name="Beispiel eines lesenden Tools">
            <a:extLst>
              <a:ext uri="{FF2B5EF4-FFF2-40B4-BE49-F238E27FC236}">
                <a16:creationId xmlns:a16="http://schemas.microsoft.com/office/drawing/2014/main" id="{4001152A-2D38-4C30-BAE4-8D08C443D879}"/>
              </a:ext>
            </a:extLst>
          </p:cNvPr>
          <p:cNvSpPr>
            <a:spLocks noGrp="1"/>
          </p:cNvSpPr>
          <p:nvPr/>
        </p:nvSpPr>
        <p:spPr>
          <a:xfrm>
            <a:off x="571500" y="3905250"/>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Beispiel eines lesenden Tools</a:t>
            </a:r>
          </a:p>
        </p:txBody>
      </p:sp>
      <p:sp>
        <p:nvSpPr>
          <p:cNvPr id="1011" name="search_entries(query, filters)">
            <a:extLst>
              <a:ext uri="{FF2B5EF4-FFF2-40B4-BE49-F238E27FC236}">
                <a16:creationId xmlns:a16="http://schemas.microsoft.com/office/drawing/2014/main" id="{8B2667D9-31D0-46B4-B274-CD096C215808}"/>
              </a:ext>
            </a:extLst>
          </p:cNvPr>
          <p:cNvSpPr>
            <a:spLocks noGrp="1"/>
          </p:cNvSpPr>
          <p:nvPr/>
        </p:nvSpPr>
        <p:spPr>
          <a:xfrm>
            <a:off x="571500" y="4438650"/>
            <a:ext cx="10763250" cy="457200"/>
          </a:xfrm>
          <a:prstGeom prst="rect">
            <a:avLst/>
          </a:prstGeom>
          <a:noFill/>
          <a:ln w="0">
            <a:noFill/>
          </a:ln>
        </p:spPr>
        <p:txBody>
          <a:bodyPr wrap="square" lIns="0" tIns="0" rIns="0" bIns="0" anchor="t">
            <a:noAutofit/>
          </a:bodyPr>
          <a:lstStyle/>
          <a:p>
            <a:pPr algn="l">
              <a:defRPr sz="2175" b="1">
                <a:solidFill>
                  <a:srgbClr val="3D6DA8"/>
                </a:solidFill>
                <a:latin typeface="Arial"/>
                <a:ea typeface="Arial"/>
                <a:cs typeface="Arial"/>
              </a:defRPr>
            </a:pPr>
            <a:r>
              <a:rPr sz="2175" b="1">
                <a:solidFill>
                  <a:srgbClr val="3D6DA8"/>
                </a:solidFill>
                <a:latin typeface="Arial"/>
                <a:ea typeface="Arial"/>
                <a:cs typeface="Arial"/>
              </a:rPr>
              <a:t>search_entries(query, filters)</a:t>
            </a:r>
          </a:p>
        </p:txBody>
      </p:sp>
      <p:sp>
        <p:nvSpPr>
          <p:cNvPr id="1012" name="Das Tool erhält die Suchfrage und zulässige Filter. Es liefert Einträge mit Quel">
            <a:extLst>
              <a:ext uri="{FF2B5EF4-FFF2-40B4-BE49-F238E27FC236}">
                <a16:creationId xmlns:a16="http://schemas.microsoft.com/office/drawing/2014/main" id="{21CA7779-FA0F-4984-A58B-56D09DB90772}"/>
              </a:ext>
            </a:extLst>
          </p:cNvPr>
          <p:cNvSpPr>
            <a:spLocks noGrp="1"/>
          </p:cNvSpPr>
          <p:nvPr/>
        </p:nvSpPr>
        <p:spPr>
          <a:xfrm>
            <a:off x="571500" y="5124450"/>
            <a:ext cx="10763250" cy="819150"/>
          </a:xfrm>
          <a:prstGeom prst="rect">
            <a:avLst/>
          </a:prstGeom>
          <a:noFill/>
          <a:ln w="0">
            <a:noFill/>
          </a:ln>
        </p:spPr>
        <p:txBody>
          <a:bodyPr wrap="square" lIns="0" tIns="0" rIns="0" bIns="0" anchor="t">
            <a:noAutofit/>
          </a:bodyPr>
          <a:lstStyle/>
          <a:p>
            <a:pPr algn="l">
              <a:defRPr sz="1950" b="0">
                <a:solidFill>
                  <a:srgbClr val="586165"/>
                </a:solidFill>
                <a:latin typeface="Arial"/>
                <a:ea typeface="Arial"/>
                <a:cs typeface="Arial"/>
              </a:defRPr>
            </a:pPr>
            <a:r>
              <a:rPr sz="1950" b="0">
                <a:solidFill>
                  <a:srgbClr val="586165"/>
                </a:solidFill>
                <a:latin typeface="Arial"/>
                <a:ea typeface="Arial"/>
                <a:cs typeface="Arial"/>
              </a:rPr>
              <a:t>Das Tool erhält die Suchfrage und zulässige Filter. Es liefert Einträge mit Quellen und Datenstand zurück.</a:t>
            </a:r>
          </a:p>
        </p:txBody>
      </p:sp>
      <p:sp>
        <p:nvSpPr>
          <p:cNvPr id="1013" name="Der Funktionsname illustriert einen möglichen Vertrag und bezeichnet keine vorha">
            <a:extLst>
              <a:ext uri="{FF2B5EF4-FFF2-40B4-BE49-F238E27FC236}">
                <a16:creationId xmlns:a16="http://schemas.microsoft.com/office/drawing/2014/main" id="{02705263-D0FE-4F01-B163-2B419053F22C}"/>
              </a:ext>
            </a:extLst>
          </p:cNvPr>
          <p:cNvSpPr>
            <a:spLocks noGrp="1"/>
          </p:cNvSpPr>
          <p:nvPr/>
        </p:nvSpPr>
        <p:spPr>
          <a:xfrm>
            <a:off x="571500" y="6134100"/>
            <a:ext cx="11049000" cy="552450"/>
          </a:xfrm>
          <a:prstGeom prst="rect">
            <a:avLst/>
          </a:prstGeom>
          <a:noFill/>
          <a:ln w="0">
            <a:noFill/>
          </a:ln>
        </p:spPr>
        <p:txBody>
          <a:bodyPr wrap="square" lIns="0" tIns="0" rIns="0" bIns="0" anchor="t">
            <a:noAutofit/>
          </a:bodyPr>
          <a:lstStyle/>
          <a:p>
            <a:pPr algn="l">
              <a:defRPr sz="1500" b="0">
                <a:solidFill>
                  <a:srgbClr val="3D6DA8"/>
                </a:solidFill>
                <a:latin typeface="Arial"/>
                <a:ea typeface="Arial"/>
                <a:cs typeface="Arial"/>
              </a:defRPr>
            </a:pPr>
            <a:r>
              <a:rPr sz="1500" b="0">
                <a:solidFill>
                  <a:srgbClr val="3D6DA8"/>
                </a:solidFill>
                <a:latin typeface="Arial"/>
                <a:ea typeface="Arial"/>
                <a:cs typeface="Arial"/>
              </a:rPr>
              <a:t>Der Funktionsname illustriert einen möglichen Vertrag und bezeichnet keine vorhandene interne API.</a:t>
            </a:r>
          </a:p>
        </p:txBody>
      </p:sp>
      <p:sp>
        <p:nvSpPr>
          <p:cNvPr id="1023"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02  LLM-Grundlagen</a:t>
            </a:r>
          </a:p>
        </p:txBody>
      </p:sp>
    </p:spTree>
    <p:extLst>
      <p:ext uri="{BB962C8B-B14F-4D97-AF65-F5344CB8AC3E}">
        <p14:creationId xmlns:p14="http://schemas.microsoft.com/office/powerpoint/2010/main" val="1408768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10</a:t>
            </a:fld>
            <a:endParaRPr lang="en-US"/>
          </a:p>
        </p:txBody>
      </p:sp>
      <p:sp>
        <p:nvSpPr>
          <p:cNvPr id="1017" name="Agenten und Orchestrierung">
            <a:extLst>
              <a:ext uri="{FF2B5EF4-FFF2-40B4-BE49-F238E27FC236}">
                <a16:creationId xmlns:a16="http://schemas.microsoft.com/office/drawing/2014/main" id="{9841531D-748C-4792-B90C-912BA27DD16B}"/>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Agenten und Orchestrierung</a:t>
            </a:r>
          </a:p>
        </p:txBody>
      </p:sp>
      <p:sp>
        <p:nvSpPr>
          <p:cNvPr id="1003" name="Fester Ablauf">
            <a:extLst>
              <a:ext uri="{FF2B5EF4-FFF2-40B4-BE49-F238E27FC236}">
                <a16:creationId xmlns:a16="http://schemas.microsoft.com/office/drawing/2014/main" id="{180F2705-2FB3-4531-8386-8230652DC1F4}"/>
              </a:ext>
            </a:extLst>
          </p:cNvPr>
          <p:cNvSpPr>
            <a:spLocks noGrp="1"/>
          </p:cNvSpPr>
          <p:nvPr/>
        </p:nvSpPr>
        <p:spPr>
          <a:xfrm>
            <a:off x="571500" y="1447800"/>
            <a:ext cx="504825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Fester Ablauf</a:t>
            </a:r>
          </a:p>
        </p:txBody>
      </p:sp>
      <p:sp>
        <p:nvSpPr>
          <p:cNvPr id="1004" name="Agentischer Ablauf">
            <a:extLst>
              <a:ext uri="{FF2B5EF4-FFF2-40B4-BE49-F238E27FC236}">
                <a16:creationId xmlns:a16="http://schemas.microsoft.com/office/drawing/2014/main" id="{F35F3618-CE46-461C-A0D3-7C16D75E1415}"/>
              </a:ext>
            </a:extLst>
          </p:cNvPr>
          <p:cNvSpPr>
            <a:spLocks noGrp="1"/>
          </p:cNvSpPr>
          <p:nvPr/>
        </p:nvSpPr>
        <p:spPr>
          <a:xfrm>
            <a:off x="6667500" y="1447800"/>
            <a:ext cx="4953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Agentischer Ablauf</a:t>
            </a:r>
          </a:p>
        </p:txBody>
      </p:sp>
      <p:sp>
        <p:nvSpPr>
          <p:cNvPr id="1005" name="Diagramm: Suchen">
            <a:extLst>
              <a:ext uri="{FF2B5EF4-FFF2-40B4-BE49-F238E27FC236}">
                <a16:creationId xmlns:a16="http://schemas.microsoft.com/office/drawing/2014/main" id="{5C220F2E-7A83-410E-BD74-94278F9B589E}"/>
              </a:ext>
            </a:extLst>
          </p:cNvPr>
          <p:cNvSpPr>
            <a:spLocks noGrp="1"/>
          </p:cNvSpPr>
          <p:nvPr/>
        </p:nvSpPr>
        <p:spPr>
          <a:xfrm>
            <a:off x="571500" y="2105025"/>
            <a:ext cx="2238375" cy="8001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Suchen</a:t>
            </a:r>
          </a:p>
        </p:txBody>
      </p:sp>
      <p:sp>
        <p:nvSpPr>
          <p:cNvPr id="1006" name="Diagramm: Antworten">
            <a:extLst>
              <a:ext uri="{FF2B5EF4-FFF2-40B4-BE49-F238E27FC236}">
                <a16:creationId xmlns:a16="http://schemas.microsoft.com/office/drawing/2014/main" id="{B8074AAA-0CDA-48F8-B908-BC31B6AD3DDF}"/>
              </a:ext>
            </a:extLst>
          </p:cNvPr>
          <p:cNvSpPr>
            <a:spLocks noGrp="1"/>
          </p:cNvSpPr>
          <p:nvPr/>
        </p:nvSpPr>
        <p:spPr>
          <a:xfrm>
            <a:off x="3381375" y="2105025"/>
            <a:ext cx="2238375" cy="8001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Antworten</a:t>
            </a:r>
          </a:p>
        </p:txBody>
      </p:sp>
      <p:cxnSp>
        <p:nvCxnSpPr>
          <p:cNvPr id="1023" name="Gerade Verbindung mit Pfeil 1022"/>
          <p:cNvCxnSpPr>
            <a:stCxn id="1005" idx="3"/>
            <a:endCxn id="1006" idx="1"/>
          </p:cNvCxnSpPr>
          <p:nvPr/>
        </p:nvCxnSpPr>
        <p:spPr>
          <a:xfrm>
            <a:off x="2809875" y="2505075"/>
            <a:ext cx="571500" cy="0"/>
          </a:xfrm>
          <a:prstGeom prst="straightConnector1">
            <a:avLst/>
          </a:prstGeom>
          <a:ln w="24765">
            <a:solidFill>
              <a:srgbClr val="7C98B5"/>
            </a:solidFill>
            <a:prstDash val="solid"/>
            <a:tailEnd type="triangle" w="med" len="med"/>
          </a:ln>
        </p:spPr>
      </p:cxnSp>
      <p:sp>
        <p:nvSpPr>
          <p:cNvPr id="1008" name="Die Anwendung legt die Schritte vorab fest.">
            <a:extLst>
              <a:ext uri="{FF2B5EF4-FFF2-40B4-BE49-F238E27FC236}">
                <a16:creationId xmlns:a16="http://schemas.microsoft.com/office/drawing/2014/main" id="{F11831AF-7C49-4A7C-9BB1-DEF54ABB9232}"/>
              </a:ext>
            </a:extLst>
          </p:cNvPr>
          <p:cNvSpPr>
            <a:spLocks noGrp="1"/>
          </p:cNvSpPr>
          <p:nvPr/>
        </p:nvSpPr>
        <p:spPr>
          <a:xfrm>
            <a:off x="571500" y="3390900"/>
            <a:ext cx="5048250" cy="828675"/>
          </a:xfrm>
          <a:prstGeom prst="rect">
            <a:avLst/>
          </a:prstGeom>
          <a:noFill/>
          <a:ln w="0">
            <a:noFill/>
          </a:ln>
        </p:spPr>
        <p:txBody>
          <a:bodyPr wrap="square" lIns="0" tIns="0" rIns="0" bIns="0" anchor="t">
            <a:noAutofit/>
          </a:bodyPr>
          <a:lstStyle/>
          <a:p>
            <a:pPr algn="l">
              <a:defRPr sz="1950" b="0">
                <a:solidFill>
                  <a:srgbClr val="586165"/>
                </a:solidFill>
                <a:latin typeface="Arial"/>
                <a:ea typeface="Arial"/>
                <a:cs typeface="Arial"/>
              </a:defRPr>
            </a:pPr>
            <a:r>
              <a:rPr sz="1950" b="0">
                <a:solidFill>
                  <a:srgbClr val="586165"/>
                </a:solidFill>
                <a:latin typeface="Arial"/>
                <a:ea typeface="Arial"/>
                <a:cs typeface="Arial"/>
              </a:rPr>
              <a:t>Die Anwendung legt die Schritte vorab fest.</a:t>
            </a:r>
          </a:p>
        </p:txBody>
      </p:sp>
      <p:sp>
        <p:nvSpPr>
          <p:cNvPr id="1009" name="Diagramm: Planen">
            <a:extLst>
              <a:ext uri="{FF2B5EF4-FFF2-40B4-BE49-F238E27FC236}">
                <a16:creationId xmlns:a16="http://schemas.microsoft.com/office/drawing/2014/main" id="{8BAFC57A-870E-451A-BFA4-83CB2E7E6DF2}"/>
              </a:ext>
            </a:extLst>
          </p:cNvPr>
          <p:cNvSpPr>
            <a:spLocks noGrp="1"/>
          </p:cNvSpPr>
          <p:nvPr/>
        </p:nvSpPr>
        <p:spPr>
          <a:xfrm>
            <a:off x="6667500" y="2105025"/>
            <a:ext cx="2000250" cy="8001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Planen</a:t>
            </a:r>
          </a:p>
        </p:txBody>
      </p:sp>
      <p:sp>
        <p:nvSpPr>
          <p:cNvPr id="1010" name="Diagramm: Tool nutzen">
            <a:extLst>
              <a:ext uri="{FF2B5EF4-FFF2-40B4-BE49-F238E27FC236}">
                <a16:creationId xmlns:a16="http://schemas.microsoft.com/office/drawing/2014/main" id="{52B8A146-8929-47D9-BCAC-D27E94DF9524}"/>
              </a:ext>
            </a:extLst>
          </p:cNvPr>
          <p:cNvSpPr>
            <a:spLocks noGrp="1"/>
          </p:cNvSpPr>
          <p:nvPr/>
        </p:nvSpPr>
        <p:spPr>
          <a:xfrm>
            <a:off x="9429750" y="2105025"/>
            <a:ext cx="2190750" cy="8001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Tool nutzen</a:t>
            </a:r>
          </a:p>
        </p:txBody>
      </p:sp>
      <p:sp>
        <p:nvSpPr>
          <p:cNvPr id="1011" name="Diagramm: Belege prüfen">
            <a:extLst>
              <a:ext uri="{FF2B5EF4-FFF2-40B4-BE49-F238E27FC236}">
                <a16:creationId xmlns:a16="http://schemas.microsoft.com/office/drawing/2014/main" id="{8FD609F9-CFC3-43EF-961F-B81082C2A2AD}"/>
              </a:ext>
            </a:extLst>
          </p:cNvPr>
          <p:cNvSpPr>
            <a:spLocks noGrp="1"/>
          </p:cNvSpPr>
          <p:nvPr/>
        </p:nvSpPr>
        <p:spPr>
          <a:xfrm>
            <a:off x="8048625" y="3638550"/>
            <a:ext cx="2190750" cy="8001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Belege prüfen</a:t>
            </a:r>
          </a:p>
        </p:txBody>
      </p:sp>
      <p:cxnSp>
        <p:nvCxnSpPr>
          <p:cNvPr id="1028" name="Gerade Verbindung mit Pfeil 1027"/>
          <p:cNvCxnSpPr>
            <a:stCxn id="1009" idx="3"/>
            <a:endCxn id="1010" idx="1"/>
          </p:cNvCxnSpPr>
          <p:nvPr/>
        </p:nvCxnSpPr>
        <p:spPr>
          <a:xfrm>
            <a:off x="8667750" y="2505075"/>
            <a:ext cx="762000" cy="0"/>
          </a:xfrm>
          <a:prstGeom prst="straightConnector1">
            <a:avLst/>
          </a:prstGeom>
          <a:ln w="24765">
            <a:solidFill>
              <a:srgbClr val="7C98B5"/>
            </a:solidFill>
            <a:prstDash val="solid"/>
            <a:tailEnd type="triangle" w="med" len="med"/>
          </a:ln>
        </p:spPr>
      </p:cxnSp>
      <p:cxnSp>
        <p:nvCxnSpPr>
          <p:cNvPr id="1029" name="Verbinder: gewinkelt 1028"/>
          <p:cNvCxnSpPr>
            <a:stCxn id="1010" idx="2"/>
            <a:endCxn id="1011" idx="3"/>
          </p:cNvCxnSpPr>
          <p:nvPr/>
        </p:nvCxnSpPr>
        <p:spPr>
          <a:xfrm flipH="1">
            <a:off x="10239375" y="2905125"/>
            <a:ext cx="285750" cy="1133475"/>
          </a:xfrm>
          <a:prstGeom prst="bentConnector5">
            <a:avLst>
              <a:gd name="adj1" fmla="val 0"/>
              <a:gd name="adj2" fmla="val 20168"/>
              <a:gd name="adj3" fmla="val 20000"/>
            </a:avLst>
          </a:prstGeom>
          <a:ln w="24765">
            <a:solidFill>
              <a:srgbClr val="7C98B5"/>
            </a:solidFill>
            <a:prstDash val="solid"/>
            <a:tailEnd type="triangle" w="med" len="med"/>
          </a:ln>
        </p:spPr>
      </p:cxnSp>
      <p:cxnSp>
        <p:nvCxnSpPr>
          <p:cNvPr id="1030" name="Verbinder: gewinkelt 1029"/>
          <p:cNvCxnSpPr>
            <a:stCxn id="1011" idx="1"/>
            <a:endCxn id="1009" idx="2"/>
          </p:cNvCxnSpPr>
          <p:nvPr/>
        </p:nvCxnSpPr>
        <p:spPr>
          <a:xfrm flipH="1" flipV="1">
            <a:off x="7667625" y="2905125"/>
            <a:ext cx="381000" cy="1133475"/>
          </a:xfrm>
          <a:prstGeom prst="bentConnector2">
            <a:avLst/>
          </a:prstGeom>
          <a:ln w="24765">
            <a:solidFill>
              <a:srgbClr val="7C98B5"/>
            </a:solidFill>
            <a:prstDash val="dash"/>
            <a:tailEnd type="triangle" w="med" len="med"/>
          </a:ln>
        </p:spPr>
      </p:cxnSp>
      <p:sp>
        <p:nvSpPr>
          <p:cNvPr id="1015" name="Weitere Schritte entstehen aus dem Zwischenergebnis.">
            <a:extLst>
              <a:ext uri="{FF2B5EF4-FFF2-40B4-BE49-F238E27FC236}">
                <a16:creationId xmlns:a16="http://schemas.microsoft.com/office/drawing/2014/main" id="{F774F5E7-ED29-4705-8BCD-A9A5BFBDB431}"/>
              </a:ext>
            </a:extLst>
          </p:cNvPr>
          <p:cNvSpPr>
            <a:spLocks noGrp="1"/>
          </p:cNvSpPr>
          <p:nvPr/>
        </p:nvSpPr>
        <p:spPr>
          <a:xfrm>
            <a:off x="6667500" y="4772025"/>
            <a:ext cx="4953000" cy="762000"/>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Weitere Schritte entstehen aus dem Zwischenergebnis.</a:t>
            </a:r>
          </a:p>
        </p:txBody>
      </p:sp>
      <p:sp>
        <p:nvSpPr>
          <p:cNvPr id="1016" name="Für den Pilot ist ein begrenzter Ablauf sinnvoll. Agentische Schritte brauchen e">
            <a:extLst>
              <a:ext uri="{FF2B5EF4-FFF2-40B4-BE49-F238E27FC236}">
                <a16:creationId xmlns:a16="http://schemas.microsoft.com/office/drawing/2014/main" id="{A450490D-6B17-4A28-92BF-8E41E9FFE0AC}"/>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Für den Pilot ist ein begrenzter Ablauf sinnvoll. Agentische Schritte brauchen einen nachgewiesenen Nutzen.</a:t>
            </a:r>
          </a:p>
        </p:txBody>
      </p:sp>
      <p:sp>
        <p:nvSpPr>
          <p:cNvPr id="1031"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02  LLM-Grundlagen</a:t>
            </a:r>
          </a:p>
        </p:txBody>
      </p:sp>
    </p:spTree>
    <p:extLst>
      <p:ext uri="{BB962C8B-B14F-4D97-AF65-F5344CB8AC3E}">
        <p14:creationId xmlns:p14="http://schemas.microsoft.com/office/powerpoint/2010/main" val="1408768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78E273E-1113-2F18-D97A-58AB53E285A4}"/>
              </a:ext>
            </a:extLst>
          </p:cNvPr>
          <p:cNvSpPr>
            <a:spLocks noGrp="1"/>
          </p:cNvSpPr>
          <p:nvPr>
            <p:ph type="body" sz="quarter" idx="10"/>
          </p:nvPr>
        </p:nvSpPr>
        <p:spPr/>
        <p:txBody>
          <a:bodyPr/>
          <a:lstStyle/>
          <a:p>
            <a:r>
              <a:rPr lang="de-DE"/>
              <a:t>03</a:t>
            </a:r>
          </a:p>
        </p:txBody>
      </p:sp>
      <p:sp>
        <p:nvSpPr>
          <p:cNvPr id="3" name="Textplatzhalter 2">
            <a:extLst>
              <a:ext uri="{FF2B5EF4-FFF2-40B4-BE49-F238E27FC236}">
                <a16:creationId xmlns:a16="http://schemas.microsoft.com/office/drawing/2014/main" id="{920450A1-9774-3F96-DBE9-351518736EFA}"/>
              </a:ext>
            </a:extLst>
          </p:cNvPr>
          <p:cNvSpPr>
            <a:spLocks noGrp="1"/>
          </p:cNvSpPr>
          <p:nvPr>
            <p:ph type="body" sz="quarter" idx="11"/>
          </p:nvPr>
        </p:nvSpPr>
        <p:spPr>
          <a:xfrm>
            <a:off x="2588323" y="2768443"/>
            <a:ext cx="8511475" cy="1354217"/>
          </a:xfrm>
        </p:spPr>
        <p:txBody>
          <a:bodyPr/>
          <a:lstStyle/>
          <a:p>
            <a:r>
              <a:rPr lang="de-DE"/>
              <a:t>Daten und Retrieval</a:t>
            </a:r>
          </a:p>
        </p:txBody>
      </p:sp>
      <p:sp>
        <p:nvSpPr>
          <p:cNvPr id="12700" name="Inhalt: Attribute, Freitext und Beziehungen passend s">
            <a:extLst>
              <a:ext uri="{FF2B5EF4-FFF2-40B4-BE49-F238E27FC236}">
                <a16:creationId xmlns:a16="http://schemas.microsoft.com/office/drawing/2014/main" id="{0F7B921D-FC9A-49C0-AF0A-2E9F8BC6189D}"/>
              </a:ext>
            </a:extLst>
          </p:cNvPr>
          <p:cNvSpPr>
            <a:spLocks noGrp="1"/>
          </p:cNvSpPr>
          <p:nvPr/>
        </p:nvSpPr>
        <p:spPr>
          <a:xfrm>
            <a:off x="1200150" y="4381500"/>
            <a:ext cx="10382250" cy="819150"/>
          </a:xfrm>
          <a:prstGeom prst="rect">
            <a:avLst/>
          </a:prstGeom>
          <a:noFill/>
          <a:ln w="0">
            <a:noFill/>
          </a:ln>
        </p:spPr>
        <p:txBody>
          <a:bodyPr wrap="square" lIns="0" tIns="0" rIns="0" bIns="0" anchor="t">
            <a:noAutofit/>
          </a:bodyPr>
          <a:lstStyle/>
          <a:p>
            <a:pPr>
              <a:defRPr sz="2100" b="0">
                <a:solidFill>
                  <a:srgbClr val="586165"/>
                </a:solidFill>
                <a:latin typeface="Arial"/>
                <a:ea typeface="Arial"/>
                <a:cs typeface="Arial"/>
              </a:defRPr>
            </a:pPr>
            <a:r>
              <a:rPr sz="2100" b="0">
                <a:solidFill>
                  <a:srgbClr val="586165"/>
                </a:solidFill>
                <a:latin typeface="Arial"/>
                <a:ea typeface="Arial"/>
                <a:cs typeface="Arial"/>
              </a:rPr>
              <a:t>Datenmodelle, Suchverfahren und passende Belege</a:t>
            </a:r>
          </a:p>
        </p:txBody>
      </p:sp>
    </p:spTree>
    <p:extLst>
      <p:ext uri="{BB962C8B-B14F-4D97-AF65-F5344CB8AC3E}">
        <p14:creationId xmlns:p14="http://schemas.microsoft.com/office/powerpoint/2010/main" val="833567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4AE0BF-FBFB-2C81-56AC-3146AFDEFD60}"/>
            </a:ext>
          </a:extLst>
        </p:cNvPr>
        <p:cNvGrpSpPr/>
        <p:nvPr/>
      </p:nvGrpSpPr>
      <p:grpSpPr>
        <a:xfrm>
          <a:off x="0" y="0"/>
          <a:ext cx="0" cy="0"/>
          <a:chOff x="0" y="0"/>
          <a:chExt cx="0" cy="0"/>
        </a:xfrm>
      </p:grpSpPr>
      <p:sp>
        <p:nvSpPr>
          <p:cNvPr id="7" name="Rechteck: abgerundete Ecken 6">
            <a:extLst>
              <a:ext uri="{FF2B5EF4-FFF2-40B4-BE49-F238E27FC236}">
                <a16:creationId xmlns:a16="http://schemas.microsoft.com/office/drawing/2014/main" id="{CB725EF8-C04C-2D1F-3FCA-B8B814B55003}"/>
              </a:ext>
            </a:extLst>
          </p:cNvPr>
          <p:cNvSpPr/>
          <p:nvPr/>
        </p:nvSpPr>
        <p:spPr>
          <a:xfrm>
            <a:off x="6753063" y="1440799"/>
            <a:ext cx="4746700" cy="4483100"/>
          </a:xfrm>
          <a:prstGeom prst="roundRect">
            <a:avLst/>
          </a:prstGeom>
          <a:solidFill>
            <a:schemeClr val="bg1">
              <a:lumMod val="50000"/>
            </a:schemeClr>
          </a:solidFill>
          <a:ln>
            <a:no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2" name="Foliennummernplatzhalter 1">
            <a:extLst>
              <a:ext uri="{FF2B5EF4-FFF2-40B4-BE49-F238E27FC236}">
                <a16:creationId xmlns:a16="http://schemas.microsoft.com/office/drawing/2014/main" id="{6F55FB74-C493-BFFC-CA0B-77AB53C902E1}"/>
              </a:ext>
            </a:extLst>
          </p:cNvPr>
          <p:cNvSpPr>
            <a:spLocks noGrp="1"/>
          </p:cNvSpPr>
          <p:nvPr>
            <p:ph type="sldNum" sz="quarter" idx="4"/>
          </p:nvPr>
        </p:nvSpPr>
        <p:spPr/>
        <p:txBody>
          <a:bodyPr/>
          <a:lstStyle/>
          <a:p>
            <a:fld id="{BA161025-98FF-4C1D-96AB-5CF6019945BE}" type="slidenum">
              <a:rPr lang="en-US" smtClean="0"/>
              <a:pPr/>
              <a:t>12</a:t>
            </a:fld>
            <a:endParaRPr lang="en-US"/>
          </a:p>
        </p:txBody>
      </p:sp>
      <p:sp>
        <p:nvSpPr>
          <p:cNvPr id="3" name="Titel 2">
            <a:extLst>
              <a:ext uri="{FF2B5EF4-FFF2-40B4-BE49-F238E27FC236}">
                <a16:creationId xmlns:a16="http://schemas.microsoft.com/office/drawing/2014/main" id="{6EA5FE7A-5A36-D1E9-0943-4224C8354B5C}"/>
              </a:ext>
            </a:extLst>
          </p:cNvPr>
          <p:cNvSpPr>
            <a:spLocks noGrp="1"/>
          </p:cNvSpPr>
          <p:nvPr>
            <p:ph type="title"/>
          </p:nvPr>
        </p:nvSpPr>
        <p:spPr/>
        <p:txBody>
          <a:bodyPr/>
          <a:lstStyle/>
          <a:p>
            <a:r>
              <a:rPr lang="de-DE"/>
              <a:t>Operationale vs. Analytische Datenbanken</a:t>
            </a:r>
          </a:p>
        </p:txBody>
      </p:sp>
      <p:sp>
        <p:nvSpPr>
          <p:cNvPr id="8" name="Textplatzhalter 4">
            <a:extLst>
              <a:ext uri="{FF2B5EF4-FFF2-40B4-BE49-F238E27FC236}">
                <a16:creationId xmlns:a16="http://schemas.microsoft.com/office/drawing/2014/main" id="{B8A67814-57D9-BBBF-C877-6A4C88B34355}"/>
              </a:ext>
            </a:extLst>
          </p:cNvPr>
          <p:cNvSpPr txBox="1">
            <a:spLocks/>
          </p:cNvSpPr>
          <p:nvPr/>
        </p:nvSpPr>
        <p:spPr bwMode="gray">
          <a:xfrm>
            <a:off x="6873713" y="1555098"/>
            <a:ext cx="4527550" cy="436880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spcAft>
                <a:spcPts val="0"/>
              </a:spcAft>
              <a:buClr>
                <a:schemeClr val="tx1"/>
              </a:buClr>
              <a:buSzPct val="130000"/>
              <a:buFontTx/>
              <a:buNone/>
              <a:defRPr sz="1500" b="0" kern="1200">
                <a:solidFill>
                  <a:schemeClr val="tx1"/>
                </a:solidFill>
                <a:latin typeface="+mn-lt"/>
                <a:ea typeface="+mn-ea"/>
                <a:cs typeface="+mn-cs"/>
              </a:defRPr>
            </a:lvl1pPr>
            <a:lvl2pPr marL="180000" indent="-180000" algn="l" defTabSz="914400" rtl="0" eaLnBrk="1" latinLnBrk="0" hangingPunct="1">
              <a:lnSpc>
                <a:spcPct val="100000"/>
              </a:lnSpc>
              <a:spcBef>
                <a:spcPts val="1200"/>
              </a:spcBef>
              <a:spcAft>
                <a:spcPts val="0"/>
              </a:spcAft>
              <a:buClr>
                <a:schemeClr val="tx1"/>
              </a:buClr>
              <a:buFont typeface="Tahoma" panose="020B0604030504040204" pitchFamily="34" charset="0"/>
              <a:buChar char="•"/>
              <a:defRPr lang="de-DE" sz="1500" kern="1200" dirty="0">
                <a:solidFill>
                  <a:schemeClr val="tx1"/>
                </a:solidFill>
                <a:latin typeface="+mn-lt"/>
                <a:ea typeface="+mn-ea"/>
                <a:cs typeface="+mn-cs"/>
              </a:defRPr>
            </a:lvl2pPr>
            <a:lvl3pPr marL="360000" indent="-180975" algn="l" defTabSz="914400" rtl="0" eaLnBrk="1" latinLnBrk="0" hangingPunct="1">
              <a:lnSpc>
                <a:spcPct val="100000"/>
              </a:lnSpc>
              <a:spcBef>
                <a:spcPts val="12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3pPr>
            <a:lvl4pPr marL="540000" indent="-180000" algn="l" defTabSz="914400" rtl="0" eaLnBrk="1" latinLnBrk="0" hangingPunct="1">
              <a:lnSpc>
                <a:spcPct val="100000"/>
              </a:lnSpc>
              <a:spcBef>
                <a:spcPts val="600"/>
              </a:spcBef>
              <a:spcAft>
                <a:spcPts val="0"/>
              </a:spcAft>
              <a:buClr>
                <a:schemeClr val="tx1"/>
              </a:buClr>
              <a:buSzPct val="80000"/>
              <a:buFont typeface="Tahoma" panose="020B0604030504040204" pitchFamily="34" charset="0"/>
              <a:buChar char="•"/>
              <a:defRPr sz="15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5pPr>
            <a:lvl6pPr marL="900000" indent="-180000" algn="l" defTabSz="914400" rtl="0" eaLnBrk="1" latinLnBrk="0" hangingPunct="1">
              <a:lnSpc>
                <a:spcPct val="100000"/>
              </a:lnSpc>
              <a:spcBef>
                <a:spcPts val="600"/>
              </a:spcBef>
              <a:spcAft>
                <a:spcPts val="0"/>
              </a:spcAft>
              <a:buClr>
                <a:schemeClr val="tx1"/>
              </a:buClr>
              <a:buSzPct val="80000"/>
              <a:buFont typeface="Tahoma" panose="020B0604030504040204" pitchFamily="34" charset="0"/>
              <a:buChar char="•"/>
              <a:defRPr sz="1500" kern="1200">
                <a:solidFill>
                  <a:schemeClr val="tx1"/>
                </a:solidFill>
                <a:latin typeface="+mn-lt"/>
                <a:ea typeface="+mn-ea"/>
                <a:cs typeface="+mn-cs"/>
              </a:defRPr>
            </a:lvl6pPr>
            <a:lvl7pPr marL="1080000" indent="-180975" algn="l" defTabSz="914400" rtl="0" eaLnBrk="1" latinLnBrk="0" hangingPunct="1">
              <a:lnSpc>
                <a:spcPct val="100000"/>
              </a:lnSpc>
              <a:spcBef>
                <a:spcPts val="6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7pPr>
            <a:lvl8pPr marL="1260000" indent="-179388" algn="l" defTabSz="914400" rtl="0" eaLnBrk="1" latinLnBrk="0" hangingPunct="1">
              <a:lnSpc>
                <a:spcPct val="100000"/>
              </a:lnSpc>
              <a:spcBef>
                <a:spcPts val="600"/>
              </a:spcBef>
              <a:spcAft>
                <a:spcPts val="0"/>
              </a:spcAft>
              <a:buClr>
                <a:schemeClr val="tx1"/>
              </a:buClr>
              <a:buSzPct val="80000"/>
              <a:buFont typeface="Tahoma" panose="020B0604030504040204" pitchFamily="34" charset="0"/>
              <a:buChar char="•"/>
              <a:tabLst>
                <a:tab pos="1527175" algn="l"/>
              </a:tabLst>
              <a:defRPr sz="1500" kern="1200">
                <a:solidFill>
                  <a:schemeClr val="tx1"/>
                </a:solidFill>
                <a:latin typeface="+mn-lt"/>
                <a:ea typeface="+mn-ea"/>
                <a:cs typeface="+mn-cs"/>
              </a:defRPr>
            </a:lvl8pPr>
            <a:lvl9pPr marL="1440000" indent="-180000" algn="l" defTabSz="850900" rtl="0" eaLnBrk="1" latinLnBrk="0" hangingPunct="1">
              <a:lnSpc>
                <a:spcPct val="100000"/>
              </a:lnSpc>
              <a:spcBef>
                <a:spcPts val="600"/>
              </a:spcBef>
              <a:spcAft>
                <a:spcPts val="0"/>
              </a:spcAft>
              <a:buClr>
                <a:schemeClr val="tx1"/>
              </a:buClr>
              <a:buSzPct val="100000"/>
              <a:buFont typeface="Tahoma" panose="020B0604030504040204" pitchFamily="34" charset="0"/>
              <a:buChar char="-"/>
              <a:defRPr sz="1500" kern="1200">
                <a:solidFill>
                  <a:schemeClr val="tx1"/>
                </a:solidFill>
                <a:latin typeface="+mn-lt"/>
                <a:ea typeface="+mn-ea"/>
                <a:cs typeface="+mn-cs"/>
              </a:defRPr>
            </a:lvl9pPr>
          </a:lstStyle>
          <a:p>
            <a:pPr algn="ctr"/>
            <a:r>
              <a:rPr lang="de-DE" sz="1800" b="1">
                <a:solidFill>
                  <a:schemeClr val="bg1"/>
                </a:solidFill>
              </a:rPr>
              <a:t>Analytical Database (OLAP)</a:t>
            </a:r>
          </a:p>
          <a:p>
            <a:pPr algn="ctr"/>
            <a:r>
              <a:rPr lang="de-DE">
                <a:solidFill>
                  <a:schemeClr val="bg1"/>
                </a:solidFill>
              </a:rPr>
              <a:t>Gedacht für Analyse über viele Datensätze</a:t>
            </a:r>
          </a:p>
          <a:p>
            <a:endParaRPr lang="de-DE">
              <a:solidFill>
                <a:schemeClr val="bg1"/>
              </a:solidFill>
            </a:endParaRPr>
          </a:p>
          <a:p>
            <a:r>
              <a:rPr lang="de-DE" err="1">
                <a:solidFill>
                  <a:schemeClr val="bg1"/>
                </a:solidFill>
              </a:rPr>
              <a:t>Bsp</a:t>
            </a:r>
            <a:r>
              <a:rPr lang="de-DE">
                <a:solidFill>
                  <a:schemeClr val="bg1"/>
                </a:solidFill>
              </a:rPr>
              <a:t>: „Wie hat sich die Anzahl der Technologien mit hohem strategischen Potenzial über die letzten 5 Jahre entwickelt?“</a:t>
            </a:r>
          </a:p>
          <a:p>
            <a:r>
              <a:rPr lang="de-DE" b="1">
                <a:solidFill>
                  <a:schemeClr val="bg1"/>
                </a:solidFill>
              </a:rPr>
              <a:t>Typische Eigenschaften:</a:t>
            </a:r>
          </a:p>
          <a:p>
            <a:pPr marL="465750" lvl="1" indent="-285750">
              <a:buClr>
                <a:schemeClr val="bg1"/>
              </a:buClr>
              <a:buFont typeface="Arial" panose="020B0604020202020204" pitchFamily="34" charset="0"/>
              <a:buChar char="•"/>
            </a:pPr>
            <a:r>
              <a:rPr lang="de-DE">
                <a:solidFill>
                  <a:schemeClr val="bg1"/>
                </a:solidFill>
              </a:rPr>
              <a:t>Große Datenmengen</a:t>
            </a:r>
          </a:p>
          <a:p>
            <a:pPr marL="465750" lvl="1" indent="-285750">
              <a:buClr>
                <a:schemeClr val="bg1"/>
              </a:buClr>
              <a:buFont typeface="Arial" panose="020B0604020202020204" pitchFamily="34" charset="0"/>
              <a:buChar char="•"/>
            </a:pPr>
            <a:r>
              <a:rPr lang="de-DE">
                <a:solidFill>
                  <a:schemeClr val="bg1"/>
                </a:solidFill>
              </a:rPr>
              <a:t>Aggregationen</a:t>
            </a:r>
          </a:p>
          <a:p>
            <a:pPr marL="465750" lvl="1" indent="-285750">
              <a:buClr>
                <a:schemeClr val="bg1"/>
              </a:buClr>
              <a:buFont typeface="Arial" panose="020B0604020202020204" pitchFamily="34" charset="0"/>
              <a:buChar char="•"/>
            </a:pPr>
            <a:r>
              <a:rPr lang="de-DE">
                <a:solidFill>
                  <a:schemeClr val="bg1"/>
                </a:solidFill>
              </a:rPr>
              <a:t>Analysen über viele Datensätze</a:t>
            </a:r>
          </a:p>
          <a:p>
            <a:pPr marL="465750" lvl="1" indent="-285750">
              <a:buClr>
                <a:schemeClr val="bg1"/>
              </a:buClr>
              <a:buFont typeface="Arial" panose="020B0604020202020204" pitchFamily="34" charset="0"/>
              <a:buChar char="•"/>
            </a:pPr>
            <a:r>
              <a:rPr lang="de-DE">
                <a:solidFill>
                  <a:schemeClr val="bg1"/>
                </a:solidFill>
              </a:rPr>
              <a:t>Häufig spaltenorientiert (</a:t>
            </a:r>
            <a:r>
              <a:rPr lang="de-DE" err="1">
                <a:solidFill>
                  <a:schemeClr val="bg1"/>
                </a:solidFill>
              </a:rPr>
              <a:t>Column</a:t>
            </a:r>
            <a:r>
              <a:rPr lang="de-DE">
                <a:solidFill>
                  <a:schemeClr val="bg1"/>
                </a:solidFill>
              </a:rPr>
              <a:t> Store)</a:t>
            </a:r>
          </a:p>
        </p:txBody>
      </p:sp>
      <p:sp>
        <p:nvSpPr>
          <p:cNvPr id="6" name="Rechteck: abgerundete Ecken 5">
            <a:extLst>
              <a:ext uri="{FF2B5EF4-FFF2-40B4-BE49-F238E27FC236}">
                <a16:creationId xmlns:a16="http://schemas.microsoft.com/office/drawing/2014/main" id="{62BD0ECD-E7D5-0A46-FCD0-B691482F501A}"/>
              </a:ext>
            </a:extLst>
          </p:cNvPr>
          <p:cNvSpPr/>
          <p:nvPr/>
        </p:nvSpPr>
        <p:spPr>
          <a:xfrm>
            <a:off x="688900" y="1440798"/>
            <a:ext cx="4746700" cy="4483101"/>
          </a:xfrm>
          <a:prstGeom prst="roundRect">
            <a:avLst/>
          </a:prstGeom>
          <a:solidFill>
            <a:schemeClr val="accent1"/>
          </a:solidFill>
          <a:ln>
            <a:no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5" name="Textplatzhalter 4">
            <a:extLst>
              <a:ext uri="{FF2B5EF4-FFF2-40B4-BE49-F238E27FC236}">
                <a16:creationId xmlns:a16="http://schemas.microsoft.com/office/drawing/2014/main" id="{586B939E-79DD-95DE-6219-D19E25572FD2}"/>
              </a:ext>
            </a:extLst>
          </p:cNvPr>
          <p:cNvSpPr>
            <a:spLocks noGrp="1"/>
          </p:cNvSpPr>
          <p:nvPr>
            <p:ph type="body" sz="quarter" idx="27"/>
          </p:nvPr>
        </p:nvSpPr>
        <p:spPr>
          <a:xfrm>
            <a:off x="787400" y="1555099"/>
            <a:ext cx="4527550" cy="4903788"/>
          </a:xfrm>
        </p:spPr>
        <p:txBody>
          <a:bodyPr/>
          <a:lstStyle/>
          <a:p>
            <a:pPr algn="ctr"/>
            <a:r>
              <a:rPr lang="de-DE" sz="1800" b="1">
                <a:solidFill>
                  <a:schemeClr val="bg1"/>
                </a:solidFill>
              </a:rPr>
              <a:t>Operational Database (OLTP)</a:t>
            </a:r>
          </a:p>
          <a:p>
            <a:pPr algn="ctr"/>
            <a:r>
              <a:rPr lang="de-DE">
                <a:solidFill>
                  <a:schemeClr val="bg1"/>
                </a:solidFill>
              </a:rPr>
              <a:t>Gedacht für den laufenden Betrieb</a:t>
            </a:r>
          </a:p>
          <a:p>
            <a:endParaRPr lang="de-DE">
              <a:solidFill>
                <a:schemeClr val="bg1"/>
              </a:solidFill>
            </a:endParaRPr>
          </a:p>
          <a:p>
            <a:r>
              <a:rPr lang="de-DE" err="1">
                <a:solidFill>
                  <a:schemeClr val="bg1"/>
                </a:solidFill>
              </a:rPr>
              <a:t>Bsp</a:t>
            </a:r>
            <a:r>
              <a:rPr lang="de-DE">
                <a:solidFill>
                  <a:schemeClr val="bg1"/>
                </a:solidFill>
              </a:rPr>
              <a:t>: „Setze den Status eines Technologieeintrags von Evaluation auf </a:t>
            </a:r>
            <a:r>
              <a:rPr lang="de-DE" err="1">
                <a:solidFill>
                  <a:schemeClr val="bg1"/>
                </a:solidFill>
              </a:rPr>
              <a:t>Active</a:t>
            </a:r>
            <a:r>
              <a:rPr lang="de-DE">
                <a:solidFill>
                  <a:schemeClr val="bg1"/>
                </a:solidFill>
              </a:rPr>
              <a:t>“</a:t>
            </a:r>
            <a:br>
              <a:rPr lang="de-DE">
                <a:solidFill>
                  <a:schemeClr val="bg1"/>
                </a:solidFill>
              </a:rPr>
            </a:br>
            <a:endParaRPr lang="de-DE">
              <a:solidFill>
                <a:schemeClr val="bg1"/>
              </a:solidFill>
            </a:endParaRPr>
          </a:p>
          <a:p>
            <a:r>
              <a:rPr lang="de-DE" b="1">
                <a:solidFill>
                  <a:schemeClr val="bg1"/>
                </a:solidFill>
              </a:rPr>
              <a:t>Typische Eigenschaften:</a:t>
            </a:r>
          </a:p>
          <a:p>
            <a:pPr lvl="2">
              <a:buClr>
                <a:schemeClr val="bg1"/>
              </a:buClr>
              <a:buFont typeface="Arial" panose="020B0604020202020204" pitchFamily="34" charset="0"/>
              <a:buChar char="•"/>
            </a:pPr>
            <a:r>
              <a:rPr lang="de-DE">
                <a:solidFill>
                  <a:schemeClr val="bg1"/>
                </a:solidFill>
              </a:rPr>
              <a:t>Viele kleine Lese und Schreiboperationen</a:t>
            </a:r>
          </a:p>
          <a:p>
            <a:pPr lvl="2">
              <a:buClr>
                <a:schemeClr val="bg1"/>
              </a:buClr>
              <a:buFont typeface="Arial" panose="020B0604020202020204" pitchFamily="34" charset="0"/>
              <a:buChar char="•"/>
            </a:pPr>
            <a:r>
              <a:rPr lang="de-DE">
                <a:solidFill>
                  <a:schemeClr val="bg1"/>
                </a:solidFill>
              </a:rPr>
              <a:t>Schnelle einzelne Transaktionen</a:t>
            </a:r>
          </a:p>
          <a:p>
            <a:pPr lvl="2">
              <a:buClr>
                <a:schemeClr val="bg1"/>
              </a:buClr>
              <a:buFont typeface="Arial" panose="020B0604020202020204" pitchFamily="34" charset="0"/>
              <a:buChar char="•"/>
            </a:pPr>
            <a:r>
              <a:rPr lang="de-DE">
                <a:solidFill>
                  <a:schemeClr val="bg1"/>
                </a:solidFill>
              </a:rPr>
              <a:t>Aktuelle Daten sind die Priorität</a:t>
            </a:r>
          </a:p>
          <a:p>
            <a:pPr lvl="2">
              <a:buClr>
                <a:schemeClr val="bg1"/>
              </a:buClr>
              <a:buFont typeface="Arial" panose="020B0604020202020204" pitchFamily="34" charset="0"/>
              <a:buChar char="•"/>
            </a:pPr>
            <a:r>
              <a:rPr lang="de-DE">
                <a:solidFill>
                  <a:schemeClr val="bg1"/>
                </a:solidFill>
              </a:rPr>
              <a:t>Häufig zeilenorientiert (</a:t>
            </a:r>
            <a:r>
              <a:rPr lang="de-DE" err="1">
                <a:solidFill>
                  <a:schemeClr val="bg1"/>
                </a:solidFill>
              </a:rPr>
              <a:t>Rowstore</a:t>
            </a:r>
            <a:r>
              <a:rPr lang="de-DE">
                <a:solidFill>
                  <a:schemeClr val="bg1"/>
                </a:solidFill>
              </a:rPr>
              <a:t>)</a:t>
            </a:r>
          </a:p>
        </p:txBody>
      </p:sp>
      <p:sp>
        <p:nvSpPr>
          <p:cNvPr id="9" name="Anhang">
            <a:extLst>
              <a:ext uri="{FF2B5EF4-FFF2-40B4-BE49-F238E27FC236}">
                <a16:creationId xmlns:a16="http://schemas.microsoft.com/office/drawing/2014/main" id="{C7EA5702-E2D8-8CF6-062A-95DFD651934A}"/>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4207891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13</a:t>
            </a:fld>
            <a:endParaRPr lang="en-US"/>
          </a:p>
        </p:txBody>
      </p:sp>
      <p:sp>
        <p:nvSpPr>
          <p:cNvPr id="1005" name="Datenmodelle im Überblick">
            <a:extLst>
              <a:ext uri="{FF2B5EF4-FFF2-40B4-BE49-F238E27FC236}">
                <a16:creationId xmlns:a16="http://schemas.microsoft.com/office/drawing/2014/main" id="{53CDFD28-6011-4E22-9D5C-1265E4514E7A}"/>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Datenmodelle im Überblick</a:t>
            </a:r>
          </a:p>
        </p:txBody>
      </p:sp>
      <p:sp>
        <p:nvSpPr>
          <p:cNvPr id="1002" name="03  Daten und Retrieval">
            <a:extLst>
              <a:ext uri="{FF2B5EF4-FFF2-40B4-BE49-F238E27FC236}">
                <a16:creationId xmlns:a16="http://schemas.microsoft.com/office/drawing/2014/main" id="{D730ACF4-0BDD-4C6B-AF5C-042BADDDFCA0}"/>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03  Daten und Retrieval</a:t>
            </a:r>
          </a:p>
        </p:txBody>
      </p:sp>
      <p:graphicFrame>
        <p:nvGraphicFramePr>
          <p:cNvPr id="1007" name="Tabelle 1006"/>
          <p:cNvGraphicFramePr/>
          <p:nvPr/>
        </p:nvGraphicFramePr>
        <p:xfrm>
          <a:off x="571500" y="1809750"/>
          <a:ext cx="11049000" cy="34099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95300">
                <a:tc>
                  <a:txBody>
                    <a:bodyPr/>
                    <a:lstStyle/>
                    <a:p>
                      <a:r>
                        <a:rPr sz="1875" b="1">
                          <a:solidFill>
                            <a:srgbClr val="FFFFFF"/>
                          </a:solidFill>
                          <a:latin typeface="Arial"/>
                          <a:ea typeface="Arial"/>
                          <a:cs typeface="Arial"/>
                        </a:rPr>
                        <a:t>Datenmodell</a:t>
                      </a:r>
                    </a:p>
                  </a:txBody>
                  <a:tcPr anchor="ctr">
                    <a:solidFill>
                      <a:srgbClr val="6193CD"/>
                    </a:solidFill>
                  </a:tcPr>
                </a:tc>
                <a:tc>
                  <a:txBody>
                    <a:bodyPr/>
                    <a:lstStyle/>
                    <a:p>
                      <a:r>
                        <a:rPr sz="1875" b="1">
                          <a:solidFill>
                            <a:srgbClr val="FFFFFF"/>
                          </a:solidFill>
                          <a:latin typeface="Arial"/>
                          <a:ea typeface="Arial"/>
                          <a:cs typeface="Arial"/>
                        </a:rPr>
                        <a:t>Was wird abgebildet?</a:t>
                      </a:r>
                    </a:p>
                  </a:txBody>
                  <a:tcPr anchor="ctr">
                    <a:solidFill>
                      <a:srgbClr val="6193CD"/>
                    </a:solidFill>
                  </a:tcPr>
                </a:tc>
                <a:tc>
                  <a:txBody>
                    <a:bodyPr/>
                    <a:lstStyle/>
                    <a:p>
                      <a:r>
                        <a:rPr sz="1875" b="1">
                          <a:solidFill>
                            <a:srgbClr val="FFFFFF"/>
                          </a:solidFill>
                          <a:latin typeface="Arial"/>
                          <a:ea typeface="Arial"/>
                          <a:cs typeface="Arial"/>
                        </a:rPr>
                        <a:t>Beispiel im InnoHub</a:t>
                      </a:r>
                    </a:p>
                  </a:txBody>
                  <a:tcPr anchor="ctr">
                    <a:solidFill>
                      <a:srgbClr val="6193CD"/>
                    </a:solidFill>
                  </a:tcPr>
                </a:tc>
                <a:extLst>
                  <a:ext uri="{0D108BD9-81ED-4DB2-BD59-A6C34878D82A}">
                    <a16:rowId xmlns:a16="http://schemas.microsoft.com/office/drawing/2014/main" val="10000"/>
                  </a:ext>
                </a:extLst>
              </a:tr>
              <a:tr h="971550">
                <a:tc>
                  <a:txBody>
                    <a:bodyPr/>
                    <a:lstStyle/>
                    <a:p>
                      <a:r>
                        <a:rPr sz="1875" b="0">
                          <a:solidFill>
                            <a:srgbClr val="586165"/>
                          </a:solidFill>
                          <a:latin typeface="Arial"/>
                          <a:ea typeface="Arial"/>
                          <a:cs typeface="Arial"/>
                        </a:rPr>
                        <a:t>Relational</a:t>
                      </a:r>
                    </a:p>
                  </a:txBody>
                  <a:tcPr anchor="ctr">
                    <a:solidFill>
                      <a:srgbClr val="E9EFF7"/>
                    </a:solidFill>
                  </a:tcPr>
                </a:tc>
                <a:tc>
                  <a:txBody>
                    <a:bodyPr/>
                    <a:lstStyle/>
                    <a:p>
                      <a:r>
                        <a:rPr sz="1875" b="0">
                          <a:solidFill>
                            <a:srgbClr val="586165"/>
                          </a:solidFill>
                          <a:latin typeface="Arial"/>
                          <a:ea typeface="Arial"/>
                          <a:cs typeface="Arial"/>
                        </a:rPr>
                        <a:t>Strukturierte Attribute und Verknüpfungen</a:t>
                      </a:r>
                    </a:p>
                  </a:txBody>
                  <a:tcPr anchor="ctr">
                    <a:solidFill>
                      <a:srgbClr val="E9EFF7"/>
                    </a:solidFill>
                  </a:tcPr>
                </a:tc>
                <a:tc>
                  <a:txBody>
                    <a:bodyPr/>
                    <a:lstStyle/>
                    <a:p>
                      <a:r>
                        <a:rPr sz="1875" b="0">
                          <a:solidFill>
                            <a:srgbClr val="586165"/>
                          </a:solidFill>
                          <a:latin typeface="Arial"/>
                          <a:ea typeface="Arial"/>
                          <a:cs typeface="Arial"/>
                        </a:rPr>
                        <a:t>Status, TRL und Projektzuordnung</a:t>
                      </a:r>
                    </a:p>
                  </a:txBody>
                  <a:tcPr anchor="ctr">
                    <a:solidFill>
                      <a:srgbClr val="E9EFF7"/>
                    </a:solidFill>
                  </a:tcPr>
                </a:tc>
                <a:extLst>
                  <a:ext uri="{0D108BD9-81ED-4DB2-BD59-A6C34878D82A}">
                    <a16:rowId xmlns:a16="http://schemas.microsoft.com/office/drawing/2014/main" val="10001"/>
                  </a:ext>
                </a:extLst>
              </a:tr>
              <a:tr h="971550">
                <a:tc>
                  <a:txBody>
                    <a:bodyPr/>
                    <a:lstStyle/>
                    <a:p>
                      <a:r>
                        <a:rPr sz="1875" b="0">
                          <a:solidFill>
                            <a:srgbClr val="586165"/>
                          </a:solidFill>
                          <a:latin typeface="Arial"/>
                          <a:ea typeface="Arial"/>
                          <a:cs typeface="Arial"/>
                        </a:rPr>
                        <a:t>Vektoren</a:t>
                      </a:r>
                    </a:p>
                  </a:txBody>
                  <a:tcPr anchor="ctr">
                    <a:solidFill>
                      <a:srgbClr val="F5F7FA"/>
                    </a:solidFill>
                  </a:tcPr>
                </a:tc>
                <a:tc>
                  <a:txBody>
                    <a:bodyPr/>
                    <a:lstStyle/>
                    <a:p>
                      <a:r>
                        <a:rPr sz="1875" b="0">
                          <a:solidFill>
                            <a:srgbClr val="586165"/>
                          </a:solidFill>
                          <a:latin typeface="Arial"/>
                          <a:ea typeface="Arial"/>
                          <a:cs typeface="Arial"/>
                        </a:rPr>
                        <a:t>Inhalte als numerische Repräsentationen</a:t>
                      </a:r>
                    </a:p>
                  </a:txBody>
                  <a:tcPr anchor="ctr">
                    <a:solidFill>
                      <a:srgbClr val="F5F7FA"/>
                    </a:solidFill>
                  </a:tcPr>
                </a:tc>
                <a:tc>
                  <a:txBody>
                    <a:bodyPr/>
                    <a:lstStyle/>
                    <a:p>
                      <a:r>
                        <a:rPr sz="1875" b="0">
                          <a:solidFill>
                            <a:srgbClr val="586165"/>
                          </a:solidFill>
                          <a:latin typeface="Arial"/>
                          <a:ea typeface="Arial"/>
                          <a:cs typeface="Arial"/>
                        </a:rPr>
                        <a:t>Ähnliche technische Beschreibungen</a:t>
                      </a:r>
                    </a:p>
                  </a:txBody>
                  <a:tcPr anchor="ctr">
                    <a:solidFill>
                      <a:srgbClr val="F5F7FA"/>
                    </a:solidFill>
                  </a:tcPr>
                </a:tc>
                <a:extLst>
                  <a:ext uri="{0D108BD9-81ED-4DB2-BD59-A6C34878D82A}">
                    <a16:rowId xmlns:a16="http://schemas.microsoft.com/office/drawing/2014/main" val="10002"/>
                  </a:ext>
                </a:extLst>
              </a:tr>
              <a:tr h="971550">
                <a:tc>
                  <a:txBody>
                    <a:bodyPr/>
                    <a:lstStyle/>
                    <a:p>
                      <a:r>
                        <a:rPr sz="1875" b="0">
                          <a:solidFill>
                            <a:srgbClr val="586165"/>
                          </a:solidFill>
                          <a:latin typeface="Arial"/>
                          <a:ea typeface="Arial"/>
                          <a:cs typeface="Arial"/>
                        </a:rPr>
                        <a:t>Graph</a:t>
                      </a:r>
                    </a:p>
                  </a:txBody>
                  <a:tcPr anchor="ctr">
                    <a:solidFill>
                      <a:srgbClr val="E9EFF7"/>
                    </a:solidFill>
                  </a:tcPr>
                </a:tc>
                <a:tc>
                  <a:txBody>
                    <a:bodyPr/>
                    <a:lstStyle/>
                    <a:p>
                      <a:r>
                        <a:rPr sz="1875" b="0">
                          <a:solidFill>
                            <a:srgbClr val="586165"/>
                          </a:solidFill>
                          <a:latin typeface="Arial"/>
                          <a:ea typeface="Arial"/>
                          <a:cs typeface="Arial"/>
                        </a:rPr>
                        <a:t>Objekte und explizite Beziehungen</a:t>
                      </a:r>
                    </a:p>
                  </a:txBody>
                  <a:tcPr anchor="ctr">
                    <a:solidFill>
                      <a:srgbClr val="E9EFF7"/>
                    </a:solidFill>
                  </a:tcPr>
                </a:tc>
                <a:tc>
                  <a:txBody>
                    <a:bodyPr/>
                    <a:lstStyle/>
                    <a:p>
                      <a:r>
                        <a:rPr sz="1875" b="0">
                          <a:solidFill>
                            <a:srgbClr val="586165"/>
                          </a:solidFill>
                          <a:latin typeface="Arial"/>
                          <a:ea typeface="Arial"/>
                          <a:cs typeface="Arial"/>
                        </a:rPr>
                        <a:t>Projekt nutzt Technologie, Technologie adressiert Trend</a:t>
                      </a:r>
                    </a:p>
                  </a:txBody>
                  <a:tcPr anchor="ctr">
                    <a:solidFill>
                      <a:srgbClr val="E9EFF7"/>
                    </a:solidFill>
                  </a:tcPr>
                </a:tc>
                <a:extLst>
                  <a:ext uri="{0D108BD9-81ED-4DB2-BD59-A6C34878D82A}">
                    <a16:rowId xmlns:a16="http://schemas.microsoft.com/office/drawing/2014/main" val="10003"/>
                  </a:ext>
                </a:extLst>
              </a:tr>
            </a:tbl>
          </a:graphicData>
        </a:graphic>
      </p:graphicFrame>
      <p:sp>
        <p:nvSpPr>
          <p:cNvPr id="1004" name="Die fachliche Frage bestimmt die Abfrage. Ein System kann mehrere Date">
            <a:extLst>
              <a:ext uri="{FF2B5EF4-FFF2-40B4-BE49-F238E27FC236}">
                <a16:creationId xmlns:a16="http://schemas.microsoft.com/office/drawing/2014/main" id="{E43F42D5-4F05-4C3E-8898-69412F48C6B1}"/>
              </a:ext>
            </a:extLst>
          </p:cNvPr>
          <p:cNvSpPr>
            <a:spLocks noGrp="1"/>
          </p:cNvSpPr>
          <p:nvPr/>
        </p:nvSpPr>
        <p:spPr>
          <a:xfrm>
            <a:off x="571500" y="5810250"/>
            <a:ext cx="11049000" cy="523875"/>
          </a:xfrm>
          <a:prstGeom prst="rect">
            <a:avLst/>
          </a:prstGeom>
          <a:noFill/>
          <a:ln w="0">
            <a:noFill/>
          </a:ln>
        </p:spPr>
        <p:txBody>
          <a:bodyPr wrap="square" lIns="0" tIns="0" rIns="0" bIns="0" anchor="t">
            <a:noAutofit/>
          </a:bodyPr>
          <a:lstStyle/>
          <a:p>
            <a:pPr algn="l">
              <a:defRPr sz="1725" b="0">
                <a:solidFill>
                  <a:srgbClr val="3D6DA8"/>
                </a:solidFill>
                <a:latin typeface="Arial"/>
                <a:ea typeface="Arial"/>
                <a:cs typeface="Arial"/>
              </a:defRPr>
            </a:pPr>
            <a:r>
              <a:rPr sz="1725" b="0">
                <a:solidFill>
                  <a:srgbClr val="3D6DA8"/>
                </a:solidFill>
                <a:latin typeface="Arial"/>
                <a:ea typeface="Arial"/>
                <a:cs typeface="Arial"/>
              </a:rPr>
              <a:t>Die fachliche Frage bestimmt die Abfrage. Ein System kann mehrere Datenmodelle unterstützen.</a:t>
            </a:r>
          </a:p>
        </p:txBody>
      </p:sp>
    </p:spTree>
    <p:extLst>
      <p:ext uri="{BB962C8B-B14F-4D97-AF65-F5344CB8AC3E}">
        <p14:creationId xmlns:p14="http://schemas.microsoft.com/office/powerpoint/2010/main" val="1153618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14</a:t>
            </a:fld>
            <a:endParaRPr lang="en-US"/>
          </a:p>
        </p:txBody>
      </p:sp>
      <p:sp>
        <p:nvSpPr>
          <p:cNvPr id="1005" name="Suchverfahren im Vergleich">
            <a:extLst>
              <a:ext uri="{FF2B5EF4-FFF2-40B4-BE49-F238E27FC236}">
                <a16:creationId xmlns:a16="http://schemas.microsoft.com/office/drawing/2014/main" id="{BCCA2A4E-2B79-464C-B0DA-28450E049E03}"/>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Suchverfahren im Vergleich</a:t>
            </a:r>
          </a:p>
        </p:txBody>
      </p:sp>
      <p:sp>
        <p:nvSpPr>
          <p:cNvPr id="1002" name="03  Daten und Retrieval">
            <a:extLst>
              <a:ext uri="{FF2B5EF4-FFF2-40B4-BE49-F238E27FC236}">
                <a16:creationId xmlns:a16="http://schemas.microsoft.com/office/drawing/2014/main" id="{789671E4-5AB3-4342-9DAD-4CBE8A37960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03  Daten und Retrieval</a:t>
            </a:r>
          </a:p>
        </p:txBody>
      </p:sp>
      <p:graphicFrame>
        <p:nvGraphicFramePr>
          <p:cNvPr id="1007" name="Tabelle 1006"/>
          <p:cNvGraphicFramePr/>
          <p:nvPr/>
        </p:nvGraphicFramePr>
        <p:xfrm>
          <a:off x="571500" y="1495425"/>
          <a:ext cx="11049000" cy="3857625"/>
        </p:xfrm>
        <a:graphic>
          <a:graphicData uri="http://schemas.openxmlformats.org/drawingml/2006/table">
            <a:tbl>
              <a:tblPr firstRow="1"/>
              <a:tblGrid>
                <a:gridCol w="366712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495300">
                <a:tc>
                  <a:txBody>
                    <a:bodyPr/>
                    <a:lstStyle/>
                    <a:p>
                      <a:r>
                        <a:rPr sz="1725" b="1">
                          <a:solidFill>
                            <a:srgbClr val="FFFFFF"/>
                          </a:solidFill>
                          <a:latin typeface="Arial"/>
                          <a:ea typeface="Arial"/>
                          <a:cs typeface="Arial"/>
                        </a:rPr>
                        <a:t>Was verlangt die Frage?</a:t>
                      </a:r>
                    </a:p>
                  </a:txBody>
                  <a:tcPr anchor="ctr">
                    <a:solidFill>
                      <a:srgbClr val="6193CD"/>
                    </a:solidFill>
                  </a:tcPr>
                </a:tc>
                <a:tc>
                  <a:txBody>
                    <a:bodyPr/>
                    <a:lstStyle/>
                    <a:p>
                      <a:r>
                        <a:rPr sz="1725" b="1">
                          <a:solidFill>
                            <a:srgbClr val="FFFFFF"/>
                          </a:solidFill>
                          <a:latin typeface="Arial"/>
                          <a:ea typeface="Arial"/>
                          <a:cs typeface="Arial"/>
                        </a:rPr>
                        <a:t>Geeigneter Suchweg</a:t>
                      </a:r>
                    </a:p>
                  </a:txBody>
                  <a:tcPr anchor="ctr">
                    <a:solidFill>
                      <a:srgbClr val="6193CD"/>
                    </a:solidFill>
                  </a:tcPr>
                </a:tc>
                <a:tc>
                  <a:txBody>
                    <a:bodyPr/>
                    <a:lstStyle/>
                    <a:p>
                      <a:r>
                        <a:rPr sz="1725" b="1">
                          <a:solidFill>
                            <a:srgbClr val="FFFFFF"/>
                          </a:solidFill>
                          <a:latin typeface="Arial"/>
                          <a:ea typeface="Arial"/>
                          <a:cs typeface="Arial"/>
                        </a:rPr>
                        <a:t>Beispiel</a:t>
                      </a:r>
                    </a:p>
                  </a:txBody>
                  <a:tcPr anchor="ctr">
                    <a:solidFill>
                      <a:srgbClr val="6193CD"/>
                    </a:solidFill>
                  </a:tcPr>
                </a:tc>
                <a:extLst>
                  <a:ext uri="{0D108BD9-81ED-4DB2-BD59-A6C34878D82A}">
                    <a16:rowId xmlns:a16="http://schemas.microsoft.com/office/drawing/2014/main" val="10000"/>
                  </a:ext>
                </a:extLst>
              </a:tr>
              <a:tr h="672465">
                <a:tc>
                  <a:txBody>
                    <a:bodyPr/>
                    <a:lstStyle/>
                    <a:p>
                      <a:r>
                        <a:rPr sz="1725" b="0">
                          <a:solidFill>
                            <a:srgbClr val="586165"/>
                          </a:solidFill>
                          <a:latin typeface="Arial"/>
                          <a:ea typeface="Arial"/>
                          <a:cs typeface="Arial"/>
                        </a:rPr>
                        <a:t>Exakte Werte oder Regeln</a:t>
                      </a:r>
                    </a:p>
                  </a:txBody>
                  <a:tcPr anchor="ctr">
                    <a:solidFill>
                      <a:srgbClr val="E9EFF7"/>
                    </a:solidFill>
                  </a:tcPr>
                </a:tc>
                <a:tc>
                  <a:txBody>
                    <a:bodyPr/>
                    <a:lstStyle/>
                    <a:p>
                      <a:r>
                        <a:rPr sz="1725" b="0">
                          <a:solidFill>
                            <a:srgbClr val="586165"/>
                          </a:solidFill>
                          <a:latin typeface="Arial"/>
                          <a:ea typeface="Arial"/>
                          <a:cs typeface="Arial"/>
                        </a:rPr>
                        <a:t>Strukturierter Filter</a:t>
                      </a:r>
                    </a:p>
                  </a:txBody>
                  <a:tcPr anchor="ctr">
                    <a:solidFill>
                      <a:srgbClr val="E9EFF7"/>
                    </a:solidFill>
                  </a:tcPr>
                </a:tc>
                <a:tc>
                  <a:txBody>
                    <a:bodyPr/>
                    <a:lstStyle/>
                    <a:p>
                      <a:r>
                        <a:rPr sz="1725" b="0">
                          <a:solidFill>
                            <a:srgbClr val="586165"/>
                          </a:solidFill>
                          <a:latin typeface="Arial"/>
                          <a:ea typeface="Arial"/>
                          <a:cs typeface="Arial"/>
                        </a:rPr>
                        <a:t>Aktiv und TRL ≥ 7</a:t>
                      </a:r>
                    </a:p>
                  </a:txBody>
                  <a:tcPr anchor="ctr">
                    <a:solidFill>
                      <a:srgbClr val="E9EFF7"/>
                    </a:solidFill>
                  </a:tcPr>
                </a:tc>
                <a:extLst>
                  <a:ext uri="{0D108BD9-81ED-4DB2-BD59-A6C34878D82A}">
                    <a16:rowId xmlns:a16="http://schemas.microsoft.com/office/drawing/2014/main" val="10001"/>
                  </a:ext>
                </a:extLst>
              </a:tr>
              <a:tr h="672465">
                <a:tc>
                  <a:txBody>
                    <a:bodyPr/>
                    <a:lstStyle/>
                    <a:p>
                      <a:r>
                        <a:rPr sz="1725" b="0">
                          <a:solidFill>
                            <a:srgbClr val="586165"/>
                          </a:solidFill>
                          <a:latin typeface="Arial"/>
                          <a:ea typeface="Arial"/>
                          <a:cs typeface="Arial"/>
                        </a:rPr>
                        <a:t>Passende Begriffe im Text</a:t>
                      </a:r>
                    </a:p>
                  </a:txBody>
                  <a:tcPr anchor="ctr">
                    <a:solidFill>
                      <a:srgbClr val="F5F7FA"/>
                    </a:solidFill>
                  </a:tcPr>
                </a:tc>
                <a:tc>
                  <a:txBody>
                    <a:bodyPr/>
                    <a:lstStyle/>
                    <a:p>
                      <a:r>
                        <a:rPr sz="1725" b="0">
                          <a:solidFill>
                            <a:srgbClr val="586165"/>
                          </a:solidFill>
                          <a:latin typeface="Arial"/>
                          <a:ea typeface="Arial"/>
                          <a:cs typeface="Arial"/>
                        </a:rPr>
                        <a:t>Keyword-Suche mit BM25</a:t>
                      </a:r>
                    </a:p>
                  </a:txBody>
                  <a:tcPr anchor="ctr">
                    <a:solidFill>
                      <a:srgbClr val="F5F7FA"/>
                    </a:solidFill>
                  </a:tcPr>
                </a:tc>
                <a:tc>
                  <a:txBody>
                    <a:bodyPr/>
                    <a:lstStyle/>
                    <a:p>
                      <a:r>
                        <a:rPr sz="1725" b="0">
                          <a:solidFill>
                            <a:srgbClr val="586165"/>
                          </a:solidFill>
                          <a:latin typeface="Arial"/>
                          <a:ea typeface="Arial"/>
                          <a:cs typeface="Arial"/>
                        </a:rPr>
                        <a:t>Sensorfusion, Technologiebezeichnung</a:t>
                      </a:r>
                    </a:p>
                  </a:txBody>
                  <a:tcPr anchor="ctr">
                    <a:solidFill>
                      <a:srgbClr val="F5F7FA"/>
                    </a:solidFill>
                  </a:tcPr>
                </a:tc>
                <a:extLst>
                  <a:ext uri="{0D108BD9-81ED-4DB2-BD59-A6C34878D82A}">
                    <a16:rowId xmlns:a16="http://schemas.microsoft.com/office/drawing/2014/main" val="10002"/>
                  </a:ext>
                </a:extLst>
              </a:tr>
              <a:tr h="672465">
                <a:tc>
                  <a:txBody>
                    <a:bodyPr/>
                    <a:lstStyle/>
                    <a:p>
                      <a:r>
                        <a:rPr sz="1725" b="0">
                          <a:solidFill>
                            <a:srgbClr val="586165"/>
                          </a:solidFill>
                          <a:latin typeface="Arial"/>
                          <a:ea typeface="Arial"/>
                          <a:cs typeface="Arial"/>
                        </a:rPr>
                        <a:t>Ähnliche Bedeutung</a:t>
                      </a:r>
                    </a:p>
                  </a:txBody>
                  <a:tcPr anchor="ctr">
                    <a:solidFill>
                      <a:srgbClr val="E9EFF7"/>
                    </a:solidFill>
                  </a:tcPr>
                </a:tc>
                <a:tc>
                  <a:txBody>
                    <a:bodyPr/>
                    <a:lstStyle/>
                    <a:p>
                      <a:r>
                        <a:rPr sz="1725" b="0">
                          <a:solidFill>
                            <a:srgbClr val="586165"/>
                          </a:solidFill>
                          <a:latin typeface="Arial"/>
                          <a:ea typeface="Arial"/>
                          <a:cs typeface="Arial"/>
                        </a:rPr>
                        <a:t>Vektorsuche</a:t>
                      </a:r>
                    </a:p>
                  </a:txBody>
                  <a:tcPr anchor="ctr">
                    <a:solidFill>
                      <a:srgbClr val="E9EFF7"/>
                    </a:solidFill>
                  </a:tcPr>
                </a:tc>
                <a:tc>
                  <a:txBody>
                    <a:bodyPr/>
                    <a:lstStyle/>
                    <a:p>
                      <a:r>
                        <a:rPr sz="1725" b="0">
                          <a:solidFill>
                            <a:srgbClr val="586165"/>
                          </a:solidFill>
                          <a:latin typeface="Arial"/>
                          <a:ea typeface="Arial"/>
                          <a:cs typeface="Arial"/>
                        </a:rPr>
                        <a:t>Messungen mehrerer Sensoren kombinieren</a:t>
                      </a:r>
                    </a:p>
                  </a:txBody>
                  <a:tcPr anchor="ctr">
                    <a:solidFill>
                      <a:srgbClr val="E9EFF7"/>
                    </a:solidFill>
                  </a:tcPr>
                </a:tc>
                <a:extLst>
                  <a:ext uri="{0D108BD9-81ED-4DB2-BD59-A6C34878D82A}">
                    <a16:rowId xmlns:a16="http://schemas.microsoft.com/office/drawing/2014/main" val="10003"/>
                  </a:ext>
                </a:extLst>
              </a:tr>
              <a:tr h="672465">
                <a:tc>
                  <a:txBody>
                    <a:bodyPr/>
                    <a:lstStyle/>
                    <a:p>
                      <a:r>
                        <a:rPr sz="1725" b="0">
                          <a:solidFill>
                            <a:srgbClr val="586165"/>
                          </a:solidFill>
                          <a:latin typeface="Arial"/>
                          <a:ea typeface="Arial"/>
                          <a:cs typeface="Arial"/>
                        </a:rPr>
                        <a:t>Verknüpfte Objekte</a:t>
                      </a:r>
                    </a:p>
                  </a:txBody>
                  <a:tcPr anchor="ctr">
                    <a:solidFill>
                      <a:srgbClr val="F5F7FA"/>
                    </a:solidFill>
                  </a:tcPr>
                </a:tc>
                <a:tc>
                  <a:txBody>
                    <a:bodyPr/>
                    <a:lstStyle/>
                    <a:p>
                      <a:r>
                        <a:rPr sz="1725" b="0">
                          <a:solidFill>
                            <a:srgbClr val="586165"/>
                          </a:solidFill>
                          <a:latin typeface="Arial"/>
                          <a:ea typeface="Arial"/>
                          <a:cs typeface="Arial"/>
                        </a:rPr>
                        <a:t>Beziehungsabfrage</a:t>
                      </a:r>
                    </a:p>
                  </a:txBody>
                  <a:tcPr anchor="ctr">
                    <a:solidFill>
                      <a:srgbClr val="F5F7FA"/>
                    </a:solidFill>
                  </a:tcPr>
                </a:tc>
                <a:tc>
                  <a:txBody>
                    <a:bodyPr/>
                    <a:lstStyle/>
                    <a:p>
                      <a:r>
                        <a:rPr sz="1725" b="0">
                          <a:solidFill>
                            <a:srgbClr val="586165"/>
                          </a:solidFill>
                          <a:latin typeface="Arial"/>
                          <a:ea typeface="Arial"/>
                          <a:cs typeface="Arial"/>
                        </a:rPr>
                        <a:t>Projekt, Technologie und Trend</a:t>
                      </a:r>
                    </a:p>
                  </a:txBody>
                  <a:tcPr anchor="ctr">
                    <a:solidFill>
                      <a:srgbClr val="F5F7FA"/>
                    </a:solidFill>
                  </a:tcPr>
                </a:tc>
                <a:extLst>
                  <a:ext uri="{0D108BD9-81ED-4DB2-BD59-A6C34878D82A}">
                    <a16:rowId xmlns:a16="http://schemas.microsoft.com/office/drawing/2014/main" val="10004"/>
                  </a:ext>
                </a:extLst>
              </a:tr>
              <a:tr h="672465">
                <a:tc>
                  <a:txBody>
                    <a:bodyPr/>
                    <a:lstStyle/>
                    <a:p>
                      <a:r>
                        <a:rPr sz="1725" b="0">
                          <a:solidFill>
                            <a:srgbClr val="586165"/>
                          </a:solidFill>
                          <a:latin typeface="Arial"/>
                          <a:ea typeface="Arial"/>
                          <a:cs typeface="Arial"/>
                        </a:rPr>
                        <a:t>Begriffe und freie Formulierung</a:t>
                      </a:r>
                    </a:p>
                  </a:txBody>
                  <a:tcPr anchor="ctr">
                    <a:solidFill>
                      <a:srgbClr val="E9EFF7"/>
                    </a:solidFill>
                  </a:tcPr>
                </a:tc>
                <a:tc>
                  <a:txBody>
                    <a:bodyPr/>
                    <a:lstStyle/>
                    <a:p>
                      <a:r>
                        <a:rPr sz="1725" b="0">
                          <a:solidFill>
                            <a:srgbClr val="586165"/>
                          </a:solidFill>
                          <a:latin typeface="Arial"/>
                          <a:ea typeface="Arial"/>
                          <a:cs typeface="Arial"/>
                        </a:rPr>
                        <a:t>Hybrid Search</a:t>
                      </a:r>
                    </a:p>
                  </a:txBody>
                  <a:tcPr anchor="ctr">
                    <a:solidFill>
                      <a:srgbClr val="E9EFF7"/>
                    </a:solidFill>
                  </a:tcPr>
                </a:tc>
                <a:tc>
                  <a:txBody>
                    <a:bodyPr/>
                    <a:lstStyle/>
                    <a:p>
                      <a:r>
                        <a:rPr sz="1725" b="0">
                          <a:solidFill>
                            <a:srgbClr val="586165"/>
                          </a:solidFill>
                          <a:latin typeface="Arial"/>
                          <a:ea typeface="Arial"/>
                          <a:cs typeface="Arial"/>
                        </a:rPr>
                        <a:t>BM25 mit Vektorsuche kombinieren</a:t>
                      </a:r>
                    </a:p>
                  </a:txBody>
                  <a:tcPr anchor="ctr">
                    <a:solidFill>
                      <a:srgbClr val="E9EFF7"/>
                    </a:solidFill>
                  </a:tcPr>
                </a:tc>
                <a:extLst>
                  <a:ext uri="{0D108BD9-81ED-4DB2-BD59-A6C34878D82A}">
                    <a16:rowId xmlns:a16="http://schemas.microsoft.com/office/drawing/2014/main" val="10005"/>
                  </a:ext>
                </a:extLst>
              </a:tr>
            </a:tbl>
          </a:graphicData>
        </a:graphic>
      </p:graphicFrame>
      <p:sp>
        <p:nvSpPr>
          <p:cNvPr id="1004" name="BM25 bewertet Texttreffer anhand von Begriffshäufigkeit, Seltenheit de">
            <a:extLst>
              <a:ext uri="{FF2B5EF4-FFF2-40B4-BE49-F238E27FC236}">
                <a16:creationId xmlns:a16="http://schemas.microsoft.com/office/drawing/2014/main" id="{BD927225-4EEF-4780-B5AD-AC3B8B126679}"/>
              </a:ext>
            </a:extLst>
          </p:cNvPr>
          <p:cNvSpPr>
            <a:spLocks noGrp="1"/>
          </p:cNvSpPr>
          <p:nvPr/>
        </p:nvSpPr>
        <p:spPr>
          <a:xfrm>
            <a:off x="571500" y="5772150"/>
            <a:ext cx="11049000" cy="523875"/>
          </a:xfrm>
          <a:prstGeom prst="rect">
            <a:avLst/>
          </a:prstGeom>
          <a:noFill/>
          <a:ln w="0">
            <a:noFill/>
          </a:ln>
        </p:spPr>
        <p:txBody>
          <a:bodyPr wrap="square" lIns="0" tIns="0" rIns="0" bIns="0" anchor="t">
            <a:noAutofit/>
          </a:bodyPr>
          <a:lstStyle/>
          <a:p>
            <a:pPr algn="l">
              <a:defRPr sz="1725" b="0">
                <a:solidFill>
                  <a:srgbClr val="3D6DA8"/>
                </a:solidFill>
                <a:latin typeface="Arial"/>
                <a:ea typeface="Arial"/>
                <a:cs typeface="Arial"/>
              </a:defRPr>
            </a:pPr>
            <a:r>
              <a:rPr sz="1725" b="0">
                <a:solidFill>
                  <a:srgbClr val="3D6DA8"/>
                </a:solidFill>
                <a:latin typeface="Arial"/>
                <a:ea typeface="Arial"/>
                <a:cs typeface="Arial"/>
              </a:rPr>
              <a:t>BM25 bewertet Texttreffer anhand von Begriffshäufigkeit, Seltenheit der Begriffe und Dokumentlänge.</a:t>
            </a:r>
          </a:p>
        </p:txBody>
      </p:sp>
    </p:spTree>
    <p:extLst>
      <p:ext uri="{BB962C8B-B14F-4D97-AF65-F5344CB8AC3E}">
        <p14:creationId xmlns:p14="http://schemas.microsoft.com/office/powerpoint/2010/main" val="1408768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15</a:t>
            </a:fld>
            <a:endParaRPr lang="en-US"/>
          </a:p>
        </p:txBody>
      </p:sp>
      <p:sp>
        <p:nvSpPr>
          <p:cNvPr id="1016" name="Hybrid Search">
            <a:extLst>
              <a:ext uri="{FF2B5EF4-FFF2-40B4-BE49-F238E27FC236}">
                <a16:creationId xmlns:a16="http://schemas.microsoft.com/office/drawing/2014/main" id="{5675BCF4-C56B-4AC4-A28B-99954E9568BB}"/>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Hybrid Search</a:t>
            </a:r>
          </a:p>
        </p:txBody>
      </p:sp>
      <p:sp>
        <p:nvSpPr>
          <p:cNvPr id="1003" name="Diagramm: Nutzerfrage mit Filtern">
            <a:extLst>
              <a:ext uri="{FF2B5EF4-FFF2-40B4-BE49-F238E27FC236}">
                <a16:creationId xmlns:a16="http://schemas.microsoft.com/office/drawing/2014/main" id="{49C759C9-1A91-4464-A474-EBECE63AA661}"/>
              </a:ext>
            </a:extLst>
          </p:cNvPr>
          <p:cNvSpPr>
            <a:spLocks noGrp="1"/>
          </p:cNvSpPr>
          <p:nvPr/>
        </p:nvSpPr>
        <p:spPr>
          <a:xfrm>
            <a:off x="571500" y="2733675"/>
            <a:ext cx="2190750" cy="9525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Nutzerfrage</a:t>
            </a:r>
          </a:p>
          <a:p>
            <a:pPr algn="ctr">
              <a:defRPr sz="1875" b="0">
                <a:solidFill>
                  <a:srgbClr val="FFFFFF"/>
                </a:solidFill>
                <a:latin typeface="Arial"/>
                <a:ea typeface="Arial"/>
                <a:cs typeface="Arial"/>
              </a:defRPr>
            </a:pPr>
            <a:r>
              <a:rPr sz="1875" b="0">
                <a:solidFill>
                  <a:srgbClr val="FFFFFF"/>
                </a:solidFill>
                <a:latin typeface="Arial"/>
                <a:ea typeface="Arial"/>
                <a:cs typeface="Arial"/>
              </a:rPr>
              <a:t>mit Filtern</a:t>
            </a:r>
          </a:p>
        </p:txBody>
      </p:sp>
      <p:sp>
        <p:nvSpPr>
          <p:cNvPr id="1004" name="Diagramm: Keyword-Suche">
            <a:extLst>
              <a:ext uri="{FF2B5EF4-FFF2-40B4-BE49-F238E27FC236}">
                <a16:creationId xmlns:a16="http://schemas.microsoft.com/office/drawing/2014/main" id="{83E14421-827D-4362-979E-6FC6A895EF3A}"/>
              </a:ext>
            </a:extLst>
          </p:cNvPr>
          <p:cNvSpPr>
            <a:spLocks noGrp="1"/>
          </p:cNvSpPr>
          <p:nvPr/>
        </p:nvSpPr>
        <p:spPr>
          <a:xfrm>
            <a:off x="3714750" y="1714500"/>
            <a:ext cx="2857500" cy="8763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lang="de-DE" sz="1850">
                <a:solidFill>
                  <a:srgbClr val="FFFFFF"/>
                </a:solidFill>
                <a:latin typeface="Arial"/>
                <a:cs typeface="Arial"/>
              </a:rPr>
              <a:t>BM25</a:t>
            </a:r>
            <a:endParaRPr lang="de-DE"/>
          </a:p>
        </p:txBody>
      </p:sp>
      <p:sp>
        <p:nvSpPr>
          <p:cNvPr id="1005" name="Diagramm: Vektorsuche">
            <a:extLst>
              <a:ext uri="{FF2B5EF4-FFF2-40B4-BE49-F238E27FC236}">
                <a16:creationId xmlns:a16="http://schemas.microsoft.com/office/drawing/2014/main" id="{6801589F-19BD-406D-8F4B-917AF9678F0E}"/>
              </a:ext>
            </a:extLst>
          </p:cNvPr>
          <p:cNvSpPr>
            <a:spLocks noGrp="1"/>
          </p:cNvSpPr>
          <p:nvPr/>
        </p:nvSpPr>
        <p:spPr>
          <a:xfrm>
            <a:off x="3714750" y="3819525"/>
            <a:ext cx="2857500" cy="8763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Vektorsuche</a:t>
            </a:r>
          </a:p>
        </p:txBody>
      </p:sp>
      <p:sp>
        <p:nvSpPr>
          <p:cNvPr id="1006" name="Diagramm: Fusion der Ranglisten">
            <a:extLst>
              <a:ext uri="{FF2B5EF4-FFF2-40B4-BE49-F238E27FC236}">
                <a16:creationId xmlns:a16="http://schemas.microsoft.com/office/drawing/2014/main" id="{B8C80CE2-CB16-47F0-A706-780103820259}"/>
              </a:ext>
            </a:extLst>
          </p:cNvPr>
          <p:cNvSpPr>
            <a:spLocks noGrp="1"/>
          </p:cNvSpPr>
          <p:nvPr/>
        </p:nvSpPr>
        <p:spPr>
          <a:xfrm>
            <a:off x="7620000" y="2733675"/>
            <a:ext cx="2381250" cy="9525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Fusion der</a:t>
            </a:r>
          </a:p>
          <a:p>
            <a:pPr algn="ctr">
              <a:defRPr sz="1875" b="0">
                <a:solidFill>
                  <a:srgbClr val="FFFFFF"/>
                </a:solidFill>
                <a:latin typeface="Arial"/>
                <a:ea typeface="Arial"/>
                <a:cs typeface="Arial"/>
              </a:defRPr>
            </a:pPr>
            <a:r>
              <a:rPr sz="1875" b="0">
                <a:solidFill>
                  <a:srgbClr val="FFFFFF"/>
                </a:solidFill>
                <a:latin typeface="Arial"/>
                <a:ea typeface="Arial"/>
                <a:cs typeface="Arial"/>
              </a:rPr>
              <a:t>Ranglisten</a:t>
            </a:r>
          </a:p>
        </p:txBody>
      </p:sp>
      <p:sp>
        <p:nvSpPr>
          <p:cNvPr id="1007" name="Diagramm: Treffer">
            <a:extLst>
              <a:ext uri="{FF2B5EF4-FFF2-40B4-BE49-F238E27FC236}">
                <a16:creationId xmlns:a16="http://schemas.microsoft.com/office/drawing/2014/main" id="{103DBD9C-43FC-449F-B5F6-EB669335070C}"/>
              </a:ext>
            </a:extLst>
          </p:cNvPr>
          <p:cNvSpPr>
            <a:spLocks noGrp="1"/>
          </p:cNvSpPr>
          <p:nvPr/>
        </p:nvSpPr>
        <p:spPr>
          <a:xfrm>
            <a:off x="10572750" y="2733675"/>
            <a:ext cx="1047750" cy="952500"/>
          </a:xfrm>
          <a:prstGeom prst="rect">
            <a:avLst/>
          </a:prstGeom>
          <a:solidFill>
            <a:srgbClr val="6193CD"/>
          </a:solidFill>
          <a:ln w="0">
            <a:noFill/>
          </a:ln>
        </p:spPr>
        <p:txBody>
          <a:bodyPr wrap="square" lIns="114300" tIns="85725" rIns="114300" bIns="85725" anchor="ctr">
            <a:noAutofit/>
          </a:bodyPr>
          <a:lstStyle/>
          <a:p>
            <a:pPr algn="ctr">
              <a:defRPr sz="1725" b="0">
                <a:solidFill>
                  <a:srgbClr val="FFFFFF"/>
                </a:solidFill>
                <a:latin typeface="Arial"/>
                <a:ea typeface="Arial"/>
                <a:cs typeface="Arial"/>
              </a:defRPr>
            </a:pPr>
            <a:r>
              <a:rPr sz="1725" b="0">
                <a:solidFill>
                  <a:srgbClr val="FFFFFF"/>
                </a:solidFill>
                <a:latin typeface="Arial"/>
                <a:ea typeface="Arial"/>
                <a:cs typeface="Arial"/>
              </a:rPr>
              <a:t>Treffer</a:t>
            </a:r>
          </a:p>
        </p:txBody>
      </p:sp>
      <p:cxnSp>
        <p:nvCxnSpPr>
          <p:cNvPr id="1023" name="Verbinder: gewinkelt 1022"/>
          <p:cNvCxnSpPr>
            <a:stCxn id="1003" idx="3"/>
            <a:endCxn id="1004" idx="1"/>
          </p:cNvCxnSpPr>
          <p:nvPr/>
        </p:nvCxnSpPr>
        <p:spPr>
          <a:xfrm flipV="1">
            <a:off x="2762250" y="2152650"/>
            <a:ext cx="952500" cy="1057275"/>
          </a:xfrm>
          <a:prstGeom prst="bentConnector3">
            <a:avLst>
              <a:gd name="adj1" fmla="val 50000"/>
            </a:avLst>
          </a:prstGeom>
          <a:ln w="24765">
            <a:solidFill>
              <a:srgbClr val="7C98B5"/>
            </a:solidFill>
            <a:prstDash val="solid"/>
            <a:tailEnd type="triangle" w="med" len="med"/>
          </a:ln>
        </p:spPr>
      </p:cxnSp>
      <p:cxnSp>
        <p:nvCxnSpPr>
          <p:cNvPr id="1024" name="Verbinder: gewinkelt 1023"/>
          <p:cNvCxnSpPr>
            <a:stCxn id="1003" idx="3"/>
            <a:endCxn id="1005" idx="1"/>
          </p:cNvCxnSpPr>
          <p:nvPr/>
        </p:nvCxnSpPr>
        <p:spPr>
          <a:xfrm>
            <a:off x="2762250" y="3209925"/>
            <a:ext cx="952500" cy="1047750"/>
          </a:xfrm>
          <a:prstGeom prst="bentConnector3">
            <a:avLst>
              <a:gd name="adj1" fmla="val 50000"/>
            </a:avLst>
          </a:prstGeom>
          <a:ln w="24765">
            <a:solidFill>
              <a:srgbClr val="7C98B5"/>
            </a:solidFill>
            <a:prstDash val="solid"/>
            <a:tailEnd type="triangle" w="med" len="med"/>
          </a:ln>
        </p:spPr>
      </p:cxnSp>
      <p:cxnSp>
        <p:nvCxnSpPr>
          <p:cNvPr id="1025" name="Verbinder: gewinkelt 1024"/>
          <p:cNvCxnSpPr>
            <a:stCxn id="1004" idx="3"/>
            <a:endCxn id="1006" idx="1"/>
          </p:cNvCxnSpPr>
          <p:nvPr/>
        </p:nvCxnSpPr>
        <p:spPr>
          <a:xfrm>
            <a:off x="6572250" y="2152650"/>
            <a:ext cx="1047750" cy="1057275"/>
          </a:xfrm>
          <a:prstGeom prst="bentConnector3">
            <a:avLst>
              <a:gd name="adj1" fmla="val 50000"/>
            </a:avLst>
          </a:prstGeom>
          <a:ln w="24765">
            <a:solidFill>
              <a:srgbClr val="7C98B5"/>
            </a:solidFill>
            <a:prstDash val="solid"/>
            <a:tailEnd type="triangle" w="med" len="med"/>
          </a:ln>
        </p:spPr>
      </p:cxnSp>
      <p:cxnSp>
        <p:nvCxnSpPr>
          <p:cNvPr id="1026" name="Verbinder: gewinkelt 1025"/>
          <p:cNvCxnSpPr>
            <a:stCxn id="1005" idx="3"/>
            <a:endCxn id="1006" idx="1"/>
          </p:cNvCxnSpPr>
          <p:nvPr/>
        </p:nvCxnSpPr>
        <p:spPr>
          <a:xfrm flipV="1">
            <a:off x="6572250" y="3209925"/>
            <a:ext cx="1047750" cy="1047750"/>
          </a:xfrm>
          <a:prstGeom prst="bentConnector3">
            <a:avLst>
              <a:gd name="adj1" fmla="val 50000"/>
            </a:avLst>
          </a:prstGeom>
          <a:ln w="24765">
            <a:solidFill>
              <a:srgbClr val="7C98B5"/>
            </a:solidFill>
            <a:prstDash val="solid"/>
            <a:tailEnd type="triangle" w="med" len="med"/>
          </a:ln>
        </p:spPr>
      </p:cxnSp>
      <p:cxnSp>
        <p:nvCxnSpPr>
          <p:cNvPr id="1027" name="Gerade Verbindung mit Pfeil 1026"/>
          <p:cNvCxnSpPr>
            <a:stCxn id="1006" idx="3"/>
            <a:endCxn id="1007" idx="1"/>
          </p:cNvCxnSpPr>
          <p:nvPr/>
        </p:nvCxnSpPr>
        <p:spPr>
          <a:xfrm>
            <a:off x="10001250" y="3209925"/>
            <a:ext cx="571500" cy="0"/>
          </a:xfrm>
          <a:prstGeom prst="straightConnector1">
            <a:avLst/>
          </a:prstGeom>
          <a:ln w="24765">
            <a:solidFill>
              <a:srgbClr val="7C98B5"/>
            </a:solidFill>
            <a:prstDash val="solid"/>
            <a:tailEnd type="triangle" w="med" len="med"/>
          </a:ln>
        </p:spPr>
      </p:cxnSp>
      <p:sp>
        <p:nvSpPr>
          <p:cNvPr id="1013" name="Exakte Begriffe und Kennungen">
            <a:extLst>
              <a:ext uri="{FF2B5EF4-FFF2-40B4-BE49-F238E27FC236}">
                <a16:creationId xmlns:a16="http://schemas.microsoft.com/office/drawing/2014/main" id="{EC8CAD71-2186-4A43-89EE-224A1AD6654A}"/>
              </a:ext>
            </a:extLst>
          </p:cNvPr>
          <p:cNvSpPr>
            <a:spLocks noGrp="1"/>
          </p:cNvSpPr>
          <p:nvPr/>
        </p:nvSpPr>
        <p:spPr>
          <a:xfrm>
            <a:off x="3714750" y="2724150"/>
            <a:ext cx="3238500" cy="476250"/>
          </a:xfrm>
          <a:prstGeom prst="rect">
            <a:avLst/>
          </a:prstGeom>
          <a:noFill/>
          <a:ln w="0">
            <a:noFill/>
          </a:ln>
        </p:spPr>
        <p:txBody>
          <a:bodyPr wrap="square" lIns="0" tIns="0" rIns="0" bIns="0" anchor="t">
            <a:noAutofit/>
          </a:bodyPr>
          <a:lstStyle/>
          <a:p>
            <a:pPr algn="l">
              <a:defRPr sz="1650" b="0">
                <a:solidFill>
                  <a:srgbClr val="586165"/>
                </a:solidFill>
                <a:latin typeface="Arial"/>
                <a:ea typeface="Arial"/>
                <a:cs typeface="Arial"/>
              </a:defRPr>
            </a:pPr>
            <a:r>
              <a:rPr sz="1650" b="0">
                <a:solidFill>
                  <a:srgbClr val="586165"/>
                </a:solidFill>
                <a:latin typeface="Arial"/>
                <a:ea typeface="Arial"/>
                <a:cs typeface="Arial"/>
              </a:rPr>
              <a:t>Exakte Begriffe und Kennungen</a:t>
            </a:r>
          </a:p>
        </p:txBody>
      </p:sp>
      <p:sp>
        <p:nvSpPr>
          <p:cNvPr id="1014" name="Inhaltlich ähnliche Formulierungen">
            <a:extLst>
              <a:ext uri="{FF2B5EF4-FFF2-40B4-BE49-F238E27FC236}">
                <a16:creationId xmlns:a16="http://schemas.microsoft.com/office/drawing/2014/main" id="{25E996D5-A89A-49D1-92A4-FB3DAC87FA04}"/>
              </a:ext>
            </a:extLst>
          </p:cNvPr>
          <p:cNvSpPr>
            <a:spLocks noGrp="1"/>
          </p:cNvSpPr>
          <p:nvPr/>
        </p:nvSpPr>
        <p:spPr>
          <a:xfrm>
            <a:off x="3714750" y="4848225"/>
            <a:ext cx="3429000" cy="514350"/>
          </a:xfrm>
          <a:prstGeom prst="rect">
            <a:avLst/>
          </a:prstGeom>
          <a:noFill/>
          <a:ln w="0">
            <a:noFill/>
          </a:ln>
        </p:spPr>
        <p:txBody>
          <a:bodyPr wrap="square" lIns="0" tIns="0" rIns="0" bIns="0" anchor="t">
            <a:noAutofit/>
          </a:bodyPr>
          <a:lstStyle/>
          <a:p>
            <a:pPr algn="l">
              <a:defRPr sz="1650" b="0">
                <a:solidFill>
                  <a:srgbClr val="586165"/>
                </a:solidFill>
                <a:latin typeface="Arial"/>
                <a:ea typeface="Arial"/>
                <a:cs typeface="Arial"/>
              </a:defRPr>
            </a:pPr>
            <a:r>
              <a:rPr sz="1650" b="0">
                <a:solidFill>
                  <a:srgbClr val="586165"/>
                </a:solidFill>
                <a:latin typeface="Arial"/>
                <a:ea typeface="Arial"/>
                <a:cs typeface="Arial"/>
              </a:rPr>
              <a:t>Inhaltlich ähnliche Formulierungen</a:t>
            </a:r>
          </a:p>
        </p:txBody>
      </p:sp>
      <p:sp>
        <p:nvSpPr>
          <p:cNvPr id="1015" name="Reciprocal Rank Fusion (RRF) ist eine Möglichkeit, die Ranglisten zusammenzuführ">
            <a:extLst>
              <a:ext uri="{FF2B5EF4-FFF2-40B4-BE49-F238E27FC236}">
                <a16:creationId xmlns:a16="http://schemas.microsoft.com/office/drawing/2014/main" id="{A6949DCF-2F89-484B-97B7-B02767E1C29A}"/>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Reciprocal Rank Fusion (RRF) ist eine Möglichkeit, die Ranglisten zusammenzuführen.</a:t>
            </a:r>
          </a:p>
        </p:txBody>
      </p:sp>
      <p:sp>
        <p:nvSpPr>
          <p:cNvPr id="102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03  Daten und Retrieval</a:t>
            </a:r>
          </a:p>
        </p:txBody>
      </p:sp>
    </p:spTree>
    <p:extLst>
      <p:ext uri="{BB962C8B-B14F-4D97-AF65-F5344CB8AC3E}">
        <p14:creationId xmlns:p14="http://schemas.microsoft.com/office/powerpoint/2010/main" val="1408768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16</a:t>
            </a:fld>
            <a:endParaRPr lang="en-US"/>
          </a:p>
        </p:txBody>
      </p:sp>
      <p:sp>
        <p:nvSpPr>
          <p:cNvPr id="1013" name="Reranking">
            <a:extLst>
              <a:ext uri="{FF2B5EF4-FFF2-40B4-BE49-F238E27FC236}">
                <a16:creationId xmlns:a16="http://schemas.microsoft.com/office/drawing/2014/main" id="{CEDAD42A-326B-4181-85EE-B5AFC935934B}"/>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Reranking</a:t>
            </a:r>
          </a:p>
        </p:txBody>
      </p:sp>
      <p:sp>
        <p:nvSpPr>
          <p:cNvPr id="1003" name="Diagramm: Retrieval 50 Kandidaten">
            <a:extLst>
              <a:ext uri="{FF2B5EF4-FFF2-40B4-BE49-F238E27FC236}">
                <a16:creationId xmlns:a16="http://schemas.microsoft.com/office/drawing/2014/main" id="{6F6107AA-F207-4245-9653-6CD47FBDF161}"/>
              </a:ext>
            </a:extLst>
          </p:cNvPr>
          <p:cNvSpPr>
            <a:spLocks noGrp="1"/>
          </p:cNvSpPr>
          <p:nvPr/>
        </p:nvSpPr>
        <p:spPr>
          <a:xfrm>
            <a:off x="571500" y="2286000"/>
            <a:ext cx="2362200" cy="10858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Retrieval</a:t>
            </a:r>
          </a:p>
          <a:p>
            <a:pPr algn="ctr">
              <a:defRPr sz="1875" b="0">
                <a:solidFill>
                  <a:srgbClr val="FFFFFF"/>
                </a:solidFill>
                <a:latin typeface="Arial"/>
                <a:ea typeface="Arial"/>
                <a:cs typeface="Arial"/>
              </a:defRPr>
            </a:pPr>
            <a:r>
              <a:rPr sz="1875" b="0">
                <a:solidFill>
                  <a:srgbClr val="FFFFFF"/>
                </a:solidFill>
                <a:latin typeface="Arial"/>
                <a:ea typeface="Arial"/>
                <a:cs typeface="Arial"/>
              </a:rPr>
              <a:t>50 Kandidaten</a:t>
            </a:r>
          </a:p>
        </p:txBody>
      </p:sp>
      <p:sp>
        <p:nvSpPr>
          <p:cNvPr id="1004" name="Diagramm: Reranking Relevanz genauer prüfen">
            <a:extLst>
              <a:ext uri="{FF2B5EF4-FFF2-40B4-BE49-F238E27FC236}">
                <a16:creationId xmlns:a16="http://schemas.microsoft.com/office/drawing/2014/main" id="{80B66C5C-8D38-43B4-864D-4FFDC66D8BF9}"/>
              </a:ext>
            </a:extLst>
          </p:cNvPr>
          <p:cNvSpPr>
            <a:spLocks noGrp="1"/>
          </p:cNvSpPr>
          <p:nvPr/>
        </p:nvSpPr>
        <p:spPr>
          <a:xfrm>
            <a:off x="3467100" y="2286000"/>
            <a:ext cx="2362200" cy="10858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Reranking</a:t>
            </a:r>
          </a:p>
          <a:p>
            <a:pPr algn="ctr">
              <a:defRPr sz="1875" b="0">
                <a:solidFill>
                  <a:srgbClr val="FFFFFF"/>
                </a:solidFill>
                <a:latin typeface="Arial"/>
                <a:ea typeface="Arial"/>
                <a:cs typeface="Arial"/>
              </a:defRPr>
            </a:pPr>
            <a:r>
              <a:rPr sz="1875" b="0">
                <a:solidFill>
                  <a:srgbClr val="FFFFFF"/>
                </a:solidFill>
                <a:latin typeface="Arial"/>
                <a:ea typeface="Arial"/>
                <a:cs typeface="Arial"/>
              </a:rPr>
              <a:t>Relevanz genauer prüfen</a:t>
            </a:r>
          </a:p>
        </p:txBody>
      </p:sp>
      <p:sp>
        <p:nvSpPr>
          <p:cNvPr id="1005" name="Diagramm: Kontext 5 ausgewählte Belege">
            <a:extLst>
              <a:ext uri="{FF2B5EF4-FFF2-40B4-BE49-F238E27FC236}">
                <a16:creationId xmlns:a16="http://schemas.microsoft.com/office/drawing/2014/main" id="{0F6E4C91-D1B9-4218-A962-B0EEF7B64D6C}"/>
              </a:ext>
            </a:extLst>
          </p:cNvPr>
          <p:cNvSpPr>
            <a:spLocks noGrp="1"/>
          </p:cNvSpPr>
          <p:nvPr/>
        </p:nvSpPr>
        <p:spPr>
          <a:xfrm>
            <a:off x="6362700" y="2286000"/>
            <a:ext cx="2362200" cy="10858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Kontext</a:t>
            </a:r>
          </a:p>
          <a:p>
            <a:pPr algn="ctr">
              <a:defRPr sz="1875" b="0">
                <a:solidFill>
                  <a:srgbClr val="FFFFFF"/>
                </a:solidFill>
                <a:latin typeface="Arial"/>
                <a:ea typeface="Arial"/>
                <a:cs typeface="Arial"/>
              </a:defRPr>
            </a:pPr>
            <a:r>
              <a:rPr sz="1875" b="0">
                <a:solidFill>
                  <a:srgbClr val="FFFFFF"/>
                </a:solidFill>
                <a:latin typeface="Arial"/>
                <a:ea typeface="Arial"/>
                <a:cs typeface="Arial"/>
              </a:rPr>
              <a:t>5 ausgewählte Belege</a:t>
            </a:r>
          </a:p>
        </p:txBody>
      </p:sp>
      <p:sp>
        <p:nvSpPr>
          <p:cNvPr id="1006" name="Diagramm: Generierung Antwort mit Quellen">
            <a:extLst>
              <a:ext uri="{FF2B5EF4-FFF2-40B4-BE49-F238E27FC236}">
                <a16:creationId xmlns:a16="http://schemas.microsoft.com/office/drawing/2014/main" id="{3C816246-74D4-49CD-9A32-90B4A04A0EFF}"/>
              </a:ext>
            </a:extLst>
          </p:cNvPr>
          <p:cNvSpPr>
            <a:spLocks noGrp="1"/>
          </p:cNvSpPr>
          <p:nvPr/>
        </p:nvSpPr>
        <p:spPr>
          <a:xfrm>
            <a:off x="9258300" y="2286000"/>
            <a:ext cx="2362200" cy="10858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Generierung</a:t>
            </a:r>
          </a:p>
          <a:p>
            <a:pPr algn="ctr">
              <a:defRPr sz="1875" b="0">
                <a:solidFill>
                  <a:srgbClr val="FFFFFF"/>
                </a:solidFill>
                <a:latin typeface="Arial"/>
                <a:ea typeface="Arial"/>
                <a:cs typeface="Arial"/>
              </a:defRPr>
            </a:pPr>
            <a:r>
              <a:rPr sz="1875" b="0">
                <a:solidFill>
                  <a:srgbClr val="FFFFFF"/>
                </a:solidFill>
                <a:latin typeface="Arial"/>
                <a:ea typeface="Arial"/>
                <a:cs typeface="Arial"/>
              </a:rPr>
              <a:t>Antwort mit Quellen</a:t>
            </a:r>
          </a:p>
        </p:txBody>
      </p:sp>
      <p:cxnSp>
        <p:nvCxnSpPr>
          <p:cNvPr id="1019" name="Gerade Verbindung mit Pfeil 1018"/>
          <p:cNvCxnSpPr>
            <a:stCxn id="1003" idx="3"/>
            <a:endCxn id="1004" idx="1"/>
          </p:cNvCxnSpPr>
          <p:nvPr/>
        </p:nvCxnSpPr>
        <p:spPr>
          <a:xfrm>
            <a:off x="2933700" y="2828925"/>
            <a:ext cx="533400" cy="0"/>
          </a:xfrm>
          <a:prstGeom prst="straightConnector1">
            <a:avLst/>
          </a:prstGeom>
          <a:ln w="24765">
            <a:solidFill>
              <a:srgbClr val="7C98B5"/>
            </a:solidFill>
            <a:prstDash val="solid"/>
            <a:tailEnd type="triangle" w="med" len="med"/>
          </a:ln>
        </p:spPr>
      </p:cxnSp>
      <p:cxnSp>
        <p:nvCxnSpPr>
          <p:cNvPr id="1020" name="Gerade Verbindung mit Pfeil 1019"/>
          <p:cNvCxnSpPr>
            <a:stCxn id="1004" idx="3"/>
            <a:endCxn id="1005" idx="1"/>
          </p:cNvCxnSpPr>
          <p:nvPr/>
        </p:nvCxnSpPr>
        <p:spPr>
          <a:xfrm>
            <a:off x="5829300" y="2828925"/>
            <a:ext cx="533400" cy="0"/>
          </a:xfrm>
          <a:prstGeom prst="straightConnector1">
            <a:avLst/>
          </a:prstGeom>
          <a:ln w="24765">
            <a:solidFill>
              <a:srgbClr val="7C98B5"/>
            </a:solidFill>
            <a:prstDash val="solid"/>
            <a:tailEnd type="triangle" w="med" len="med"/>
          </a:ln>
        </p:spPr>
      </p:cxnSp>
      <p:cxnSp>
        <p:nvCxnSpPr>
          <p:cNvPr id="1021" name="Gerade Verbindung mit Pfeil 1020"/>
          <p:cNvCxnSpPr>
            <a:stCxn id="1005" idx="3"/>
            <a:endCxn id="1006" idx="1"/>
          </p:cNvCxnSpPr>
          <p:nvPr/>
        </p:nvCxnSpPr>
        <p:spPr>
          <a:xfrm>
            <a:off x="8724900" y="2828925"/>
            <a:ext cx="533400" cy="0"/>
          </a:xfrm>
          <a:prstGeom prst="straightConnector1">
            <a:avLst/>
          </a:prstGeom>
          <a:ln w="24765">
            <a:solidFill>
              <a:srgbClr val="7C98B5"/>
            </a:solidFill>
            <a:prstDash val="solid"/>
            <a:tailEnd type="triangle" w="med" len="med"/>
          </a:ln>
        </p:spPr>
      </p:cxnSp>
      <p:sp>
        <p:nvSpPr>
          <p:cNvPr id="1010" name="Gezielte Auswahl für die Antwort">
            <a:extLst>
              <a:ext uri="{FF2B5EF4-FFF2-40B4-BE49-F238E27FC236}">
                <a16:creationId xmlns:a16="http://schemas.microsoft.com/office/drawing/2014/main" id="{91EC3785-E34F-47F8-BABF-B91B48854269}"/>
              </a:ext>
            </a:extLst>
          </p:cNvPr>
          <p:cNvSpPr>
            <a:spLocks noGrp="1"/>
          </p:cNvSpPr>
          <p:nvPr/>
        </p:nvSpPr>
        <p:spPr>
          <a:xfrm>
            <a:off x="571500" y="4219575"/>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Gezielte Auswahl für die Antwort</a:t>
            </a:r>
          </a:p>
        </p:txBody>
      </p:sp>
      <p:sp>
        <p:nvSpPr>
          <p:cNvPr id="1011" name="Der Reranker bewertet die gefundenen Kandidaten erneut zur Nutzerfrage. Die Anwe">
            <a:extLst>
              <a:ext uri="{FF2B5EF4-FFF2-40B4-BE49-F238E27FC236}">
                <a16:creationId xmlns:a16="http://schemas.microsoft.com/office/drawing/2014/main" id="{937553B5-6129-48D5-BF14-A65D82F4E957}"/>
              </a:ext>
            </a:extLst>
          </p:cNvPr>
          <p:cNvSpPr>
            <a:spLocks noGrp="1"/>
          </p:cNvSpPr>
          <p:nvPr/>
        </p:nvSpPr>
        <p:spPr>
          <a:xfrm>
            <a:off x="571500" y="4791075"/>
            <a:ext cx="10953750" cy="876300"/>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Der Reranker bewertet die gefundenen Kandidaten erneut zur Nutzerfrage. Die Anwendung übergibt nur den ausgewählten Kontext an das Modell.</a:t>
            </a:r>
          </a:p>
        </p:txBody>
      </p:sp>
      <p:sp>
        <p:nvSpPr>
          <p:cNvPr id="1012" name="Illustrative Trefferzahlen. Qualitätsgewinn, Laufzeit und Kosten werden gemeinsa">
            <a:extLst>
              <a:ext uri="{FF2B5EF4-FFF2-40B4-BE49-F238E27FC236}">
                <a16:creationId xmlns:a16="http://schemas.microsoft.com/office/drawing/2014/main" id="{D0AE426E-5551-4EDD-8468-E10C051F077B}"/>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Illustrative Trefferzahlen. Qualitätsgewinn, Laufzeit und Kosten werden gemeinsam gemessen.</a:t>
            </a:r>
          </a:p>
        </p:txBody>
      </p:sp>
      <p:sp>
        <p:nvSpPr>
          <p:cNvPr id="1022"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03  Daten und Retrieval</a:t>
            </a:r>
          </a:p>
        </p:txBody>
      </p:sp>
    </p:spTree>
    <p:extLst>
      <p:ext uri="{BB962C8B-B14F-4D97-AF65-F5344CB8AC3E}">
        <p14:creationId xmlns:p14="http://schemas.microsoft.com/office/powerpoint/2010/main" val="1408768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17</a:t>
            </a:fld>
            <a:endParaRPr lang="en-US"/>
          </a:p>
        </p:txBody>
      </p:sp>
      <p:sp>
        <p:nvSpPr>
          <p:cNvPr id="1013" name="Beziehungen zwischen Objekten">
            <a:extLst>
              <a:ext uri="{FF2B5EF4-FFF2-40B4-BE49-F238E27FC236}">
                <a16:creationId xmlns:a16="http://schemas.microsoft.com/office/drawing/2014/main" id="{1776870B-528B-4D43-AAC1-0DC31CF8B6E5}"/>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Beziehungen zwischen Objekten</a:t>
            </a:r>
          </a:p>
        </p:txBody>
      </p:sp>
      <p:sp>
        <p:nvSpPr>
          <p:cNvPr id="1003" name="Beispielfrage: „Welcher Trend betrifft Projekt A?“">
            <a:extLst>
              <a:ext uri="{FF2B5EF4-FFF2-40B4-BE49-F238E27FC236}">
                <a16:creationId xmlns:a16="http://schemas.microsoft.com/office/drawing/2014/main" id="{7F04ADAD-8672-40CE-BB08-4078AF5A71C8}"/>
              </a:ext>
            </a:extLst>
          </p:cNvPr>
          <p:cNvSpPr>
            <a:spLocks noGrp="1"/>
          </p:cNvSpPr>
          <p:nvPr/>
        </p:nvSpPr>
        <p:spPr>
          <a:xfrm>
            <a:off x="571500" y="1381125"/>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Beispielfrage: „Welcher Trend betrifft Projekt A?“</a:t>
            </a:r>
          </a:p>
        </p:txBody>
      </p:sp>
      <p:sp>
        <p:nvSpPr>
          <p:cNvPr id="1004" name="Diagramm: Projekt A">
            <a:extLst>
              <a:ext uri="{FF2B5EF4-FFF2-40B4-BE49-F238E27FC236}">
                <a16:creationId xmlns:a16="http://schemas.microsoft.com/office/drawing/2014/main" id="{0FC72EF1-BEC9-4248-90B7-4A1DCD17FBEB}"/>
              </a:ext>
            </a:extLst>
          </p:cNvPr>
          <p:cNvSpPr>
            <a:spLocks noGrp="1"/>
          </p:cNvSpPr>
          <p:nvPr/>
        </p:nvSpPr>
        <p:spPr>
          <a:xfrm>
            <a:off x="571500" y="2619375"/>
            <a:ext cx="2857500" cy="1028700"/>
          </a:xfrm>
          <a:prstGeom prst="rect">
            <a:avLst/>
          </a:prstGeom>
          <a:solidFill>
            <a:srgbClr val="6193CD"/>
          </a:solidFill>
          <a:ln w="0">
            <a:noFill/>
          </a:ln>
        </p:spPr>
        <p:txBody>
          <a:bodyPr wrap="square" lIns="114300" tIns="85725" rIns="114300" bIns="85725" anchor="ctr">
            <a:noAutofit/>
          </a:bodyPr>
          <a:lstStyle/>
          <a:p>
            <a:pPr algn="ctr">
              <a:defRPr sz="2250" b="0">
                <a:solidFill>
                  <a:srgbClr val="FFFFFF"/>
                </a:solidFill>
                <a:latin typeface="Arial"/>
                <a:ea typeface="Arial"/>
                <a:cs typeface="Arial"/>
              </a:defRPr>
            </a:pPr>
            <a:r>
              <a:rPr sz="2250" b="0">
                <a:solidFill>
                  <a:srgbClr val="FFFFFF"/>
                </a:solidFill>
                <a:latin typeface="Arial"/>
                <a:ea typeface="Arial"/>
                <a:cs typeface="Arial"/>
              </a:rPr>
              <a:t>Projekt A</a:t>
            </a:r>
          </a:p>
        </p:txBody>
      </p:sp>
      <p:sp>
        <p:nvSpPr>
          <p:cNvPr id="1005" name="Diagramm: Technologie A">
            <a:extLst>
              <a:ext uri="{FF2B5EF4-FFF2-40B4-BE49-F238E27FC236}">
                <a16:creationId xmlns:a16="http://schemas.microsoft.com/office/drawing/2014/main" id="{C7EFBD92-F6EE-4083-8BC8-A98411444104}"/>
              </a:ext>
            </a:extLst>
          </p:cNvPr>
          <p:cNvSpPr>
            <a:spLocks noGrp="1"/>
          </p:cNvSpPr>
          <p:nvPr/>
        </p:nvSpPr>
        <p:spPr>
          <a:xfrm>
            <a:off x="4667250" y="2619375"/>
            <a:ext cx="2857500" cy="1028700"/>
          </a:xfrm>
          <a:prstGeom prst="rect">
            <a:avLst/>
          </a:prstGeom>
          <a:solidFill>
            <a:srgbClr val="6193CD"/>
          </a:solidFill>
          <a:ln w="0">
            <a:noFill/>
          </a:ln>
        </p:spPr>
        <p:txBody>
          <a:bodyPr wrap="square" lIns="114300" tIns="85725" rIns="114300" bIns="85725" anchor="ctr">
            <a:noAutofit/>
          </a:bodyPr>
          <a:lstStyle/>
          <a:p>
            <a:pPr algn="ctr">
              <a:defRPr sz="2250" b="0">
                <a:solidFill>
                  <a:srgbClr val="FFFFFF"/>
                </a:solidFill>
                <a:latin typeface="Arial"/>
                <a:ea typeface="Arial"/>
                <a:cs typeface="Arial"/>
              </a:defRPr>
            </a:pPr>
            <a:r>
              <a:rPr sz="2250" b="0">
                <a:solidFill>
                  <a:srgbClr val="FFFFFF"/>
                </a:solidFill>
                <a:latin typeface="Arial"/>
                <a:ea typeface="Arial"/>
                <a:cs typeface="Arial"/>
              </a:rPr>
              <a:t>Technologie A</a:t>
            </a:r>
          </a:p>
        </p:txBody>
      </p:sp>
      <p:sp>
        <p:nvSpPr>
          <p:cNvPr id="1006" name="Diagramm: Trend Y">
            <a:extLst>
              <a:ext uri="{FF2B5EF4-FFF2-40B4-BE49-F238E27FC236}">
                <a16:creationId xmlns:a16="http://schemas.microsoft.com/office/drawing/2014/main" id="{482828B7-25A1-496C-8E10-335811C90943}"/>
              </a:ext>
            </a:extLst>
          </p:cNvPr>
          <p:cNvSpPr>
            <a:spLocks noGrp="1"/>
          </p:cNvSpPr>
          <p:nvPr/>
        </p:nvSpPr>
        <p:spPr>
          <a:xfrm>
            <a:off x="8763000" y="2619375"/>
            <a:ext cx="2857500" cy="1028700"/>
          </a:xfrm>
          <a:prstGeom prst="rect">
            <a:avLst/>
          </a:prstGeom>
          <a:solidFill>
            <a:srgbClr val="6193CD"/>
          </a:solidFill>
          <a:ln w="0">
            <a:noFill/>
          </a:ln>
        </p:spPr>
        <p:txBody>
          <a:bodyPr wrap="square" lIns="114300" tIns="85725" rIns="114300" bIns="85725" anchor="ctr">
            <a:noAutofit/>
          </a:bodyPr>
          <a:lstStyle/>
          <a:p>
            <a:pPr algn="ctr">
              <a:defRPr sz="2250" b="0">
                <a:solidFill>
                  <a:srgbClr val="FFFFFF"/>
                </a:solidFill>
                <a:latin typeface="Arial"/>
                <a:ea typeface="Arial"/>
                <a:cs typeface="Arial"/>
              </a:defRPr>
            </a:pPr>
            <a:r>
              <a:rPr sz="2250" b="0">
                <a:solidFill>
                  <a:srgbClr val="FFFFFF"/>
                </a:solidFill>
                <a:latin typeface="Arial"/>
                <a:ea typeface="Arial"/>
                <a:cs typeface="Arial"/>
              </a:rPr>
              <a:t>Trend Y</a:t>
            </a:r>
          </a:p>
        </p:txBody>
      </p:sp>
      <p:cxnSp>
        <p:nvCxnSpPr>
          <p:cNvPr id="1019" name="Gerade Verbindung mit Pfeil 1018"/>
          <p:cNvCxnSpPr>
            <a:stCxn id="1004" idx="3"/>
            <a:endCxn id="1005" idx="1"/>
          </p:cNvCxnSpPr>
          <p:nvPr/>
        </p:nvCxnSpPr>
        <p:spPr>
          <a:xfrm>
            <a:off x="3429000" y="3133725"/>
            <a:ext cx="1238250" cy="0"/>
          </a:xfrm>
          <a:prstGeom prst="straightConnector1">
            <a:avLst/>
          </a:prstGeom>
          <a:ln w="24765">
            <a:solidFill>
              <a:srgbClr val="7C98B5"/>
            </a:solidFill>
            <a:prstDash val="solid"/>
            <a:tailEnd type="triangle" w="med" len="med"/>
          </a:ln>
        </p:spPr>
      </p:cxnSp>
      <p:cxnSp>
        <p:nvCxnSpPr>
          <p:cNvPr id="1020" name="Gerade Verbindung mit Pfeil 1019"/>
          <p:cNvCxnSpPr>
            <a:stCxn id="1005" idx="3"/>
            <a:endCxn id="1006" idx="1"/>
          </p:cNvCxnSpPr>
          <p:nvPr/>
        </p:nvCxnSpPr>
        <p:spPr>
          <a:xfrm>
            <a:off x="7524750" y="3133725"/>
            <a:ext cx="1238250" cy="0"/>
          </a:xfrm>
          <a:prstGeom prst="straightConnector1">
            <a:avLst/>
          </a:prstGeom>
          <a:ln w="24765">
            <a:solidFill>
              <a:srgbClr val="7C98B5"/>
            </a:solidFill>
            <a:prstDash val="solid"/>
            <a:tailEnd type="triangle" w="med" len="med"/>
          </a:ln>
        </p:spPr>
      </p:cxnSp>
      <p:sp>
        <p:nvSpPr>
          <p:cNvPr id="1009" name="nutzt">
            <a:extLst>
              <a:ext uri="{FF2B5EF4-FFF2-40B4-BE49-F238E27FC236}">
                <a16:creationId xmlns:a16="http://schemas.microsoft.com/office/drawing/2014/main" id="{63786FED-480D-4DB5-90CA-BE80D23579F4}"/>
              </a:ext>
            </a:extLst>
          </p:cNvPr>
          <p:cNvSpPr>
            <a:spLocks noGrp="1"/>
          </p:cNvSpPr>
          <p:nvPr/>
        </p:nvSpPr>
        <p:spPr>
          <a:xfrm>
            <a:off x="3352800" y="2324100"/>
            <a:ext cx="1276350" cy="333375"/>
          </a:xfrm>
          <a:prstGeom prst="rect">
            <a:avLst/>
          </a:prstGeom>
          <a:noFill/>
          <a:ln w="0">
            <a:noFill/>
          </a:ln>
        </p:spPr>
        <p:txBody>
          <a:bodyPr wrap="square" lIns="0" tIns="0" rIns="0" bIns="0" anchor="t">
            <a:noAutofit/>
          </a:bodyPr>
          <a:lstStyle/>
          <a:p>
            <a:pPr algn="ctr">
              <a:defRPr sz="1725" b="1">
                <a:solidFill>
                  <a:srgbClr val="3D6DA8"/>
                </a:solidFill>
                <a:latin typeface="Arial"/>
                <a:ea typeface="Arial"/>
                <a:cs typeface="Arial"/>
              </a:defRPr>
            </a:pPr>
            <a:r>
              <a:rPr sz="1725" b="1">
                <a:solidFill>
                  <a:srgbClr val="3D6DA8"/>
                </a:solidFill>
                <a:latin typeface="Arial"/>
                <a:ea typeface="Arial"/>
                <a:cs typeface="Arial"/>
              </a:rPr>
              <a:t>nutzt</a:t>
            </a:r>
          </a:p>
        </p:txBody>
      </p:sp>
      <p:sp>
        <p:nvSpPr>
          <p:cNvPr id="1010" name="adressiert">
            <a:extLst>
              <a:ext uri="{FF2B5EF4-FFF2-40B4-BE49-F238E27FC236}">
                <a16:creationId xmlns:a16="http://schemas.microsoft.com/office/drawing/2014/main" id="{63E52941-6587-4AF6-819E-13B48CDF689B}"/>
              </a:ext>
            </a:extLst>
          </p:cNvPr>
          <p:cNvSpPr>
            <a:spLocks noGrp="1"/>
          </p:cNvSpPr>
          <p:nvPr/>
        </p:nvSpPr>
        <p:spPr>
          <a:xfrm>
            <a:off x="7477125" y="2324100"/>
            <a:ext cx="1285875" cy="333375"/>
          </a:xfrm>
          <a:prstGeom prst="rect">
            <a:avLst/>
          </a:prstGeom>
          <a:noFill/>
          <a:ln w="0">
            <a:noFill/>
          </a:ln>
        </p:spPr>
        <p:txBody>
          <a:bodyPr wrap="square" lIns="0" tIns="0" rIns="0" bIns="0" anchor="t">
            <a:noAutofit/>
          </a:bodyPr>
          <a:lstStyle/>
          <a:p>
            <a:pPr algn="ctr">
              <a:defRPr sz="1725" b="1">
                <a:solidFill>
                  <a:srgbClr val="3D6DA8"/>
                </a:solidFill>
                <a:latin typeface="Arial"/>
                <a:ea typeface="Arial"/>
                <a:cs typeface="Arial"/>
              </a:defRPr>
            </a:pPr>
            <a:r>
              <a:rPr sz="1725" b="1">
                <a:solidFill>
                  <a:srgbClr val="3D6DA8"/>
                </a:solidFill>
                <a:latin typeface="Arial"/>
                <a:ea typeface="Arial"/>
                <a:cs typeface="Arial"/>
              </a:rPr>
              <a:t>adressiert</a:t>
            </a:r>
          </a:p>
        </p:txBody>
      </p:sp>
      <p:sp>
        <p:nvSpPr>
          <p:cNvPr id="1011" name="Die Antwort nennt den Beziehungspfad und die Belege für beide Verknüpfungen.">
            <a:extLst>
              <a:ext uri="{FF2B5EF4-FFF2-40B4-BE49-F238E27FC236}">
                <a16:creationId xmlns:a16="http://schemas.microsoft.com/office/drawing/2014/main" id="{1532EB2B-1826-4BF9-9ADC-46DD53376E70}"/>
              </a:ext>
            </a:extLst>
          </p:cNvPr>
          <p:cNvSpPr>
            <a:spLocks noGrp="1"/>
          </p:cNvSpPr>
          <p:nvPr/>
        </p:nvSpPr>
        <p:spPr>
          <a:xfrm>
            <a:off x="571500" y="4524375"/>
            <a:ext cx="10763250" cy="866775"/>
          </a:xfrm>
          <a:prstGeom prst="rect">
            <a:avLst/>
          </a:prstGeom>
          <a:noFill/>
          <a:ln w="0">
            <a:noFill/>
          </a:ln>
        </p:spPr>
        <p:txBody>
          <a:bodyPr wrap="square" lIns="0" tIns="0" rIns="0" bIns="0" anchor="t">
            <a:noAutofit/>
          </a:bodyPr>
          <a:lstStyle/>
          <a:p>
            <a:pPr algn="l">
              <a:defRPr sz="2175" b="0">
                <a:solidFill>
                  <a:srgbClr val="586165"/>
                </a:solidFill>
                <a:latin typeface="Arial"/>
                <a:ea typeface="Arial"/>
                <a:cs typeface="Arial"/>
              </a:defRPr>
            </a:pPr>
            <a:r>
              <a:rPr sz="2175" b="0">
                <a:solidFill>
                  <a:srgbClr val="586165"/>
                </a:solidFill>
                <a:latin typeface="Arial"/>
                <a:ea typeface="Arial"/>
                <a:cs typeface="Arial"/>
              </a:rPr>
              <a:t>Die Antwort nennt den Beziehungspfad und die Belege für beide Verknüpfungen.</a:t>
            </a:r>
          </a:p>
        </p:txBody>
      </p:sp>
      <p:sp>
        <p:nvSpPr>
          <p:cNvPr id="1012" name="Die Aussagekraft hängt davon ab, welche Beziehungen tatsächlich gepflegt und zug">
            <a:extLst>
              <a:ext uri="{FF2B5EF4-FFF2-40B4-BE49-F238E27FC236}">
                <a16:creationId xmlns:a16="http://schemas.microsoft.com/office/drawing/2014/main" id="{5FBF68B8-923F-41BE-9125-F5F1EA5013AF}"/>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Die Aussagekraft hängt davon ab, welche Beziehungen tatsächlich gepflegt und zugänglich sind.</a:t>
            </a:r>
          </a:p>
        </p:txBody>
      </p:sp>
      <p:sp>
        <p:nvSpPr>
          <p:cNvPr id="1021"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03  Daten und Retrieval</a:t>
            </a:r>
          </a:p>
        </p:txBody>
      </p:sp>
    </p:spTree>
    <p:extLst>
      <p:ext uri="{BB962C8B-B14F-4D97-AF65-F5344CB8AC3E}">
        <p14:creationId xmlns:p14="http://schemas.microsoft.com/office/powerpoint/2010/main" val="1408768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18</a:t>
            </a:fld>
            <a:endParaRPr lang="en-US"/>
          </a:p>
        </p:txBody>
      </p:sp>
      <p:sp>
        <p:nvSpPr>
          <p:cNvPr id="1017" name="RAG-Optimierung: Anfrage, Chunking und Kontext">
            <a:extLst>
              <a:ext uri="{FF2B5EF4-FFF2-40B4-BE49-F238E27FC236}">
                <a16:creationId xmlns:a16="http://schemas.microsoft.com/office/drawing/2014/main" id="{9830E91B-372B-4943-A182-4E8BFFBF9277}"/>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RAG-Optimierung: Anfrage, Chunking und Kontext</a:t>
            </a:r>
          </a:p>
        </p:txBody>
      </p:sp>
      <p:sp>
        <p:nvSpPr>
          <p:cNvPr id="1002" name="03  Daten und Retrieval">
            <a:extLst>
              <a:ext uri="{FF2B5EF4-FFF2-40B4-BE49-F238E27FC236}">
                <a16:creationId xmlns:a16="http://schemas.microsoft.com/office/drawing/2014/main" id="{FEA84CE5-8B29-401F-BEA6-7985D3E65FD7}"/>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03  Daten und Retrieval</a:t>
            </a:r>
          </a:p>
        </p:txBody>
      </p:sp>
      <p:sp>
        <p:nvSpPr>
          <p:cNvPr id="1003" name="Anfrage präzisieren">
            <a:extLst>
              <a:ext uri="{FF2B5EF4-FFF2-40B4-BE49-F238E27FC236}">
                <a16:creationId xmlns:a16="http://schemas.microsoft.com/office/drawing/2014/main" id="{9792F9F6-A055-4A02-8B42-98C79F9986B0}"/>
              </a:ext>
            </a:extLst>
          </p:cNvPr>
          <p:cNvSpPr>
            <a:spLocks noGrp="1"/>
          </p:cNvSpPr>
          <p:nvPr/>
        </p:nvSpPr>
        <p:spPr>
          <a:xfrm>
            <a:off x="571500" y="1657350"/>
            <a:ext cx="3524250" cy="704850"/>
          </a:xfrm>
          <a:prstGeom prst="rect">
            <a:avLst/>
          </a:prstGeom>
          <a:noFill/>
          <a:ln w="0">
            <a:noFill/>
          </a:ln>
        </p:spPr>
        <p:txBody>
          <a:bodyPr wrap="square" lIns="0" tIns="0" rIns="0" bIns="0" anchor="t">
            <a:noAutofit/>
          </a:bodyPr>
          <a:lstStyle/>
          <a:p>
            <a:pPr algn="l">
              <a:defRPr sz="2025" b="1">
                <a:solidFill>
                  <a:srgbClr val="3D6DA8"/>
                </a:solidFill>
                <a:latin typeface="Arial"/>
                <a:ea typeface="Arial"/>
                <a:cs typeface="Arial"/>
              </a:defRPr>
            </a:pPr>
            <a:r>
              <a:rPr sz="2025" b="1">
                <a:solidFill>
                  <a:srgbClr val="3D6DA8"/>
                </a:solidFill>
                <a:latin typeface="Arial"/>
                <a:ea typeface="Arial"/>
                <a:cs typeface="Arial"/>
              </a:rPr>
              <a:t>Anfrage präzisieren</a:t>
            </a:r>
          </a:p>
        </p:txBody>
      </p:sp>
      <p:sp>
        <p:nvSpPr>
          <p:cNvPr id="1004" name="Namen und Filter erhalten">
            <a:extLst>
              <a:ext uri="{FF2B5EF4-FFF2-40B4-BE49-F238E27FC236}">
                <a16:creationId xmlns:a16="http://schemas.microsoft.com/office/drawing/2014/main" id="{D752FF46-E71D-4B50-BBA2-750062F14E73}"/>
              </a:ext>
            </a:extLst>
          </p:cNvPr>
          <p:cNvSpPr>
            <a:spLocks noGrp="1"/>
          </p:cNvSpPr>
          <p:nvPr/>
        </p:nvSpPr>
        <p:spPr>
          <a:xfrm>
            <a:off x="571500" y="2676525"/>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Namen und Filter erhalten</a:t>
            </a:r>
          </a:p>
        </p:txBody>
      </p:sp>
      <p:sp>
        <p:nvSpPr>
          <p:cNvPr id="1005" name="Bei Mehrdeutigkeit nachfragen">
            <a:extLst>
              <a:ext uri="{FF2B5EF4-FFF2-40B4-BE49-F238E27FC236}">
                <a16:creationId xmlns:a16="http://schemas.microsoft.com/office/drawing/2014/main" id="{F9FAC629-373C-4E04-B677-D3743E89ECE3}"/>
              </a:ext>
            </a:extLst>
          </p:cNvPr>
          <p:cNvSpPr>
            <a:spLocks noGrp="1"/>
          </p:cNvSpPr>
          <p:nvPr/>
        </p:nvSpPr>
        <p:spPr>
          <a:xfrm>
            <a:off x="571500" y="3429000"/>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Bei Mehrdeutigkeit nachfragen</a:t>
            </a:r>
          </a:p>
        </p:txBody>
      </p:sp>
      <p:sp>
        <p:nvSpPr>
          <p:cNvPr id="1006" name="Synonyme gezielt ergänzen">
            <a:extLst>
              <a:ext uri="{FF2B5EF4-FFF2-40B4-BE49-F238E27FC236}">
                <a16:creationId xmlns:a16="http://schemas.microsoft.com/office/drawing/2014/main" id="{27F67A0C-0B91-43A7-A3E9-AC3F84448E6D}"/>
              </a:ext>
            </a:extLst>
          </p:cNvPr>
          <p:cNvSpPr>
            <a:spLocks noGrp="1"/>
          </p:cNvSpPr>
          <p:nvPr/>
        </p:nvSpPr>
        <p:spPr>
          <a:xfrm>
            <a:off x="571500" y="4181475"/>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Synonyme gezielt ergänzen</a:t>
            </a:r>
          </a:p>
        </p:txBody>
      </p:sp>
      <p:sp>
        <p:nvSpPr>
          <p:cNvPr id="1007" name="Aussagen zusammenhalten">
            <a:extLst>
              <a:ext uri="{FF2B5EF4-FFF2-40B4-BE49-F238E27FC236}">
                <a16:creationId xmlns:a16="http://schemas.microsoft.com/office/drawing/2014/main" id="{BE7C1FF2-3CCA-4B2F-A951-BD7A2D7344A6}"/>
              </a:ext>
            </a:extLst>
          </p:cNvPr>
          <p:cNvSpPr>
            <a:spLocks noGrp="1"/>
          </p:cNvSpPr>
          <p:nvPr/>
        </p:nvSpPr>
        <p:spPr>
          <a:xfrm>
            <a:off x="4429125" y="1657350"/>
            <a:ext cx="3524250" cy="704850"/>
          </a:xfrm>
          <a:prstGeom prst="rect">
            <a:avLst/>
          </a:prstGeom>
          <a:noFill/>
          <a:ln w="0">
            <a:noFill/>
          </a:ln>
        </p:spPr>
        <p:txBody>
          <a:bodyPr wrap="square" lIns="0" tIns="0" rIns="0" bIns="0" anchor="t">
            <a:noAutofit/>
          </a:bodyPr>
          <a:lstStyle/>
          <a:p>
            <a:pPr algn="l">
              <a:defRPr sz="2025" b="1">
                <a:solidFill>
                  <a:srgbClr val="3D6DA8"/>
                </a:solidFill>
                <a:latin typeface="Arial"/>
                <a:ea typeface="Arial"/>
                <a:cs typeface="Arial"/>
              </a:defRPr>
            </a:pPr>
            <a:r>
              <a:rPr sz="2025" b="1">
                <a:solidFill>
                  <a:srgbClr val="3D6DA8"/>
                </a:solidFill>
                <a:latin typeface="Arial"/>
                <a:ea typeface="Arial"/>
                <a:cs typeface="Arial"/>
              </a:rPr>
              <a:t>Aussagen zusammenhalten</a:t>
            </a:r>
          </a:p>
        </p:txBody>
      </p:sp>
      <p:sp>
        <p:nvSpPr>
          <p:cNvPr id="1008" name="Nach Dokumentstruktur teilen">
            <a:extLst>
              <a:ext uri="{FF2B5EF4-FFF2-40B4-BE49-F238E27FC236}">
                <a16:creationId xmlns:a16="http://schemas.microsoft.com/office/drawing/2014/main" id="{5FB9E7B4-FCBD-4249-B282-89118EEA7204}"/>
              </a:ext>
            </a:extLst>
          </p:cNvPr>
          <p:cNvSpPr>
            <a:spLocks noGrp="1"/>
          </p:cNvSpPr>
          <p:nvPr/>
        </p:nvSpPr>
        <p:spPr>
          <a:xfrm>
            <a:off x="4429125" y="2676525"/>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Nach Dokumentstruktur teilen</a:t>
            </a:r>
          </a:p>
        </p:txBody>
      </p:sp>
      <p:sp>
        <p:nvSpPr>
          <p:cNvPr id="1009" name="Tabellen mit Einheiten erhalten">
            <a:extLst>
              <a:ext uri="{FF2B5EF4-FFF2-40B4-BE49-F238E27FC236}">
                <a16:creationId xmlns:a16="http://schemas.microsoft.com/office/drawing/2014/main" id="{65D02109-2D50-4323-83B3-A40408C5727C}"/>
              </a:ext>
            </a:extLst>
          </p:cNvPr>
          <p:cNvSpPr>
            <a:spLocks noGrp="1"/>
          </p:cNvSpPr>
          <p:nvPr/>
        </p:nvSpPr>
        <p:spPr>
          <a:xfrm>
            <a:off x="4429125" y="3429000"/>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Tabellen mit Einheiten erhalten</a:t>
            </a:r>
          </a:p>
        </p:txBody>
      </p:sp>
      <p:sp>
        <p:nvSpPr>
          <p:cNvPr id="1010" name="Größe und Überlappung testen">
            <a:extLst>
              <a:ext uri="{FF2B5EF4-FFF2-40B4-BE49-F238E27FC236}">
                <a16:creationId xmlns:a16="http://schemas.microsoft.com/office/drawing/2014/main" id="{A5DD2808-F00B-43DB-BF03-F5038E363FDF}"/>
              </a:ext>
            </a:extLst>
          </p:cNvPr>
          <p:cNvSpPr>
            <a:spLocks noGrp="1"/>
          </p:cNvSpPr>
          <p:nvPr/>
        </p:nvSpPr>
        <p:spPr>
          <a:xfrm>
            <a:off x="4429125" y="4181475"/>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Größe und Überlappung testen</a:t>
            </a:r>
          </a:p>
        </p:txBody>
      </p:sp>
      <p:sp>
        <p:nvSpPr>
          <p:cNvPr id="1011" name="Belege auswählen">
            <a:extLst>
              <a:ext uri="{FF2B5EF4-FFF2-40B4-BE49-F238E27FC236}">
                <a16:creationId xmlns:a16="http://schemas.microsoft.com/office/drawing/2014/main" id="{B326B6EA-A72C-4B96-A411-11CEC25D4875}"/>
              </a:ext>
            </a:extLst>
          </p:cNvPr>
          <p:cNvSpPr>
            <a:spLocks noGrp="1"/>
          </p:cNvSpPr>
          <p:nvPr/>
        </p:nvSpPr>
        <p:spPr>
          <a:xfrm>
            <a:off x="8286750" y="1657350"/>
            <a:ext cx="3524250" cy="704850"/>
          </a:xfrm>
          <a:prstGeom prst="rect">
            <a:avLst/>
          </a:prstGeom>
          <a:noFill/>
          <a:ln w="0">
            <a:noFill/>
          </a:ln>
        </p:spPr>
        <p:txBody>
          <a:bodyPr wrap="square" lIns="0" tIns="0" rIns="0" bIns="0" anchor="t">
            <a:noAutofit/>
          </a:bodyPr>
          <a:lstStyle/>
          <a:p>
            <a:pPr algn="l">
              <a:defRPr sz="2025" b="1">
                <a:solidFill>
                  <a:srgbClr val="3D6DA8"/>
                </a:solidFill>
                <a:latin typeface="Arial"/>
                <a:ea typeface="Arial"/>
                <a:cs typeface="Arial"/>
              </a:defRPr>
            </a:pPr>
            <a:r>
              <a:rPr sz="2025" b="1">
                <a:solidFill>
                  <a:srgbClr val="3D6DA8"/>
                </a:solidFill>
                <a:latin typeface="Arial"/>
                <a:ea typeface="Arial"/>
                <a:cs typeface="Arial"/>
              </a:rPr>
              <a:t>Belege auswählen</a:t>
            </a:r>
          </a:p>
        </p:txBody>
      </p:sp>
      <p:sp>
        <p:nvSpPr>
          <p:cNvPr id="1012" name="Relevante Passagen priorisieren">
            <a:extLst>
              <a:ext uri="{FF2B5EF4-FFF2-40B4-BE49-F238E27FC236}">
                <a16:creationId xmlns:a16="http://schemas.microsoft.com/office/drawing/2014/main" id="{A0050B61-A91A-4D85-BAC6-595E3695B94C}"/>
              </a:ext>
            </a:extLst>
          </p:cNvPr>
          <p:cNvSpPr>
            <a:spLocks noGrp="1"/>
          </p:cNvSpPr>
          <p:nvPr/>
        </p:nvSpPr>
        <p:spPr>
          <a:xfrm>
            <a:off x="8286750" y="2676525"/>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Relevante Passagen priorisieren</a:t>
            </a:r>
          </a:p>
        </p:txBody>
      </p:sp>
      <p:sp>
        <p:nvSpPr>
          <p:cNvPr id="1013" name="Doppelte Inhalte entfernen">
            <a:extLst>
              <a:ext uri="{FF2B5EF4-FFF2-40B4-BE49-F238E27FC236}">
                <a16:creationId xmlns:a16="http://schemas.microsoft.com/office/drawing/2014/main" id="{0356A97D-A17B-4AE8-9E46-36BA904233D8}"/>
              </a:ext>
            </a:extLst>
          </p:cNvPr>
          <p:cNvSpPr>
            <a:spLocks noGrp="1"/>
          </p:cNvSpPr>
          <p:nvPr/>
        </p:nvSpPr>
        <p:spPr>
          <a:xfrm>
            <a:off x="8286750" y="3429000"/>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Doppelte Inhalte entfernen</a:t>
            </a:r>
          </a:p>
        </p:txBody>
      </p:sp>
      <p:sp>
        <p:nvSpPr>
          <p:cNvPr id="1014" name="Widersprüche sichtbar machen">
            <a:extLst>
              <a:ext uri="{FF2B5EF4-FFF2-40B4-BE49-F238E27FC236}">
                <a16:creationId xmlns:a16="http://schemas.microsoft.com/office/drawing/2014/main" id="{434F1B59-3BA0-4688-9B84-09B6670FEDBC}"/>
              </a:ext>
            </a:extLst>
          </p:cNvPr>
          <p:cNvSpPr>
            <a:spLocks noGrp="1"/>
          </p:cNvSpPr>
          <p:nvPr/>
        </p:nvSpPr>
        <p:spPr>
          <a:xfrm>
            <a:off x="8286750" y="4181475"/>
            <a:ext cx="3333750" cy="638175"/>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Widersprüche sichtbar machen</a:t>
            </a:r>
          </a:p>
        </p:txBody>
      </p:sp>
      <p:sp>
        <p:nvSpPr>
          <p:cNvPr id="1015" name="Objekt-ID, Quelle, Datenstand und Zugriffsrechte bleiben jedem Abschni">
            <a:extLst>
              <a:ext uri="{FF2B5EF4-FFF2-40B4-BE49-F238E27FC236}">
                <a16:creationId xmlns:a16="http://schemas.microsoft.com/office/drawing/2014/main" id="{31F69F4B-849F-4470-B7BC-DEC9642FB120}"/>
              </a:ext>
            </a:extLst>
          </p:cNvPr>
          <p:cNvSpPr>
            <a:spLocks noGrp="1"/>
          </p:cNvSpPr>
          <p:nvPr/>
        </p:nvSpPr>
        <p:spPr>
          <a:xfrm>
            <a:off x="571500" y="5600700"/>
            <a:ext cx="11049000" cy="523875"/>
          </a:xfrm>
          <a:prstGeom prst="rect">
            <a:avLst/>
          </a:prstGeom>
          <a:noFill/>
          <a:ln w="0">
            <a:noFill/>
          </a:ln>
        </p:spPr>
        <p:txBody>
          <a:bodyPr wrap="square" lIns="0" tIns="0" rIns="0" bIns="0" anchor="t">
            <a:noAutofit/>
          </a:bodyPr>
          <a:lstStyle/>
          <a:p>
            <a:pPr algn="l">
              <a:defRPr sz="1725" b="0">
                <a:solidFill>
                  <a:srgbClr val="3D6DA8"/>
                </a:solidFill>
                <a:latin typeface="Arial"/>
                <a:ea typeface="Arial"/>
                <a:cs typeface="Arial"/>
              </a:defRPr>
            </a:pPr>
            <a:r>
              <a:rPr sz="1725" b="0">
                <a:solidFill>
                  <a:srgbClr val="3D6DA8"/>
                </a:solidFill>
                <a:latin typeface="Arial"/>
                <a:ea typeface="Arial"/>
                <a:cs typeface="Arial"/>
              </a:rPr>
              <a:t>Objekt-ID, Quelle, Datenstand und Zugriffsrechte bleiben jedem Abschnitt zugeordnet.</a:t>
            </a:r>
          </a:p>
        </p:txBody>
      </p:sp>
      <p:sp>
        <p:nvSpPr>
          <p:cNvPr id="1016" name="Nur erlaubte Inhalte gelangen als Kontext an das Modell.">
            <a:extLst>
              <a:ext uri="{FF2B5EF4-FFF2-40B4-BE49-F238E27FC236}">
                <a16:creationId xmlns:a16="http://schemas.microsoft.com/office/drawing/2014/main" id="{3910700F-43E3-482F-BA81-AFC6D3AEC3F8}"/>
              </a:ext>
            </a:extLst>
          </p:cNvPr>
          <p:cNvSpPr>
            <a:spLocks noGrp="1"/>
          </p:cNvSpPr>
          <p:nvPr/>
        </p:nvSpPr>
        <p:spPr>
          <a:xfrm>
            <a:off x="571500" y="6115050"/>
            <a:ext cx="11049000" cy="323850"/>
          </a:xfrm>
          <a:prstGeom prst="rect">
            <a:avLst/>
          </a:prstGeom>
          <a:noFill/>
          <a:ln w="0">
            <a:noFill/>
          </a:ln>
        </p:spPr>
        <p:txBody>
          <a:bodyPr wrap="square" lIns="0" tIns="0" rIns="0" bIns="0" anchor="t">
            <a:noAutofit/>
          </a:bodyPr>
          <a:lstStyle/>
          <a:p>
            <a:pPr algn="l">
              <a:defRPr sz="1650" b="0">
                <a:solidFill>
                  <a:srgbClr val="3D6DA8"/>
                </a:solidFill>
                <a:latin typeface="Arial"/>
                <a:ea typeface="Arial"/>
                <a:cs typeface="Arial"/>
              </a:defRPr>
            </a:pPr>
            <a:r>
              <a:rPr sz="1650" b="0">
                <a:solidFill>
                  <a:srgbClr val="3D6DA8"/>
                </a:solidFill>
                <a:latin typeface="Arial"/>
                <a:ea typeface="Arial"/>
                <a:cs typeface="Arial"/>
              </a:rPr>
              <a:t>Nur erlaubte Inhalte gelangen als Kontext an das Modell.</a:t>
            </a:r>
          </a:p>
        </p:txBody>
      </p:sp>
    </p:spTree>
    <p:extLst>
      <p:ext uri="{BB962C8B-B14F-4D97-AF65-F5344CB8AC3E}">
        <p14:creationId xmlns:p14="http://schemas.microsoft.com/office/powerpoint/2010/main" val="1408768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19</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Welches Muster für welches Problem </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Integration </a:t>
            </a:r>
            <a:r>
              <a:rPr lang="de-DE" dirty="0" err="1"/>
              <a:t>Taxonomy</a:t>
            </a:r>
            <a:endParaRPr lang="de-DE" dirty="0"/>
          </a:p>
        </p:txBody>
      </p:sp>
      <p:graphicFrame>
        <p:nvGraphicFramePr>
          <p:cNvPr id="8" name="Tabelle 7">
            <a:extLst>
              <a:ext uri="{FF2B5EF4-FFF2-40B4-BE49-F238E27FC236}">
                <a16:creationId xmlns:a16="http://schemas.microsoft.com/office/drawing/2014/main" id="{2ED5A4FE-7D0F-5C50-5642-9B64F17B60E8}"/>
              </a:ext>
            </a:extLst>
          </p:cNvPr>
          <p:cNvGraphicFramePr>
            <a:graphicFrameLocks noGrp="1"/>
          </p:cNvGraphicFramePr>
          <p:nvPr/>
        </p:nvGraphicFramePr>
        <p:xfrm>
          <a:off x="802729" y="2332005"/>
          <a:ext cx="10579395" cy="3778909"/>
        </p:xfrm>
        <a:graphic>
          <a:graphicData uri="http://schemas.openxmlformats.org/drawingml/2006/table">
            <a:tbl>
              <a:tblPr firstRow="1" bandRow="1">
                <a:tableStyleId>{5C22544A-7EE6-4342-B048-85BDC9FD1C3A}</a:tableStyleId>
              </a:tblPr>
              <a:tblGrid>
                <a:gridCol w="7933731">
                  <a:extLst>
                    <a:ext uri="{9D8B030D-6E8A-4147-A177-3AD203B41FA5}">
                      <a16:colId xmlns:a16="http://schemas.microsoft.com/office/drawing/2014/main" val="1701390612"/>
                    </a:ext>
                  </a:extLst>
                </a:gridCol>
                <a:gridCol w="2645664">
                  <a:extLst>
                    <a:ext uri="{9D8B030D-6E8A-4147-A177-3AD203B41FA5}">
                      <a16:colId xmlns:a16="http://schemas.microsoft.com/office/drawing/2014/main" val="1748756526"/>
                    </a:ext>
                  </a:extLst>
                </a:gridCol>
              </a:tblGrid>
              <a:tr h="594137">
                <a:tc>
                  <a:txBody>
                    <a:bodyPr/>
                    <a:lstStyle/>
                    <a:p>
                      <a:r>
                        <a:rPr lang="de-DE" dirty="0"/>
                        <a:t>Problem</a:t>
                      </a:r>
                    </a:p>
                  </a:txBody>
                  <a:tcPr/>
                </a:tc>
                <a:tc>
                  <a:txBody>
                    <a:bodyPr/>
                    <a:lstStyle/>
                    <a:p>
                      <a:r>
                        <a:rPr lang="de-DE" dirty="0"/>
                        <a:t>Muster</a:t>
                      </a:r>
                    </a:p>
                  </a:txBody>
                  <a:tcPr/>
                </a:tc>
                <a:extLst>
                  <a:ext uri="{0D108BD9-81ED-4DB2-BD59-A6C34878D82A}">
                    <a16:rowId xmlns:a16="http://schemas.microsoft.com/office/drawing/2014/main" val="2170930329"/>
                  </a:ext>
                </a:extLst>
              </a:tr>
              <a:tr h="602389">
                <a:tc>
                  <a:txBody>
                    <a:bodyPr/>
                    <a:lstStyle/>
                    <a:p>
                      <a:r>
                        <a:rPr lang="de-DE" dirty="0"/>
                        <a:t>Brauch ich eine direkte Antwort?</a:t>
                      </a:r>
                    </a:p>
                  </a:txBody>
                  <a:tcPr/>
                </a:tc>
                <a:tc>
                  <a:txBody>
                    <a:bodyPr/>
                    <a:lstStyle/>
                    <a:p>
                      <a:r>
                        <a:rPr lang="de-DE" dirty="0"/>
                        <a:t>API</a:t>
                      </a:r>
                    </a:p>
                  </a:txBody>
                  <a:tcPr/>
                </a:tc>
                <a:extLst>
                  <a:ext uri="{0D108BD9-81ED-4DB2-BD59-A6C34878D82A}">
                    <a16:rowId xmlns:a16="http://schemas.microsoft.com/office/drawing/2014/main" val="2605738702"/>
                  </a:ext>
                </a:extLst>
              </a:tr>
              <a:tr h="602389">
                <a:tc>
                  <a:txBody>
                    <a:bodyPr/>
                    <a:lstStyle/>
                    <a:p>
                      <a:r>
                        <a:rPr lang="de-DE" dirty="0"/>
                        <a:t>Soll auf eine Änderung reagiert werden?</a:t>
                      </a:r>
                    </a:p>
                  </a:txBody>
                  <a:tcPr/>
                </a:tc>
                <a:tc>
                  <a:txBody>
                    <a:bodyPr/>
                    <a:lstStyle/>
                    <a:p>
                      <a:r>
                        <a:rPr lang="de-DE" dirty="0"/>
                        <a:t>Event/ Messaging</a:t>
                      </a:r>
                    </a:p>
                  </a:txBody>
                  <a:tcPr/>
                </a:tc>
                <a:extLst>
                  <a:ext uri="{0D108BD9-81ED-4DB2-BD59-A6C34878D82A}">
                    <a16:rowId xmlns:a16="http://schemas.microsoft.com/office/drawing/2014/main" val="2091904295"/>
                  </a:ext>
                </a:extLst>
              </a:tr>
              <a:tr h="602389">
                <a:tc>
                  <a:txBody>
                    <a:bodyPr/>
                    <a:lstStyle/>
                    <a:p>
                      <a:r>
                        <a:rPr lang="de-DE" dirty="0"/>
                        <a:t>Sollen Daten regelmäßig übertragen und verarbeitet werden?</a:t>
                      </a:r>
                    </a:p>
                  </a:txBody>
                  <a:tcPr/>
                </a:tc>
                <a:tc>
                  <a:txBody>
                    <a:bodyPr/>
                    <a:lstStyle/>
                    <a:p>
                      <a:r>
                        <a:rPr lang="de-DE" dirty="0"/>
                        <a:t>ETL / ELT</a:t>
                      </a:r>
                    </a:p>
                  </a:txBody>
                  <a:tcPr/>
                </a:tc>
                <a:extLst>
                  <a:ext uri="{0D108BD9-81ED-4DB2-BD59-A6C34878D82A}">
                    <a16:rowId xmlns:a16="http://schemas.microsoft.com/office/drawing/2014/main" val="79590976"/>
                  </a:ext>
                </a:extLst>
              </a:tr>
              <a:tr h="775216">
                <a:tc>
                  <a:txBody>
                    <a:bodyPr/>
                    <a:lstStyle/>
                    <a:p>
                      <a:r>
                        <a:rPr lang="de-DE" dirty="0"/>
                        <a:t>Sollen Datenänderungen kontinuierlich übernommen werden?</a:t>
                      </a:r>
                    </a:p>
                  </a:txBody>
                  <a:tcPr/>
                </a:tc>
                <a:tc>
                  <a:txBody>
                    <a:bodyPr/>
                    <a:lstStyle/>
                    <a:p>
                      <a:r>
                        <a:rPr lang="de-DE" dirty="0"/>
                        <a:t>CDC</a:t>
                      </a:r>
                    </a:p>
                  </a:txBody>
                  <a:tcPr/>
                </a:tc>
                <a:extLst>
                  <a:ext uri="{0D108BD9-81ED-4DB2-BD59-A6C34878D82A}">
                    <a16:rowId xmlns:a16="http://schemas.microsoft.com/office/drawing/2014/main" val="786580735"/>
                  </a:ext>
                </a:extLst>
              </a:tr>
              <a:tr h="602389">
                <a:tc>
                  <a:txBody>
                    <a:bodyPr/>
                    <a:lstStyle/>
                    <a:p>
                      <a:r>
                        <a:rPr lang="de-DE" dirty="0"/>
                        <a:t>Soll eine KI dynamisch auf Funktionen zugreifen?</a:t>
                      </a:r>
                    </a:p>
                  </a:txBody>
                  <a:tcPr/>
                </a:tc>
                <a:tc>
                  <a:txBody>
                    <a:bodyPr/>
                    <a:lstStyle/>
                    <a:p>
                      <a:r>
                        <a:rPr lang="de-DE" dirty="0"/>
                        <a:t>MCP</a:t>
                      </a:r>
                    </a:p>
                  </a:txBody>
                  <a:tcPr/>
                </a:tc>
                <a:extLst>
                  <a:ext uri="{0D108BD9-81ED-4DB2-BD59-A6C34878D82A}">
                    <a16:rowId xmlns:a16="http://schemas.microsoft.com/office/drawing/2014/main" val="2764006192"/>
                  </a:ext>
                </a:extLst>
              </a:tr>
            </a:tbl>
          </a:graphicData>
        </a:graphic>
      </p:graphicFrame>
      <p:sp>
        <p:nvSpPr>
          <p:cNvPr id="5" name="Textfeld 4">
            <a:extLst>
              <a:ext uri="{FF2B5EF4-FFF2-40B4-BE49-F238E27FC236}">
                <a16:creationId xmlns:a16="http://schemas.microsoft.com/office/drawing/2014/main" id="{EB51B817-A91B-BCC0-8621-C22E66F8403B}"/>
              </a:ext>
            </a:extLst>
          </p:cNvPr>
          <p:cNvSpPr txBox="1"/>
          <p:nvPr/>
        </p:nvSpPr>
        <p:spPr>
          <a:xfrm>
            <a:off x="940951" y="1470243"/>
            <a:ext cx="10302949" cy="553998"/>
          </a:xfrm>
          <a:prstGeom prst="rect">
            <a:avLst/>
          </a:prstGeom>
          <a:noFill/>
        </p:spPr>
        <p:txBody>
          <a:bodyPr wrap="square" lIns="0" tIns="0" rIns="0" bIns="0" rtlCol="0">
            <a:spAutoFit/>
          </a:bodyPr>
          <a:lstStyle/>
          <a:p>
            <a:pPr algn="ctr"/>
            <a:r>
              <a:rPr lang="de-DE" b="1" dirty="0"/>
              <a:t>Das Integrationsmuster sollte aus dem Kommunikationsproblem abgeleitet werden, nicht aus einer bevorzugten Technologie.</a:t>
            </a:r>
          </a:p>
        </p:txBody>
      </p:sp>
    </p:spTree>
    <p:extLst>
      <p:ext uri="{BB962C8B-B14F-4D97-AF65-F5344CB8AC3E}">
        <p14:creationId xmlns:p14="http://schemas.microsoft.com/office/powerpoint/2010/main" val="2205841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20</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Welches Muster für welches Problem </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Integration </a:t>
            </a:r>
            <a:r>
              <a:rPr lang="de-DE" dirty="0" err="1"/>
              <a:t>Taxonomy</a:t>
            </a:r>
            <a:endParaRPr lang="de-DE" dirty="0"/>
          </a:p>
        </p:txBody>
      </p:sp>
      <p:graphicFrame>
        <p:nvGraphicFramePr>
          <p:cNvPr id="8" name="Tabelle 7">
            <a:extLst>
              <a:ext uri="{FF2B5EF4-FFF2-40B4-BE49-F238E27FC236}">
                <a16:creationId xmlns:a16="http://schemas.microsoft.com/office/drawing/2014/main" id="{2ED5A4FE-7D0F-5C50-5642-9B64F17B60E8}"/>
              </a:ext>
            </a:extLst>
          </p:cNvPr>
          <p:cNvGraphicFramePr>
            <a:graphicFrameLocks noGrp="1"/>
          </p:cNvGraphicFramePr>
          <p:nvPr/>
        </p:nvGraphicFramePr>
        <p:xfrm>
          <a:off x="802729" y="2332005"/>
          <a:ext cx="10579395" cy="3778909"/>
        </p:xfrm>
        <a:graphic>
          <a:graphicData uri="http://schemas.openxmlformats.org/drawingml/2006/table">
            <a:tbl>
              <a:tblPr firstRow="1" bandRow="1">
                <a:tableStyleId>{5C22544A-7EE6-4342-B048-85BDC9FD1C3A}</a:tableStyleId>
              </a:tblPr>
              <a:tblGrid>
                <a:gridCol w="7933731">
                  <a:extLst>
                    <a:ext uri="{9D8B030D-6E8A-4147-A177-3AD203B41FA5}">
                      <a16:colId xmlns:a16="http://schemas.microsoft.com/office/drawing/2014/main" val="1701390612"/>
                    </a:ext>
                  </a:extLst>
                </a:gridCol>
                <a:gridCol w="2645664">
                  <a:extLst>
                    <a:ext uri="{9D8B030D-6E8A-4147-A177-3AD203B41FA5}">
                      <a16:colId xmlns:a16="http://schemas.microsoft.com/office/drawing/2014/main" val="1748756526"/>
                    </a:ext>
                  </a:extLst>
                </a:gridCol>
              </a:tblGrid>
              <a:tr h="594137">
                <a:tc>
                  <a:txBody>
                    <a:bodyPr/>
                    <a:lstStyle/>
                    <a:p>
                      <a:r>
                        <a:rPr lang="de-DE" dirty="0"/>
                        <a:t>Problem</a:t>
                      </a:r>
                    </a:p>
                  </a:txBody>
                  <a:tcPr/>
                </a:tc>
                <a:tc>
                  <a:txBody>
                    <a:bodyPr/>
                    <a:lstStyle/>
                    <a:p>
                      <a:r>
                        <a:rPr lang="de-DE" dirty="0"/>
                        <a:t>Muster</a:t>
                      </a:r>
                    </a:p>
                  </a:txBody>
                  <a:tcPr/>
                </a:tc>
                <a:extLst>
                  <a:ext uri="{0D108BD9-81ED-4DB2-BD59-A6C34878D82A}">
                    <a16:rowId xmlns:a16="http://schemas.microsoft.com/office/drawing/2014/main" val="2170930329"/>
                  </a:ext>
                </a:extLst>
              </a:tr>
              <a:tr h="602389">
                <a:tc>
                  <a:txBody>
                    <a:bodyPr/>
                    <a:lstStyle/>
                    <a:p>
                      <a:r>
                        <a:rPr lang="de-DE" dirty="0"/>
                        <a:t>Brauch ich eine direkte Antwort?</a:t>
                      </a:r>
                    </a:p>
                  </a:txBody>
                  <a:tcPr/>
                </a:tc>
                <a:tc>
                  <a:txBody>
                    <a:bodyPr/>
                    <a:lstStyle/>
                    <a:p>
                      <a:r>
                        <a:rPr lang="de-DE" dirty="0"/>
                        <a:t>API</a:t>
                      </a:r>
                    </a:p>
                  </a:txBody>
                  <a:tcPr/>
                </a:tc>
                <a:extLst>
                  <a:ext uri="{0D108BD9-81ED-4DB2-BD59-A6C34878D82A}">
                    <a16:rowId xmlns:a16="http://schemas.microsoft.com/office/drawing/2014/main" val="2605738702"/>
                  </a:ext>
                </a:extLst>
              </a:tr>
              <a:tr h="602389">
                <a:tc>
                  <a:txBody>
                    <a:bodyPr/>
                    <a:lstStyle/>
                    <a:p>
                      <a:r>
                        <a:rPr lang="de-DE" dirty="0"/>
                        <a:t>Soll auf eine Änderung reagiert werden?</a:t>
                      </a:r>
                    </a:p>
                  </a:txBody>
                  <a:tcPr/>
                </a:tc>
                <a:tc>
                  <a:txBody>
                    <a:bodyPr/>
                    <a:lstStyle/>
                    <a:p>
                      <a:r>
                        <a:rPr lang="de-DE" dirty="0"/>
                        <a:t>Event/ Messaging</a:t>
                      </a:r>
                    </a:p>
                  </a:txBody>
                  <a:tcPr/>
                </a:tc>
                <a:extLst>
                  <a:ext uri="{0D108BD9-81ED-4DB2-BD59-A6C34878D82A}">
                    <a16:rowId xmlns:a16="http://schemas.microsoft.com/office/drawing/2014/main" val="2091904295"/>
                  </a:ext>
                </a:extLst>
              </a:tr>
              <a:tr h="602389">
                <a:tc>
                  <a:txBody>
                    <a:bodyPr/>
                    <a:lstStyle/>
                    <a:p>
                      <a:r>
                        <a:rPr lang="de-DE" dirty="0"/>
                        <a:t>Sollen Daten regelmäßig übertragen und verarbeitet werden?</a:t>
                      </a:r>
                    </a:p>
                  </a:txBody>
                  <a:tcPr/>
                </a:tc>
                <a:tc>
                  <a:txBody>
                    <a:bodyPr/>
                    <a:lstStyle/>
                    <a:p>
                      <a:r>
                        <a:rPr lang="de-DE" dirty="0"/>
                        <a:t>ETL / ELT</a:t>
                      </a:r>
                    </a:p>
                  </a:txBody>
                  <a:tcPr/>
                </a:tc>
                <a:extLst>
                  <a:ext uri="{0D108BD9-81ED-4DB2-BD59-A6C34878D82A}">
                    <a16:rowId xmlns:a16="http://schemas.microsoft.com/office/drawing/2014/main" val="79590976"/>
                  </a:ext>
                </a:extLst>
              </a:tr>
              <a:tr h="775216">
                <a:tc>
                  <a:txBody>
                    <a:bodyPr/>
                    <a:lstStyle/>
                    <a:p>
                      <a:r>
                        <a:rPr lang="de-DE" dirty="0"/>
                        <a:t>Sollen Datenänderungen kontinuierlich übernommen werden?</a:t>
                      </a:r>
                    </a:p>
                  </a:txBody>
                  <a:tcPr/>
                </a:tc>
                <a:tc>
                  <a:txBody>
                    <a:bodyPr/>
                    <a:lstStyle/>
                    <a:p>
                      <a:r>
                        <a:rPr lang="de-DE" dirty="0"/>
                        <a:t>CDC</a:t>
                      </a:r>
                    </a:p>
                  </a:txBody>
                  <a:tcPr/>
                </a:tc>
                <a:extLst>
                  <a:ext uri="{0D108BD9-81ED-4DB2-BD59-A6C34878D82A}">
                    <a16:rowId xmlns:a16="http://schemas.microsoft.com/office/drawing/2014/main" val="786580735"/>
                  </a:ext>
                </a:extLst>
              </a:tr>
              <a:tr h="602389">
                <a:tc>
                  <a:txBody>
                    <a:bodyPr/>
                    <a:lstStyle/>
                    <a:p>
                      <a:r>
                        <a:rPr lang="de-DE" dirty="0"/>
                        <a:t>Soll eine KI dynamisch auf Funktionen zugreifen?</a:t>
                      </a:r>
                    </a:p>
                  </a:txBody>
                  <a:tcPr/>
                </a:tc>
                <a:tc>
                  <a:txBody>
                    <a:bodyPr/>
                    <a:lstStyle/>
                    <a:p>
                      <a:r>
                        <a:rPr lang="de-DE" dirty="0"/>
                        <a:t>MCP</a:t>
                      </a:r>
                    </a:p>
                  </a:txBody>
                  <a:tcPr/>
                </a:tc>
                <a:extLst>
                  <a:ext uri="{0D108BD9-81ED-4DB2-BD59-A6C34878D82A}">
                    <a16:rowId xmlns:a16="http://schemas.microsoft.com/office/drawing/2014/main" val="2764006192"/>
                  </a:ext>
                </a:extLst>
              </a:tr>
            </a:tbl>
          </a:graphicData>
        </a:graphic>
      </p:graphicFrame>
      <p:sp>
        <p:nvSpPr>
          <p:cNvPr id="5" name="Textfeld 4">
            <a:extLst>
              <a:ext uri="{FF2B5EF4-FFF2-40B4-BE49-F238E27FC236}">
                <a16:creationId xmlns:a16="http://schemas.microsoft.com/office/drawing/2014/main" id="{EB51B817-A91B-BCC0-8621-C22E66F8403B}"/>
              </a:ext>
            </a:extLst>
          </p:cNvPr>
          <p:cNvSpPr txBox="1"/>
          <p:nvPr/>
        </p:nvSpPr>
        <p:spPr>
          <a:xfrm>
            <a:off x="940951" y="1470243"/>
            <a:ext cx="10302949" cy="553998"/>
          </a:xfrm>
          <a:prstGeom prst="rect">
            <a:avLst/>
          </a:prstGeom>
          <a:noFill/>
        </p:spPr>
        <p:txBody>
          <a:bodyPr wrap="square" lIns="0" tIns="0" rIns="0" bIns="0" rtlCol="0">
            <a:spAutoFit/>
          </a:bodyPr>
          <a:lstStyle/>
          <a:p>
            <a:pPr algn="ctr"/>
            <a:r>
              <a:rPr lang="de-DE" b="1" dirty="0"/>
              <a:t>Das Integrationsmuster sollte aus dem Kommunikationsproblem abgeleitet werden, nicht aus einer bevorzugten Technologie.</a:t>
            </a:r>
          </a:p>
        </p:txBody>
      </p:sp>
    </p:spTree>
    <p:extLst>
      <p:ext uri="{BB962C8B-B14F-4D97-AF65-F5344CB8AC3E}">
        <p14:creationId xmlns:p14="http://schemas.microsoft.com/office/powerpoint/2010/main" val="1198546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21</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err="1"/>
              <a:t>No</a:t>
            </a:r>
            <a:r>
              <a:rPr lang="de-DE" dirty="0"/>
              <a:t> Free Lunch Theorem</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Daten und Datenbankarchitekturen</a:t>
            </a:r>
          </a:p>
        </p:txBody>
      </p:sp>
      <p:graphicFrame>
        <p:nvGraphicFramePr>
          <p:cNvPr id="6" name="Diagramm 5">
            <a:extLst>
              <a:ext uri="{FF2B5EF4-FFF2-40B4-BE49-F238E27FC236}">
                <a16:creationId xmlns:a16="http://schemas.microsoft.com/office/drawing/2014/main" id="{E2D44E15-EC89-1F5D-6836-0CF9A1F3B48B}"/>
              </a:ext>
            </a:extLst>
          </p:cNvPr>
          <p:cNvGraphicFramePr/>
          <p:nvPr/>
        </p:nvGraphicFramePr>
        <p:xfrm>
          <a:off x="7128707" y="1120440"/>
          <a:ext cx="3526972" cy="49483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feld 9">
            <a:extLst>
              <a:ext uri="{FF2B5EF4-FFF2-40B4-BE49-F238E27FC236}">
                <a16:creationId xmlns:a16="http://schemas.microsoft.com/office/drawing/2014/main" id="{74956FB6-2C96-B0CE-A520-D6FB10B0A5D7}"/>
              </a:ext>
            </a:extLst>
          </p:cNvPr>
          <p:cNvSpPr txBox="1"/>
          <p:nvPr/>
        </p:nvSpPr>
        <p:spPr>
          <a:xfrm>
            <a:off x="295200" y="3163747"/>
            <a:ext cx="6866164" cy="861774"/>
          </a:xfrm>
          <a:prstGeom prst="rect">
            <a:avLst/>
          </a:prstGeom>
          <a:noFill/>
        </p:spPr>
        <p:txBody>
          <a:bodyPr wrap="square" lIns="0" tIns="0" rIns="0" bIns="0" rtlCol="0">
            <a:spAutoFit/>
          </a:bodyPr>
          <a:lstStyle/>
          <a:p>
            <a:pPr algn="ctr"/>
            <a:r>
              <a:rPr lang="de-DE" sz="2800" dirty="0">
                <a:solidFill>
                  <a:srgbClr val="6193CD"/>
                </a:solidFill>
              </a:rPr>
              <a:t>„</a:t>
            </a:r>
            <a:r>
              <a:rPr lang="de-DE" sz="2800" dirty="0" err="1">
                <a:solidFill>
                  <a:srgbClr val="6193CD"/>
                </a:solidFill>
              </a:rPr>
              <a:t>No</a:t>
            </a:r>
            <a:r>
              <a:rPr lang="de-DE" sz="2800" dirty="0">
                <a:solidFill>
                  <a:srgbClr val="6193CD"/>
                </a:solidFill>
              </a:rPr>
              <a:t> </a:t>
            </a:r>
            <a:r>
              <a:rPr lang="de-DE" sz="2800" dirty="0" err="1">
                <a:solidFill>
                  <a:srgbClr val="6193CD"/>
                </a:solidFill>
              </a:rPr>
              <a:t>single</a:t>
            </a:r>
            <a:r>
              <a:rPr lang="de-DE" sz="2800" dirty="0">
                <a:solidFill>
                  <a:srgbClr val="6193CD"/>
                </a:solidFill>
              </a:rPr>
              <a:t> </a:t>
            </a:r>
            <a:r>
              <a:rPr lang="de-DE" sz="2800" dirty="0" err="1">
                <a:solidFill>
                  <a:srgbClr val="6193CD"/>
                </a:solidFill>
              </a:rPr>
              <a:t>approach</a:t>
            </a:r>
            <a:r>
              <a:rPr lang="de-DE" sz="2800" dirty="0">
                <a:solidFill>
                  <a:srgbClr val="6193CD"/>
                </a:solidFill>
              </a:rPr>
              <a:t> </a:t>
            </a:r>
            <a:r>
              <a:rPr lang="de-DE" sz="2800" dirty="0" err="1">
                <a:solidFill>
                  <a:srgbClr val="6193CD"/>
                </a:solidFill>
              </a:rPr>
              <a:t>dominates</a:t>
            </a:r>
            <a:br>
              <a:rPr lang="de-DE" sz="2800" dirty="0">
                <a:solidFill>
                  <a:srgbClr val="6193CD"/>
                </a:solidFill>
              </a:rPr>
            </a:br>
            <a:r>
              <a:rPr lang="de-DE" sz="2800" dirty="0" err="1">
                <a:solidFill>
                  <a:srgbClr val="6193CD"/>
                </a:solidFill>
              </a:rPr>
              <a:t>across</a:t>
            </a:r>
            <a:r>
              <a:rPr lang="de-DE" sz="2800" dirty="0">
                <a:solidFill>
                  <a:srgbClr val="6193CD"/>
                </a:solidFill>
              </a:rPr>
              <a:t> all </a:t>
            </a:r>
            <a:r>
              <a:rPr lang="de-DE" sz="2800" dirty="0" err="1">
                <a:solidFill>
                  <a:srgbClr val="6193CD"/>
                </a:solidFill>
              </a:rPr>
              <a:t>problem</a:t>
            </a:r>
            <a:r>
              <a:rPr lang="de-DE" sz="2800" dirty="0">
                <a:solidFill>
                  <a:srgbClr val="6193CD"/>
                </a:solidFill>
              </a:rPr>
              <a:t> </a:t>
            </a:r>
            <a:r>
              <a:rPr lang="de-DE" sz="2800" dirty="0" err="1">
                <a:solidFill>
                  <a:srgbClr val="6193CD"/>
                </a:solidFill>
              </a:rPr>
              <a:t>types</a:t>
            </a:r>
            <a:r>
              <a:rPr lang="de-DE" sz="2800" dirty="0">
                <a:solidFill>
                  <a:srgbClr val="6193CD"/>
                </a:solidFill>
              </a:rPr>
              <a:t>.“</a:t>
            </a:r>
          </a:p>
        </p:txBody>
      </p:sp>
    </p:spTree>
    <p:extLst>
      <p:ext uri="{BB962C8B-B14F-4D97-AF65-F5344CB8AC3E}">
        <p14:creationId xmlns:p14="http://schemas.microsoft.com/office/powerpoint/2010/main" val="3477223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78E273E-1113-2F18-D97A-58AB53E285A4}"/>
              </a:ext>
            </a:extLst>
          </p:cNvPr>
          <p:cNvSpPr>
            <a:spLocks noGrp="1"/>
          </p:cNvSpPr>
          <p:nvPr>
            <p:ph type="body" sz="quarter" idx="10"/>
          </p:nvPr>
        </p:nvSpPr>
        <p:spPr/>
        <p:txBody>
          <a:bodyPr/>
          <a:lstStyle/>
          <a:p>
            <a:r>
              <a:rPr lang="de-DE"/>
              <a:t>04</a:t>
            </a:r>
          </a:p>
        </p:txBody>
      </p:sp>
      <p:sp>
        <p:nvSpPr>
          <p:cNvPr id="3" name="Textplatzhalter 2">
            <a:extLst>
              <a:ext uri="{FF2B5EF4-FFF2-40B4-BE49-F238E27FC236}">
                <a16:creationId xmlns:a16="http://schemas.microsoft.com/office/drawing/2014/main" id="{920450A1-9774-3F96-DBE9-351518736EFA}"/>
              </a:ext>
            </a:extLst>
          </p:cNvPr>
          <p:cNvSpPr>
            <a:spLocks noGrp="1"/>
          </p:cNvSpPr>
          <p:nvPr>
            <p:ph type="body" sz="quarter" idx="11"/>
          </p:nvPr>
        </p:nvSpPr>
        <p:spPr/>
        <p:txBody>
          <a:bodyPr/>
          <a:lstStyle/>
          <a:p>
            <a:r>
              <a:rPr lang="de-DE"/>
              <a:t>Integration und MCP</a:t>
            </a:r>
          </a:p>
        </p:txBody>
      </p:sp>
      <p:sp>
        <p:nvSpPr>
          <p:cNvPr id="15200" name="Inhalt: Daten und Funktionen zwischen Systemen verfüg">
            <a:extLst>
              <a:ext uri="{FF2B5EF4-FFF2-40B4-BE49-F238E27FC236}">
                <a16:creationId xmlns:a16="http://schemas.microsoft.com/office/drawing/2014/main" id="{C27BE1E3-4B83-4BA5-AC97-8F131DDEB5EB}"/>
              </a:ext>
            </a:extLst>
          </p:cNvPr>
          <p:cNvSpPr>
            <a:spLocks noGrp="1"/>
          </p:cNvSpPr>
          <p:nvPr/>
        </p:nvSpPr>
        <p:spPr>
          <a:xfrm>
            <a:off x="1200150" y="4381500"/>
            <a:ext cx="10382250" cy="819150"/>
          </a:xfrm>
          <a:prstGeom prst="rect">
            <a:avLst/>
          </a:prstGeom>
          <a:noFill/>
          <a:ln w="0">
            <a:noFill/>
          </a:ln>
        </p:spPr>
        <p:txBody>
          <a:bodyPr wrap="square" lIns="0" tIns="0" rIns="0" bIns="0" anchor="t">
            <a:noAutofit/>
          </a:bodyPr>
          <a:lstStyle/>
          <a:p>
            <a:pPr>
              <a:defRPr sz="2100" b="0">
                <a:solidFill>
                  <a:srgbClr val="586165"/>
                </a:solidFill>
                <a:latin typeface="Arial"/>
                <a:ea typeface="Arial"/>
                <a:cs typeface="Arial"/>
              </a:defRPr>
            </a:pPr>
            <a:r>
              <a:rPr sz="2100" b="0">
                <a:solidFill>
                  <a:srgbClr val="586165"/>
                </a:solidFill>
                <a:latin typeface="Arial"/>
                <a:ea typeface="Arial"/>
                <a:cs typeface="Arial"/>
              </a:rPr>
              <a:t>Daten anbinden und Funktionen kontrolliert aufrufen</a:t>
            </a:r>
          </a:p>
        </p:txBody>
      </p:sp>
    </p:spTree>
    <p:extLst>
      <p:ext uri="{BB962C8B-B14F-4D97-AF65-F5344CB8AC3E}">
        <p14:creationId xmlns:p14="http://schemas.microsoft.com/office/powerpoint/2010/main" val="3113503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23</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Die Landkarte der Integrationsmuster</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a:xfrm>
            <a:off x="282500" y="704638"/>
            <a:ext cx="9532381" cy="221599"/>
          </a:xfrm>
        </p:spPr>
        <p:txBody>
          <a:bodyPr/>
          <a:lstStyle/>
          <a:p>
            <a:r>
              <a:rPr lang="de-DE" dirty="0"/>
              <a:t>Integration </a:t>
            </a:r>
            <a:r>
              <a:rPr lang="de-DE" dirty="0" err="1"/>
              <a:t>Taxonomy</a:t>
            </a:r>
            <a:endParaRPr lang="de-DE" dirty="0"/>
          </a:p>
        </p:txBody>
      </p:sp>
      <p:graphicFrame>
        <p:nvGraphicFramePr>
          <p:cNvPr id="6" name="Diagramm 5">
            <a:extLst>
              <a:ext uri="{FF2B5EF4-FFF2-40B4-BE49-F238E27FC236}">
                <a16:creationId xmlns:a16="http://schemas.microsoft.com/office/drawing/2014/main" id="{8126332B-4630-C518-CE03-5FA1EAFA73EF}"/>
              </a:ext>
            </a:extLst>
          </p:cNvPr>
          <p:cNvGraphicFramePr/>
          <p:nvPr/>
        </p:nvGraphicFramePr>
        <p:xfrm>
          <a:off x="889000" y="1113366"/>
          <a:ext cx="4419600" cy="20425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 6">
            <a:extLst>
              <a:ext uri="{FF2B5EF4-FFF2-40B4-BE49-F238E27FC236}">
                <a16:creationId xmlns:a16="http://schemas.microsoft.com/office/drawing/2014/main" id="{4F6E1E90-6D31-E61D-CF30-CB2B7B4EBEB9}"/>
              </a:ext>
            </a:extLst>
          </p:cNvPr>
          <p:cNvGraphicFramePr/>
          <p:nvPr/>
        </p:nvGraphicFramePr>
        <p:xfrm>
          <a:off x="889000" y="2002366"/>
          <a:ext cx="4419600" cy="204258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m 8">
            <a:extLst>
              <a:ext uri="{FF2B5EF4-FFF2-40B4-BE49-F238E27FC236}">
                <a16:creationId xmlns:a16="http://schemas.microsoft.com/office/drawing/2014/main" id="{366B6556-2DAB-5BA3-DD81-30CD2FE658C6}"/>
              </a:ext>
            </a:extLst>
          </p:cNvPr>
          <p:cNvGraphicFramePr/>
          <p:nvPr/>
        </p:nvGraphicFramePr>
        <p:xfrm>
          <a:off x="9290050" y="1739899"/>
          <a:ext cx="2717800" cy="461009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3" name="Diagramm 12">
            <a:extLst>
              <a:ext uri="{FF2B5EF4-FFF2-40B4-BE49-F238E27FC236}">
                <a16:creationId xmlns:a16="http://schemas.microsoft.com/office/drawing/2014/main" id="{DA6C72D1-676D-8D5E-01B3-5DF6DB266DAF}"/>
              </a:ext>
            </a:extLst>
          </p:cNvPr>
          <p:cNvGraphicFramePr/>
          <p:nvPr/>
        </p:nvGraphicFramePr>
        <p:xfrm>
          <a:off x="7169150" y="1739898"/>
          <a:ext cx="2717800" cy="4610099"/>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4" name="Textfeld 13">
            <a:extLst>
              <a:ext uri="{FF2B5EF4-FFF2-40B4-BE49-F238E27FC236}">
                <a16:creationId xmlns:a16="http://schemas.microsoft.com/office/drawing/2014/main" id="{9BABA95F-D982-0F6A-BD10-B979E92FE18C}"/>
              </a:ext>
            </a:extLst>
          </p:cNvPr>
          <p:cNvSpPr txBox="1"/>
          <p:nvPr/>
        </p:nvSpPr>
        <p:spPr>
          <a:xfrm>
            <a:off x="7727950" y="1095877"/>
            <a:ext cx="1193800" cy="553998"/>
          </a:xfrm>
          <a:prstGeom prst="rect">
            <a:avLst/>
          </a:prstGeom>
          <a:noFill/>
        </p:spPr>
        <p:txBody>
          <a:bodyPr wrap="square" lIns="0" tIns="0" rIns="0" bIns="0" rtlCol="0">
            <a:spAutoFit/>
          </a:bodyPr>
          <a:lstStyle/>
          <a:p>
            <a:pPr algn="ctr"/>
            <a:r>
              <a:rPr lang="de-DE" dirty="0"/>
              <a:t>ETL/ ELT /CDC</a:t>
            </a:r>
          </a:p>
        </p:txBody>
      </p:sp>
      <p:sp>
        <p:nvSpPr>
          <p:cNvPr id="15" name="Textfeld 14">
            <a:extLst>
              <a:ext uri="{FF2B5EF4-FFF2-40B4-BE49-F238E27FC236}">
                <a16:creationId xmlns:a16="http://schemas.microsoft.com/office/drawing/2014/main" id="{FCD5B329-C289-306B-3F12-D0807EDC6AE2}"/>
              </a:ext>
            </a:extLst>
          </p:cNvPr>
          <p:cNvSpPr txBox="1"/>
          <p:nvPr/>
        </p:nvSpPr>
        <p:spPr>
          <a:xfrm>
            <a:off x="9207500" y="1095877"/>
            <a:ext cx="2470150" cy="553998"/>
          </a:xfrm>
          <a:prstGeom prst="rect">
            <a:avLst/>
          </a:prstGeom>
          <a:noFill/>
        </p:spPr>
        <p:txBody>
          <a:bodyPr wrap="square" lIns="0" tIns="0" rIns="0" bIns="0" rtlCol="0">
            <a:spAutoFit/>
          </a:bodyPr>
          <a:lstStyle/>
          <a:p>
            <a:pPr algn="ctr"/>
            <a:r>
              <a:rPr lang="de-DE" dirty="0"/>
              <a:t>Events/ Messaging/ </a:t>
            </a:r>
            <a:r>
              <a:rPr lang="de-DE" dirty="0" err="1"/>
              <a:t>Webhooks</a:t>
            </a:r>
            <a:endParaRPr lang="de-DE" dirty="0"/>
          </a:p>
        </p:txBody>
      </p:sp>
      <p:sp>
        <p:nvSpPr>
          <p:cNvPr id="16" name="Textfeld 15">
            <a:extLst>
              <a:ext uri="{FF2B5EF4-FFF2-40B4-BE49-F238E27FC236}">
                <a16:creationId xmlns:a16="http://schemas.microsoft.com/office/drawing/2014/main" id="{C7ADEB9F-20AE-F706-7382-87DDF9DCA777}"/>
              </a:ext>
            </a:extLst>
          </p:cNvPr>
          <p:cNvSpPr txBox="1"/>
          <p:nvPr/>
        </p:nvSpPr>
        <p:spPr>
          <a:xfrm>
            <a:off x="2209800" y="1290759"/>
            <a:ext cx="1778000" cy="276999"/>
          </a:xfrm>
          <a:prstGeom prst="rect">
            <a:avLst/>
          </a:prstGeom>
          <a:noFill/>
        </p:spPr>
        <p:txBody>
          <a:bodyPr wrap="square" lIns="0" tIns="0" rIns="0" bIns="0" rtlCol="0">
            <a:spAutoFit/>
          </a:bodyPr>
          <a:lstStyle/>
          <a:p>
            <a:pPr algn="ctr"/>
            <a:r>
              <a:rPr lang="de-DE" dirty="0"/>
              <a:t>API</a:t>
            </a:r>
          </a:p>
        </p:txBody>
      </p:sp>
      <p:graphicFrame>
        <p:nvGraphicFramePr>
          <p:cNvPr id="17" name="Diagramm 16">
            <a:extLst>
              <a:ext uri="{FF2B5EF4-FFF2-40B4-BE49-F238E27FC236}">
                <a16:creationId xmlns:a16="http://schemas.microsoft.com/office/drawing/2014/main" id="{8D1066A1-1713-8D06-DA38-032A0595DE9F}"/>
              </a:ext>
            </a:extLst>
          </p:cNvPr>
          <p:cNvGraphicFramePr/>
          <p:nvPr/>
        </p:nvGraphicFramePr>
        <p:xfrm>
          <a:off x="889000" y="3225800"/>
          <a:ext cx="3409950" cy="3806457"/>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5" name="Diagramm 4">
            <a:extLst>
              <a:ext uri="{FF2B5EF4-FFF2-40B4-BE49-F238E27FC236}">
                <a16:creationId xmlns:a16="http://schemas.microsoft.com/office/drawing/2014/main" id="{161DCF6E-905D-6528-A2E5-FF49EF78DC01}"/>
              </a:ext>
            </a:extLst>
          </p:cNvPr>
          <p:cNvGraphicFramePr/>
          <p:nvPr/>
        </p:nvGraphicFramePr>
        <p:xfrm>
          <a:off x="5819775" y="4724611"/>
          <a:ext cx="5289550" cy="1428751"/>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8" name="Textfeld 7">
            <a:extLst>
              <a:ext uri="{FF2B5EF4-FFF2-40B4-BE49-F238E27FC236}">
                <a16:creationId xmlns:a16="http://schemas.microsoft.com/office/drawing/2014/main" id="{D85CB667-7DFD-A12B-9091-53263BB39F89}"/>
              </a:ext>
            </a:extLst>
          </p:cNvPr>
          <p:cNvSpPr txBox="1"/>
          <p:nvPr/>
        </p:nvSpPr>
        <p:spPr>
          <a:xfrm>
            <a:off x="1568450" y="3818748"/>
            <a:ext cx="2051050" cy="276999"/>
          </a:xfrm>
          <a:prstGeom prst="rect">
            <a:avLst/>
          </a:prstGeom>
          <a:noFill/>
        </p:spPr>
        <p:txBody>
          <a:bodyPr wrap="square" lIns="0" tIns="0" rIns="0" bIns="0" rtlCol="0">
            <a:spAutoFit/>
          </a:bodyPr>
          <a:lstStyle/>
          <a:p>
            <a:pPr algn="ctr"/>
            <a:r>
              <a:rPr lang="de-DE" dirty="0"/>
              <a:t>Middleware / iPaaS</a:t>
            </a:r>
          </a:p>
        </p:txBody>
      </p:sp>
      <p:sp>
        <p:nvSpPr>
          <p:cNvPr id="10" name="Textfeld 9">
            <a:extLst>
              <a:ext uri="{FF2B5EF4-FFF2-40B4-BE49-F238E27FC236}">
                <a16:creationId xmlns:a16="http://schemas.microsoft.com/office/drawing/2014/main" id="{3B3D8430-2979-8DF0-06B3-852F9A5618BA}"/>
              </a:ext>
            </a:extLst>
          </p:cNvPr>
          <p:cNvSpPr txBox="1"/>
          <p:nvPr/>
        </p:nvSpPr>
        <p:spPr>
          <a:xfrm>
            <a:off x="7804150" y="4527975"/>
            <a:ext cx="1320800" cy="276999"/>
          </a:xfrm>
          <a:prstGeom prst="rect">
            <a:avLst/>
          </a:prstGeom>
          <a:noFill/>
        </p:spPr>
        <p:txBody>
          <a:bodyPr wrap="square" lIns="0" tIns="0" rIns="0" bIns="0" rtlCol="0">
            <a:spAutoFit/>
          </a:bodyPr>
          <a:lstStyle/>
          <a:p>
            <a:pPr algn="ctr"/>
            <a:r>
              <a:rPr lang="de-DE" dirty="0"/>
              <a:t>MCP</a:t>
            </a:r>
            <a:endParaRPr lang="de-DE" sz="1400" dirty="0"/>
          </a:p>
        </p:txBody>
      </p:sp>
    </p:spTree>
    <p:extLst>
      <p:ext uri="{BB962C8B-B14F-4D97-AF65-F5344CB8AC3E}">
        <p14:creationId xmlns:p14="http://schemas.microsoft.com/office/powerpoint/2010/main" val="4109958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24</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API basierte Integration</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Integration </a:t>
            </a:r>
            <a:r>
              <a:rPr lang="de-DE" dirty="0" err="1"/>
              <a:t>Taxonomy</a:t>
            </a:r>
            <a:endParaRPr lang="de-DE" dirty="0"/>
          </a:p>
        </p:txBody>
      </p:sp>
      <p:graphicFrame>
        <p:nvGraphicFramePr>
          <p:cNvPr id="6" name="Diagramm 5">
            <a:extLst>
              <a:ext uri="{FF2B5EF4-FFF2-40B4-BE49-F238E27FC236}">
                <a16:creationId xmlns:a16="http://schemas.microsoft.com/office/drawing/2014/main" id="{122D70DB-AC41-FCEB-76BF-FA59473D439F}"/>
              </a:ext>
            </a:extLst>
          </p:cNvPr>
          <p:cNvGraphicFramePr/>
          <p:nvPr/>
        </p:nvGraphicFramePr>
        <p:xfrm>
          <a:off x="3441700" y="699364"/>
          <a:ext cx="5816600" cy="53826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feld 6">
            <a:extLst>
              <a:ext uri="{FF2B5EF4-FFF2-40B4-BE49-F238E27FC236}">
                <a16:creationId xmlns:a16="http://schemas.microsoft.com/office/drawing/2014/main" id="{81041292-1FCC-0217-C8DB-0F5BA9961368}"/>
              </a:ext>
            </a:extLst>
          </p:cNvPr>
          <p:cNvSpPr txBox="1"/>
          <p:nvPr/>
        </p:nvSpPr>
        <p:spPr>
          <a:xfrm>
            <a:off x="8731249" y="2898263"/>
            <a:ext cx="2868871" cy="984885"/>
          </a:xfrm>
          <a:prstGeom prst="rect">
            <a:avLst/>
          </a:prstGeom>
          <a:noFill/>
        </p:spPr>
        <p:txBody>
          <a:bodyPr wrap="square" lIns="0" tIns="0" rIns="0" bIns="0" rtlCol="0">
            <a:spAutoFit/>
          </a:bodyPr>
          <a:lstStyle/>
          <a:p>
            <a:pPr algn="l"/>
            <a:r>
              <a:rPr lang="de-DE" sz="1600" dirty="0"/>
              <a:t>GET            -&gt; lesen</a:t>
            </a:r>
          </a:p>
          <a:p>
            <a:pPr algn="l"/>
            <a:r>
              <a:rPr lang="de-DE" sz="1600" dirty="0"/>
              <a:t>POST          -&gt; erstellen</a:t>
            </a:r>
          </a:p>
          <a:p>
            <a:pPr algn="l"/>
            <a:r>
              <a:rPr lang="de-DE" sz="1600" dirty="0"/>
              <a:t>PUT/PATCH  -&gt; aktualisieren</a:t>
            </a:r>
          </a:p>
          <a:p>
            <a:pPr algn="l"/>
            <a:r>
              <a:rPr lang="de-DE" sz="1600" dirty="0"/>
              <a:t>DELETE        -&gt; löschen</a:t>
            </a:r>
          </a:p>
        </p:txBody>
      </p:sp>
      <p:sp>
        <p:nvSpPr>
          <p:cNvPr id="8" name="Textfeld 7">
            <a:extLst>
              <a:ext uri="{FF2B5EF4-FFF2-40B4-BE49-F238E27FC236}">
                <a16:creationId xmlns:a16="http://schemas.microsoft.com/office/drawing/2014/main" id="{5AA64F7C-35A2-D24E-FC12-BC8BA1D680DB}"/>
              </a:ext>
            </a:extLst>
          </p:cNvPr>
          <p:cNvSpPr txBox="1"/>
          <p:nvPr/>
        </p:nvSpPr>
        <p:spPr>
          <a:xfrm>
            <a:off x="812800" y="1911350"/>
            <a:ext cx="1428750" cy="677108"/>
          </a:xfrm>
          <a:prstGeom prst="rect">
            <a:avLst/>
          </a:prstGeom>
          <a:noFill/>
        </p:spPr>
        <p:txBody>
          <a:bodyPr wrap="square" lIns="0" tIns="0" rIns="0" bIns="0" rtlCol="0">
            <a:spAutoFit/>
          </a:bodyPr>
          <a:lstStyle/>
          <a:p>
            <a:pPr algn="l"/>
            <a:r>
              <a:rPr lang="de-DE" sz="1600" b="1" dirty="0"/>
              <a:t>REST</a:t>
            </a:r>
            <a:endParaRPr lang="de-DE" sz="1400" b="1" dirty="0"/>
          </a:p>
          <a:p>
            <a:pPr algn="l"/>
            <a:r>
              <a:rPr lang="de-DE" sz="1400" dirty="0"/>
              <a:t>Weit verbreitete Standardfall</a:t>
            </a:r>
          </a:p>
        </p:txBody>
      </p:sp>
      <p:sp>
        <p:nvSpPr>
          <p:cNvPr id="9" name="Textfeld 8">
            <a:extLst>
              <a:ext uri="{FF2B5EF4-FFF2-40B4-BE49-F238E27FC236}">
                <a16:creationId xmlns:a16="http://schemas.microsoft.com/office/drawing/2014/main" id="{1591EB78-49A3-7BA5-0A5F-18031FDD2BC3}"/>
              </a:ext>
            </a:extLst>
          </p:cNvPr>
          <p:cNvSpPr txBox="1"/>
          <p:nvPr/>
        </p:nvSpPr>
        <p:spPr>
          <a:xfrm>
            <a:off x="812800" y="3035300"/>
            <a:ext cx="1428750" cy="1107996"/>
          </a:xfrm>
          <a:prstGeom prst="rect">
            <a:avLst/>
          </a:prstGeom>
          <a:noFill/>
        </p:spPr>
        <p:txBody>
          <a:bodyPr wrap="square" lIns="0" tIns="0" rIns="0" bIns="0" rtlCol="0">
            <a:spAutoFit/>
          </a:bodyPr>
          <a:lstStyle/>
          <a:p>
            <a:pPr algn="l"/>
            <a:r>
              <a:rPr lang="de-DE" sz="1600" b="1" dirty="0" err="1"/>
              <a:t>GraphQL</a:t>
            </a:r>
            <a:endParaRPr lang="de-DE" sz="1400" b="1" dirty="0"/>
          </a:p>
          <a:p>
            <a:pPr algn="l"/>
            <a:r>
              <a:rPr lang="de-DE" sz="1400" dirty="0"/>
              <a:t>Client Kann gezielt angeben, welche Daten benötigt werden.</a:t>
            </a:r>
          </a:p>
        </p:txBody>
      </p:sp>
      <p:sp>
        <p:nvSpPr>
          <p:cNvPr id="10" name="Textfeld 9">
            <a:extLst>
              <a:ext uri="{FF2B5EF4-FFF2-40B4-BE49-F238E27FC236}">
                <a16:creationId xmlns:a16="http://schemas.microsoft.com/office/drawing/2014/main" id="{FF6BCCC6-D636-4A81-B27D-3E88F49DAC22}"/>
              </a:ext>
            </a:extLst>
          </p:cNvPr>
          <p:cNvSpPr txBox="1"/>
          <p:nvPr/>
        </p:nvSpPr>
        <p:spPr>
          <a:xfrm>
            <a:off x="812800" y="4590137"/>
            <a:ext cx="2190750" cy="892552"/>
          </a:xfrm>
          <a:prstGeom prst="rect">
            <a:avLst/>
          </a:prstGeom>
          <a:noFill/>
        </p:spPr>
        <p:txBody>
          <a:bodyPr wrap="square" lIns="0" tIns="0" rIns="0" bIns="0" rtlCol="0">
            <a:spAutoFit/>
          </a:bodyPr>
          <a:lstStyle/>
          <a:p>
            <a:pPr algn="l"/>
            <a:r>
              <a:rPr lang="de-DE" sz="1600" b="1" dirty="0"/>
              <a:t>gRPC</a:t>
            </a:r>
            <a:endParaRPr lang="de-DE" sz="1400" b="1" dirty="0"/>
          </a:p>
          <a:p>
            <a:pPr algn="l"/>
            <a:r>
              <a:rPr lang="de-DE" sz="1400" dirty="0"/>
              <a:t>Vor allem für schnelle interne Service Kommunikation</a:t>
            </a:r>
          </a:p>
        </p:txBody>
      </p:sp>
    </p:spTree>
    <p:extLst>
      <p:ext uri="{BB962C8B-B14F-4D97-AF65-F5344CB8AC3E}">
        <p14:creationId xmlns:p14="http://schemas.microsoft.com/office/powerpoint/2010/main" val="176687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25</a:t>
            </a:fld>
            <a:endParaRPr lang="en-US"/>
          </a:p>
        </p:txBody>
      </p:sp>
      <p:sp>
        <p:nvSpPr>
          <p:cNvPr id="1005" name="Integrationswege und Einsatzfälle">
            <a:extLst>
              <a:ext uri="{FF2B5EF4-FFF2-40B4-BE49-F238E27FC236}">
                <a16:creationId xmlns:a16="http://schemas.microsoft.com/office/drawing/2014/main" id="{55408950-2E28-4234-83E4-503B02AC5E97}"/>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Integrationswege und Einsatzfälle</a:t>
            </a:r>
          </a:p>
        </p:txBody>
      </p:sp>
      <p:sp>
        <p:nvSpPr>
          <p:cNvPr id="1002" name="04  Integration und MCP">
            <a:extLst>
              <a:ext uri="{FF2B5EF4-FFF2-40B4-BE49-F238E27FC236}">
                <a16:creationId xmlns:a16="http://schemas.microsoft.com/office/drawing/2014/main" id="{92EAD458-EB85-4B64-BC8A-486B4526A331}"/>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04  Integration und MCP</a:t>
            </a:r>
          </a:p>
        </p:txBody>
      </p:sp>
      <p:graphicFrame>
        <p:nvGraphicFramePr>
          <p:cNvPr id="1007" name="Tabelle 1006"/>
          <p:cNvGraphicFramePr/>
          <p:nvPr/>
        </p:nvGraphicFramePr>
        <p:xfrm>
          <a:off x="571500" y="1666875"/>
          <a:ext cx="11049000" cy="3810000"/>
        </p:xfrm>
        <a:graphic>
          <a:graphicData uri="http://schemas.openxmlformats.org/drawingml/2006/table">
            <a:tbl>
              <a:tblPr firstRow="1"/>
              <a:tblGrid>
                <a:gridCol w="3667125">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495300">
                <a:tc>
                  <a:txBody>
                    <a:bodyPr/>
                    <a:lstStyle/>
                    <a:p>
                      <a:r>
                        <a:rPr sz="1725" b="1">
                          <a:solidFill>
                            <a:srgbClr val="FFFFFF"/>
                          </a:solidFill>
                          <a:latin typeface="Arial"/>
                          <a:ea typeface="Arial"/>
                          <a:cs typeface="Arial"/>
                        </a:rPr>
                        <a:t>Bedarf</a:t>
                      </a:r>
                    </a:p>
                  </a:txBody>
                  <a:tcPr anchor="ctr">
                    <a:solidFill>
                      <a:srgbClr val="6193CD"/>
                    </a:solidFill>
                  </a:tcPr>
                </a:tc>
                <a:tc>
                  <a:txBody>
                    <a:bodyPr/>
                    <a:lstStyle/>
                    <a:p>
                      <a:r>
                        <a:rPr sz="1725" b="1">
                          <a:solidFill>
                            <a:srgbClr val="FFFFFF"/>
                          </a:solidFill>
                          <a:latin typeface="Arial"/>
                          <a:ea typeface="Arial"/>
                          <a:cs typeface="Arial"/>
                        </a:rPr>
                        <a:t>Integrationsweg</a:t>
                      </a:r>
                    </a:p>
                  </a:txBody>
                  <a:tcPr anchor="ctr">
                    <a:solidFill>
                      <a:srgbClr val="6193CD"/>
                    </a:solidFill>
                  </a:tcPr>
                </a:tc>
                <a:tc>
                  <a:txBody>
                    <a:bodyPr/>
                    <a:lstStyle/>
                    <a:p>
                      <a:r>
                        <a:rPr sz="1725" b="1">
                          <a:solidFill>
                            <a:srgbClr val="FFFFFF"/>
                          </a:solidFill>
                          <a:latin typeface="Arial"/>
                          <a:ea typeface="Arial"/>
                          <a:cs typeface="Arial"/>
                        </a:rPr>
                        <a:t>Worauf es ankommt</a:t>
                      </a:r>
                    </a:p>
                  </a:txBody>
                  <a:tcPr anchor="ctr">
                    <a:solidFill>
                      <a:srgbClr val="6193CD"/>
                    </a:solidFill>
                  </a:tcPr>
                </a:tc>
                <a:extLst>
                  <a:ext uri="{0D108BD9-81ED-4DB2-BD59-A6C34878D82A}">
                    <a16:rowId xmlns:a16="http://schemas.microsoft.com/office/drawing/2014/main" val="10000"/>
                  </a:ext>
                </a:extLst>
              </a:tr>
              <a:tr h="828675">
                <a:tc>
                  <a:txBody>
                    <a:bodyPr/>
                    <a:lstStyle/>
                    <a:p>
                      <a:r>
                        <a:rPr sz="1725" b="0">
                          <a:solidFill>
                            <a:srgbClr val="586165"/>
                          </a:solidFill>
                          <a:latin typeface="Arial"/>
                          <a:ea typeface="Arial"/>
                          <a:cs typeface="Arial"/>
                        </a:rPr>
                        <a:t>Direkte Antwort zur Anfragezeit</a:t>
                      </a:r>
                    </a:p>
                  </a:txBody>
                  <a:tcPr anchor="ctr">
                    <a:solidFill>
                      <a:srgbClr val="E9EFF7"/>
                    </a:solidFill>
                  </a:tcPr>
                </a:tc>
                <a:tc>
                  <a:txBody>
                    <a:bodyPr/>
                    <a:lstStyle/>
                    <a:p>
                      <a:r>
                        <a:rPr sz="1725" b="0">
                          <a:solidFill>
                            <a:srgbClr val="586165"/>
                          </a:solidFill>
                          <a:latin typeface="Arial"/>
                          <a:ea typeface="Arial"/>
                          <a:cs typeface="Arial"/>
                        </a:rPr>
                        <a:t>API-Aufruf</a:t>
                      </a:r>
                    </a:p>
                  </a:txBody>
                  <a:tcPr anchor="ctr">
                    <a:solidFill>
                      <a:srgbClr val="E9EFF7"/>
                    </a:solidFill>
                  </a:tcPr>
                </a:tc>
                <a:tc>
                  <a:txBody>
                    <a:bodyPr/>
                    <a:lstStyle/>
                    <a:p>
                      <a:r>
                        <a:rPr sz="1725" b="0">
                          <a:solidFill>
                            <a:srgbClr val="586165"/>
                          </a:solidFill>
                          <a:latin typeface="Arial"/>
                          <a:ea typeface="Arial"/>
                          <a:cs typeface="Arial"/>
                        </a:rPr>
                        <a:t>Quelle erreichbar, Rechte und Zeitlimit prüfen</a:t>
                      </a:r>
                    </a:p>
                  </a:txBody>
                  <a:tcPr anchor="ctr">
                    <a:solidFill>
                      <a:srgbClr val="E9EFF7"/>
                    </a:solidFill>
                  </a:tcPr>
                </a:tc>
                <a:extLst>
                  <a:ext uri="{0D108BD9-81ED-4DB2-BD59-A6C34878D82A}">
                    <a16:rowId xmlns:a16="http://schemas.microsoft.com/office/drawing/2014/main" val="10001"/>
                  </a:ext>
                </a:extLst>
              </a:tr>
              <a:tr h="828675">
                <a:tc>
                  <a:txBody>
                    <a:bodyPr/>
                    <a:lstStyle/>
                    <a:p>
                      <a:r>
                        <a:rPr sz="1725" b="0">
                          <a:solidFill>
                            <a:srgbClr val="586165"/>
                          </a:solidFill>
                          <a:latin typeface="Arial"/>
                          <a:ea typeface="Arial"/>
                          <a:cs typeface="Arial"/>
                        </a:rPr>
                        <a:t>Auf Änderungen reagieren</a:t>
                      </a:r>
                    </a:p>
                  </a:txBody>
                  <a:tcPr anchor="ctr">
                    <a:solidFill>
                      <a:srgbClr val="F5F7FA"/>
                    </a:solidFill>
                  </a:tcPr>
                </a:tc>
                <a:tc>
                  <a:txBody>
                    <a:bodyPr/>
                    <a:lstStyle/>
                    <a:p>
                      <a:r>
                        <a:rPr sz="1725" b="0">
                          <a:solidFill>
                            <a:srgbClr val="586165"/>
                          </a:solidFill>
                          <a:latin typeface="Arial"/>
                          <a:ea typeface="Arial"/>
                          <a:cs typeface="Arial"/>
                        </a:rPr>
                        <a:t>Events, Messaging oder Webhook</a:t>
                      </a:r>
                    </a:p>
                  </a:txBody>
                  <a:tcPr anchor="ctr">
                    <a:solidFill>
                      <a:srgbClr val="F5F7FA"/>
                    </a:solidFill>
                  </a:tcPr>
                </a:tc>
                <a:tc>
                  <a:txBody>
                    <a:bodyPr/>
                    <a:lstStyle/>
                    <a:p>
                      <a:r>
                        <a:rPr sz="1725" b="0">
                          <a:solidFill>
                            <a:srgbClr val="586165"/>
                          </a:solidFill>
                          <a:latin typeface="Arial"/>
                          <a:ea typeface="Arial"/>
                          <a:cs typeface="Arial"/>
                        </a:rPr>
                        <a:t>Zustellung, Wiederholung und Verarbeitung absichern</a:t>
                      </a:r>
                    </a:p>
                  </a:txBody>
                  <a:tcPr anchor="ctr">
                    <a:solidFill>
                      <a:srgbClr val="F5F7FA"/>
                    </a:solidFill>
                  </a:tcPr>
                </a:tc>
                <a:extLst>
                  <a:ext uri="{0D108BD9-81ED-4DB2-BD59-A6C34878D82A}">
                    <a16:rowId xmlns:a16="http://schemas.microsoft.com/office/drawing/2014/main" val="10002"/>
                  </a:ext>
                </a:extLst>
              </a:tr>
              <a:tr h="828675">
                <a:tc>
                  <a:txBody>
                    <a:bodyPr/>
                    <a:lstStyle/>
                    <a:p>
                      <a:r>
                        <a:rPr sz="1725" b="0">
                          <a:solidFill>
                            <a:srgbClr val="586165"/>
                          </a:solidFill>
                          <a:latin typeface="Arial"/>
                          <a:ea typeface="Arial"/>
                          <a:cs typeface="Arial"/>
                        </a:rPr>
                        <a:t>Suchbestand aufbauen und erneuern</a:t>
                      </a:r>
                    </a:p>
                  </a:txBody>
                  <a:tcPr anchor="ctr">
                    <a:solidFill>
                      <a:srgbClr val="E9EFF7"/>
                    </a:solidFill>
                  </a:tcPr>
                </a:tc>
                <a:tc>
                  <a:txBody>
                    <a:bodyPr/>
                    <a:lstStyle/>
                    <a:p>
                      <a:r>
                        <a:rPr sz="1725" b="0">
                          <a:solidFill>
                            <a:srgbClr val="586165"/>
                          </a:solidFill>
                          <a:latin typeface="Arial"/>
                          <a:ea typeface="Arial"/>
                          <a:cs typeface="Arial"/>
                        </a:rPr>
                        <a:t>Datenübernahme mit ETL oder ELT</a:t>
                      </a:r>
                    </a:p>
                  </a:txBody>
                  <a:tcPr anchor="ctr">
                    <a:solidFill>
                      <a:srgbClr val="E9EFF7"/>
                    </a:solidFill>
                  </a:tcPr>
                </a:tc>
                <a:tc>
                  <a:txBody>
                    <a:bodyPr/>
                    <a:lstStyle/>
                    <a:p>
                      <a:r>
                        <a:rPr sz="1725" b="0">
                          <a:solidFill>
                            <a:srgbClr val="586165"/>
                          </a:solidFill>
                          <a:latin typeface="Arial"/>
                          <a:ea typeface="Arial"/>
                          <a:cs typeface="Arial"/>
                        </a:rPr>
                        <a:t>Datenstand und Verarbeitungsregeln festlegen</a:t>
                      </a:r>
                    </a:p>
                  </a:txBody>
                  <a:tcPr anchor="ctr">
                    <a:solidFill>
                      <a:srgbClr val="E9EFF7"/>
                    </a:solidFill>
                  </a:tcPr>
                </a:tc>
                <a:extLst>
                  <a:ext uri="{0D108BD9-81ED-4DB2-BD59-A6C34878D82A}">
                    <a16:rowId xmlns:a16="http://schemas.microsoft.com/office/drawing/2014/main" val="10003"/>
                  </a:ext>
                </a:extLst>
              </a:tr>
              <a:tr h="828675">
                <a:tc>
                  <a:txBody>
                    <a:bodyPr/>
                    <a:lstStyle/>
                    <a:p>
                      <a:r>
                        <a:rPr sz="1725" b="0">
                          <a:solidFill>
                            <a:srgbClr val="586165"/>
                          </a:solidFill>
                          <a:latin typeface="Arial"/>
                          <a:ea typeface="Arial"/>
                          <a:cs typeface="Arial"/>
                        </a:rPr>
                        <a:t>Einzelne Datenänderungen übernehmen</a:t>
                      </a:r>
                    </a:p>
                  </a:txBody>
                  <a:tcPr anchor="ctr">
                    <a:solidFill>
                      <a:srgbClr val="F5F7FA"/>
                    </a:solidFill>
                  </a:tcPr>
                </a:tc>
                <a:tc>
                  <a:txBody>
                    <a:bodyPr/>
                    <a:lstStyle/>
                    <a:p>
                      <a:r>
                        <a:rPr sz="1725" b="0">
                          <a:solidFill>
                            <a:srgbClr val="586165"/>
                          </a:solidFill>
                          <a:latin typeface="Arial"/>
                          <a:ea typeface="Arial"/>
                          <a:cs typeface="Arial"/>
                        </a:rPr>
                        <a:t>CDC, sofern verfügbar</a:t>
                      </a:r>
                    </a:p>
                  </a:txBody>
                  <a:tcPr anchor="ctr">
                    <a:solidFill>
                      <a:srgbClr val="F5F7FA"/>
                    </a:solidFill>
                  </a:tcPr>
                </a:tc>
                <a:tc>
                  <a:txBody>
                    <a:bodyPr/>
                    <a:lstStyle/>
                    <a:p>
                      <a:r>
                        <a:rPr sz="1725" b="0">
                          <a:solidFill>
                            <a:srgbClr val="586165"/>
                          </a:solidFill>
                          <a:latin typeface="Arial"/>
                          <a:ea typeface="Arial"/>
                          <a:cs typeface="Arial"/>
                        </a:rPr>
                        <a:t>Änderungen und Löschungen zuverlässig verarbeiten</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04" name="MCP stellt der KI-Anwendung freigegebene Tools über einen einheitliche">
            <a:extLst>
              <a:ext uri="{FF2B5EF4-FFF2-40B4-BE49-F238E27FC236}">
                <a16:creationId xmlns:a16="http://schemas.microsoft.com/office/drawing/2014/main" id="{6E850565-2213-4135-9898-AC7A84398B2B}"/>
              </a:ext>
            </a:extLst>
          </p:cNvPr>
          <p:cNvSpPr>
            <a:spLocks noGrp="1"/>
          </p:cNvSpPr>
          <p:nvPr/>
        </p:nvSpPr>
        <p:spPr>
          <a:xfrm>
            <a:off x="571500" y="5886450"/>
            <a:ext cx="11049000" cy="523875"/>
          </a:xfrm>
          <a:prstGeom prst="rect">
            <a:avLst/>
          </a:prstGeom>
          <a:noFill/>
          <a:ln w="0">
            <a:noFill/>
          </a:ln>
        </p:spPr>
        <p:txBody>
          <a:bodyPr wrap="square" lIns="0" tIns="0" rIns="0" bIns="0" anchor="t">
            <a:noAutofit/>
          </a:bodyPr>
          <a:lstStyle/>
          <a:p>
            <a:pPr algn="l">
              <a:defRPr sz="1650" b="0">
                <a:solidFill>
                  <a:srgbClr val="3D6DA8"/>
                </a:solidFill>
                <a:latin typeface="Arial"/>
                <a:ea typeface="Arial"/>
                <a:cs typeface="Arial"/>
              </a:defRPr>
            </a:pPr>
            <a:r>
              <a:rPr sz="1650" b="0">
                <a:solidFill>
                  <a:srgbClr val="3D6DA8"/>
                </a:solidFill>
                <a:latin typeface="Arial"/>
                <a:ea typeface="Arial"/>
                <a:cs typeface="Arial"/>
              </a:rPr>
              <a:t>MCP stellt der KI-Anwendung freigegebene Tools über einen einheitlichen Vertrag bereit.</a:t>
            </a:r>
          </a:p>
        </p:txBody>
      </p:sp>
    </p:spTree>
    <p:extLst>
      <p:ext uri="{BB962C8B-B14F-4D97-AF65-F5344CB8AC3E}">
        <p14:creationId xmlns:p14="http://schemas.microsoft.com/office/powerpoint/2010/main" val="1408768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26</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Synchrone und asynchrone Integration</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Integration </a:t>
            </a:r>
            <a:r>
              <a:rPr lang="de-DE" dirty="0" err="1"/>
              <a:t>Taxonomy</a:t>
            </a:r>
            <a:endParaRPr lang="de-DE" dirty="0"/>
          </a:p>
        </p:txBody>
      </p:sp>
      <p:graphicFrame>
        <p:nvGraphicFramePr>
          <p:cNvPr id="6" name="Diagramm 5">
            <a:extLst>
              <a:ext uri="{FF2B5EF4-FFF2-40B4-BE49-F238E27FC236}">
                <a16:creationId xmlns:a16="http://schemas.microsoft.com/office/drawing/2014/main" id="{AB3C6065-54F2-29AA-2918-838764DA077D}"/>
              </a:ext>
            </a:extLst>
          </p:cNvPr>
          <p:cNvGraphicFramePr/>
          <p:nvPr/>
        </p:nvGraphicFramePr>
        <p:xfrm>
          <a:off x="1136650" y="1843617"/>
          <a:ext cx="2647950" cy="40428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feld 6">
            <a:extLst>
              <a:ext uri="{FF2B5EF4-FFF2-40B4-BE49-F238E27FC236}">
                <a16:creationId xmlns:a16="http://schemas.microsoft.com/office/drawing/2014/main" id="{96764AF8-BC04-BC85-F3A7-23A27762D3BC}"/>
              </a:ext>
            </a:extLst>
          </p:cNvPr>
          <p:cNvSpPr txBox="1"/>
          <p:nvPr/>
        </p:nvSpPr>
        <p:spPr>
          <a:xfrm>
            <a:off x="1349375" y="1337449"/>
            <a:ext cx="2222500" cy="276999"/>
          </a:xfrm>
          <a:prstGeom prst="rect">
            <a:avLst/>
          </a:prstGeom>
          <a:noFill/>
        </p:spPr>
        <p:txBody>
          <a:bodyPr wrap="square" lIns="0" tIns="0" rIns="0" bIns="0" rtlCol="0">
            <a:spAutoFit/>
          </a:bodyPr>
          <a:lstStyle/>
          <a:p>
            <a:pPr algn="ctr"/>
            <a:r>
              <a:rPr lang="de-DE" b="1" dirty="0"/>
              <a:t>Synchron</a:t>
            </a:r>
            <a:endParaRPr lang="de-DE" sz="2000" b="1" dirty="0"/>
          </a:p>
        </p:txBody>
      </p:sp>
      <p:graphicFrame>
        <p:nvGraphicFramePr>
          <p:cNvPr id="8" name="Diagramm 7">
            <a:extLst>
              <a:ext uri="{FF2B5EF4-FFF2-40B4-BE49-F238E27FC236}">
                <a16:creationId xmlns:a16="http://schemas.microsoft.com/office/drawing/2014/main" id="{866ABAF0-CD7E-6AF9-F608-B5EDCA230B47}"/>
              </a:ext>
            </a:extLst>
          </p:cNvPr>
          <p:cNvGraphicFramePr/>
          <p:nvPr/>
        </p:nvGraphicFramePr>
        <p:xfrm>
          <a:off x="7689850" y="1843617"/>
          <a:ext cx="2730500" cy="450638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Textfeld 8">
            <a:extLst>
              <a:ext uri="{FF2B5EF4-FFF2-40B4-BE49-F238E27FC236}">
                <a16:creationId xmlns:a16="http://schemas.microsoft.com/office/drawing/2014/main" id="{543B860B-4B4B-6F88-FDC3-2A1E870D08D1}"/>
              </a:ext>
            </a:extLst>
          </p:cNvPr>
          <p:cNvSpPr txBox="1"/>
          <p:nvPr/>
        </p:nvSpPr>
        <p:spPr>
          <a:xfrm>
            <a:off x="7943850" y="1337448"/>
            <a:ext cx="2222500" cy="276999"/>
          </a:xfrm>
          <a:prstGeom prst="rect">
            <a:avLst/>
          </a:prstGeom>
          <a:noFill/>
        </p:spPr>
        <p:txBody>
          <a:bodyPr wrap="square" lIns="0" tIns="0" rIns="0" bIns="0" rtlCol="0">
            <a:spAutoFit/>
          </a:bodyPr>
          <a:lstStyle/>
          <a:p>
            <a:pPr algn="ctr"/>
            <a:r>
              <a:rPr lang="de-DE" b="1" dirty="0"/>
              <a:t>Asynchron</a:t>
            </a:r>
            <a:endParaRPr lang="de-DE" sz="2000" b="1" dirty="0"/>
          </a:p>
        </p:txBody>
      </p:sp>
    </p:spTree>
    <p:extLst>
      <p:ext uri="{BB962C8B-B14F-4D97-AF65-F5344CB8AC3E}">
        <p14:creationId xmlns:p14="http://schemas.microsoft.com/office/powerpoint/2010/main" val="4218806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B7D5D55-9444-8829-B2FD-812CF9A6F118}"/>
              </a:ext>
            </a:extLst>
          </p:cNvPr>
          <p:cNvSpPr>
            <a:spLocks noGrp="1"/>
          </p:cNvSpPr>
          <p:nvPr>
            <p:ph type="sldNum" sz="quarter" idx="4"/>
          </p:nvPr>
        </p:nvSpPr>
        <p:spPr/>
        <p:txBody>
          <a:bodyPr/>
          <a:lstStyle/>
          <a:p>
            <a:fld id="{BA161025-98FF-4C1D-96AB-5CF6019945BE}" type="slidenum">
              <a:rPr lang="en-US" smtClean="0"/>
              <a:pPr/>
              <a:t>27</a:t>
            </a:fld>
            <a:endParaRPr lang="en-US"/>
          </a:p>
        </p:txBody>
      </p:sp>
      <p:graphicFrame>
        <p:nvGraphicFramePr>
          <p:cNvPr id="6" name="Tabelle 5">
            <a:extLst>
              <a:ext uri="{FF2B5EF4-FFF2-40B4-BE49-F238E27FC236}">
                <a16:creationId xmlns:a16="http://schemas.microsoft.com/office/drawing/2014/main" id="{72E8AA3E-B99E-06B3-0D50-26095E5E74C1}"/>
              </a:ext>
            </a:extLst>
          </p:cNvPr>
          <p:cNvGraphicFramePr>
            <a:graphicFrameLocks noGrp="1"/>
          </p:cNvGraphicFramePr>
          <p:nvPr/>
        </p:nvGraphicFramePr>
        <p:xfrm>
          <a:off x="1095153" y="1935126"/>
          <a:ext cx="9781953" cy="3848988"/>
        </p:xfrm>
        <a:graphic>
          <a:graphicData uri="http://schemas.openxmlformats.org/drawingml/2006/table">
            <a:tbl>
              <a:tblPr firstRow="1" bandRow="1">
                <a:tableStyleId>{5C22544A-7EE6-4342-B048-85BDC9FD1C3A}</a:tableStyleId>
              </a:tblPr>
              <a:tblGrid>
                <a:gridCol w="3260651">
                  <a:extLst>
                    <a:ext uri="{9D8B030D-6E8A-4147-A177-3AD203B41FA5}">
                      <a16:colId xmlns:a16="http://schemas.microsoft.com/office/drawing/2014/main" val="819803840"/>
                    </a:ext>
                  </a:extLst>
                </a:gridCol>
                <a:gridCol w="3260651">
                  <a:extLst>
                    <a:ext uri="{9D8B030D-6E8A-4147-A177-3AD203B41FA5}">
                      <a16:colId xmlns:a16="http://schemas.microsoft.com/office/drawing/2014/main" val="1988548991"/>
                    </a:ext>
                  </a:extLst>
                </a:gridCol>
                <a:gridCol w="3260651">
                  <a:extLst>
                    <a:ext uri="{9D8B030D-6E8A-4147-A177-3AD203B41FA5}">
                      <a16:colId xmlns:a16="http://schemas.microsoft.com/office/drawing/2014/main" val="1581510984"/>
                    </a:ext>
                  </a:extLst>
                </a:gridCol>
              </a:tblGrid>
              <a:tr h="641498">
                <a:tc>
                  <a:txBody>
                    <a:bodyPr/>
                    <a:lstStyle/>
                    <a:p>
                      <a:endParaRPr lang="de-DE"/>
                    </a:p>
                  </a:txBody>
                  <a:tcPr/>
                </a:tc>
                <a:tc>
                  <a:txBody>
                    <a:bodyPr/>
                    <a:lstStyle/>
                    <a:p>
                      <a:r>
                        <a:rPr lang="de-DE" dirty="0"/>
                        <a:t>Synchron</a:t>
                      </a:r>
                    </a:p>
                  </a:txBody>
                  <a:tcPr/>
                </a:tc>
                <a:tc>
                  <a:txBody>
                    <a:bodyPr/>
                    <a:lstStyle/>
                    <a:p>
                      <a:r>
                        <a:rPr lang="de-DE" dirty="0"/>
                        <a:t>Asynchron</a:t>
                      </a:r>
                    </a:p>
                  </a:txBody>
                  <a:tcPr/>
                </a:tc>
                <a:extLst>
                  <a:ext uri="{0D108BD9-81ED-4DB2-BD59-A6C34878D82A}">
                    <a16:rowId xmlns:a16="http://schemas.microsoft.com/office/drawing/2014/main" val="191153903"/>
                  </a:ext>
                </a:extLst>
              </a:tr>
              <a:tr h="641498">
                <a:tc>
                  <a:txBody>
                    <a:bodyPr/>
                    <a:lstStyle/>
                    <a:p>
                      <a:r>
                        <a:rPr lang="de-DE" dirty="0"/>
                        <a:t>Kommunikation</a:t>
                      </a:r>
                    </a:p>
                  </a:txBody>
                  <a:tcPr/>
                </a:tc>
                <a:tc>
                  <a:txBody>
                    <a:bodyPr/>
                    <a:lstStyle/>
                    <a:p>
                      <a:r>
                        <a:rPr lang="de-DE" dirty="0"/>
                        <a:t>Direkte Anfrage</a:t>
                      </a:r>
                    </a:p>
                  </a:txBody>
                  <a:tcPr/>
                </a:tc>
                <a:tc>
                  <a:txBody>
                    <a:bodyPr/>
                    <a:lstStyle/>
                    <a:p>
                      <a:r>
                        <a:rPr lang="de-DE" dirty="0"/>
                        <a:t>Nachricht / Ereignis</a:t>
                      </a:r>
                    </a:p>
                  </a:txBody>
                  <a:tcPr/>
                </a:tc>
                <a:extLst>
                  <a:ext uri="{0D108BD9-81ED-4DB2-BD59-A6C34878D82A}">
                    <a16:rowId xmlns:a16="http://schemas.microsoft.com/office/drawing/2014/main" val="3470699884"/>
                  </a:ext>
                </a:extLst>
              </a:tr>
              <a:tr h="641498">
                <a:tc>
                  <a:txBody>
                    <a:bodyPr/>
                    <a:lstStyle/>
                    <a:p>
                      <a:r>
                        <a:rPr lang="de-DE" dirty="0"/>
                        <a:t>Wartet der Sender?</a:t>
                      </a:r>
                    </a:p>
                  </a:txBody>
                  <a:tcPr/>
                </a:tc>
                <a:tc>
                  <a:txBody>
                    <a:bodyPr/>
                    <a:lstStyle/>
                    <a:p>
                      <a:r>
                        <a:rPr lang="de-DE" dirty="0"/>
                        <a:t>Ja</a:t>
                      </a:r>
                    </a:p>
                  </a:txBody>
                  <a:tcPr/>
                </a:tc>
                <a:tc>
                  <a:txBody>
                    <a:bodyPr/>
                    <a:lstStyle/>
                    <a:p>
                      <a:r>
                        <a:rPr lang="de-DE" dirty="0"/>
                        <a:t>Normalerweise nein</a:t>
                      </a:r>
                    </a:p>
                  </a:txBody>
                  <a:tcPr/>
                </a:tc>
                <a:extLst>
                  <a:ext uri="{0D108BD9-81ED-4DB2-BD59-A6C34878D82A}">
                    <a16:rowId xmlns:a16="http://schemas.microsoft.com/office/drawing/2014/main" val="1599654503"/>
                  </a:ext>
                </a:extLst>
              </a:tr>
              <a:tr h="641498">
                <a:tc>
                  <a:txBody>
                    <a:bodyPr/>
                    <a:lstStyle/>
                    <a:p>
                      <a:r>
                        <a:rPr lang="de-DE" dirty="0"/>
                        <a:t>Zeitliche Kopplung</a:t>
                      </a:r>
                    </a:p>
                  </a:txBody>
                  <a:tcPr/>
                </a:tc>
                <a:tc>
                  <a:txBody>
                    <a:bodyPr/>
                    <a:lstStyle/>
                    <a:p>
                      <a:r>
                        <a:rPr lang="de-DE" dirty="0"/>
                        <a:t>Höher</a:t>
                      </a:r>
                    </a:p>
                  </a:txBody>
                  <a:tcPr/>
                </a:tc>
                <a:tc>
                  <a:txBody>
                    <a:bodyPr/>
                    <a:lstStyle/>
                    <a:p>
                      <a:r>
                        <a:rPr lang="de-DE" dirty="0"/>
                        <a:t>Geringer</a:t>
                      </a:r>
                    </a:p>
                  </a:txBody>
                  <a:tcPr/>
                </a:tc>
                <a:extLst>
                  <a:ext uri="{0D108BD9-81ED-4DB2-BD59-A6C34878D82A}">
                    <a16:rowId xmlns:a16="http://schemas.microsoft.com/office/drawing/2014/main" val="176989745"/>
                  </a:ext>
                </a:extLst>
              </a:tr>
              <a:tr h="641498">
                <a:tc>
                  <a:txBody>
                    <a:bodyPr/>
                    <a:lstStyle/>
                    <a:p>
                      <a:r>
                        <a:rPr lang="de-DE" dirty="0"/>
                        <a:t>Antwort</a:t>
                      </a:r>
                    </a:p>
                  </a:txBody>
                  <a:tcPr/>
                </a:tc>
                <a:tc>
                  <a:txBody>
                    <a:bodyPr/>
                    <a:lstStyle/>
                    <a:p>
                      <a:r>
                        <a:rPr lang="de-DE" dirty="0"/>
                        <a:t>Unmittelbar erwartet</a:t>
                      </a:r>
                    </a:p>
                  </a:txBody>
                  <a:tcPr/>
                </a:tc>
                <a:tc>
                  <a:txBody>
                    <a:bodyPr/>
                    <a:lstStyle/>
                    <a:p>
                      <a:r>
                        <a:rPr lang="de-DE" dirty="0"/>
                        <a:t>Eventuell später oder gar keine Antwort</a:t>
                      </a:r>
                    </a:p>
                  </a:txBody>
                  <a:tcPr/>
                </a:tc>
                <a:extLst>
                  <a:ext uri="{0D108BD9-81ED-4DB2-BD59-A6C34878D82A}">
                    <a16:rowId xmlns:a16="http://schemas.microsoft.com/office/drawing/2014/main" val="101394810"/>
                  </a:ext>
                </a:extLst>
              </a:tr>
              <a:tr h="641498">
                <a:tc>
                  <a:txBody>
                    <a:bodyPr/>
                    <a:lstStyle/>
                    <a:p>
                      <a:r>
                        <a:rPr lang="de-DE" dirty="0"/>
                        <a:t>Typisches Beispiel</a:t>
                      </a:r>
                    </a:p>
                  </a:txBody>
                  <a:tcPr/>
                </a:tc>
                <a:tc>
                  <a:txBody>
                    <a:bodyPr/>
                    <a:lstStyle/>
                    <a:p>
                      <a:r>
                        <a:rPr lang="de-DE" dirty="0"/>
                        <a:t>API Request</a:t>
                      </a:r>
                    </a:p>
                  </a:txBody>
                  <a:tcPr/>
                </a:tc>
                <a:tc>
                  <a:txBody>
                    <a:bodyPr/>
                    <a:lstStyle/>
                    <a:p>
                      <a:r>
                        <a:rPr lang="de-DE" dirty="0"/>
                        <a:t>Event / Message</a:t>
                      </a:r>
                    </a:p>
                  </a:txBody>
                  <a:tcPr/>
                </a:tc>
                <a:extLst>
                  <a:ext uri="{0D108BD9-81ED-4DB2-BD59-A6C34878D82A}">
                    <a16:rowId xmlns:a16="http://schemas.microsoft.com/office/drawing/2014/main" val="1750032966"/>
                  </a:ext>
                </a:extLst>
              </a:tr>
            </a:tbl>
          </a:graphicData>
        </a:graphic>
      </p:graphicFrame>
      <p:sp>
        <p:nvSpPr>
          <p:cNvPr id="15800" name="Inhalt: Synchron und asynchron im Vergleich">
            <a:extLst>
              <a:ext uri="{FF2B5EF4-FFF2-40B4-BE49-F238E27FC236}">
                <a16:creationId xmlns:a16="http://schemas.microsoft.com/office/drawing/2014/main" id="{D5D776DC-3C7B-498A-8372-BD60C31D2366}"/>
              </a:ext>
            </a:extLst>
          </p:cNvPr>
          <p:cNvSpPr>
            <a:spLocks noGrp="1"/>
          </p:cNvSpPr>
          <p:nvPr/>
        </p:nvSpPr>
        <p:spPr>
          <a:xfrm>
            <a:off x="295275" y="247650"/>
            <a:ext cx="9763125" cy="438150"/>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sz="2400" b="1">
                <a:solidFill>
                  <a:srgbClr val="586165"/>
                </a:solidFill>
                <a:latin typeface="Arial"/>
                <a:ea typeface="Arial"/>
                <a:cs typeface="Arial"/>
              </a:rPr>
              <a:t>Synchron und asynchron im Vergleich</a:t>
            </a:r>
          </a:p>
        </p:txBody>
      </p:sp>
      <p:sp>
        <p:nvSpPr>
          <p:cNvPr id="15801" name="Inhalt: Integration Taxonomy">
            <a:extLst>
              <a:ext uri="{FF2B5EF4-FFF2-40B4-BE49-F238E27FC236}">
                <a16:creationId xmlns:a16="http://schemas.microsoft.com/office/drawing/2014/main" id="{9B9723F2-47E5-4C13-85C5-14B883E68D14}"/>
              </a:ext>
            </a:extLst>
          </p:cNvPr>
          <p:cNvSpPr>
            <a:spLocks noGrp="1"/>
          </p:cNvSpPr>
          <p:nvPr/>
        </p:nvSpPr>
        <p:spPr>
          <a:xfrm>
            <a:off x="295275" y="742950"/>
            <a:ext cx="9810750" cy="266700"/>
          </a:xfrm>
          <a:prstGeom prst="rect">
            <a:avLst/>
          </a:prstGeom>
          <a:noFill/>
          <a:ln w="0">
            <a:noFill/>
          </a:ln>
        </p:spPr>
        <p:txBody>
          <a:bodyPr wrap="square" lIns="0" tIns="0" rIns="0" bIns="0" anchor="t">
            <a:noAutofit/>
          </a:bodyPr>
          <a:lstStyle/>
          <a:p>
            <a:pPr>
              <a:defRPr sz="1500" b="0">
                <a:solidFill>
                  <a:srgbClr val="6193CD"/>
                </a:solidFill>
                <a:latin typeface="Arial"/>
                <a:ea typeface="Arial"/>
                <a:cs typeface="Arial"/>
              </a:defRPr>
            </a:pPr>
            <a:r>
              <a:rPr sz="1500" b="0">
                <a:solidFill>
                  <a:srgbClr val="6193CD"/>
                </a:solidFill>
                <a:latin typeface="Arial"/>
                <a:ea typeface="Arial"/>
                <a:cs typeface="Arial"/>
              </a:rPr>
              <a:t>Integration Taxonomy</a:t>
            </a:r>
          </a:p>
        </p:txBody>
      </p:sp>
    </p:spTree>
    <p:extLst>
      <p:ext uri="{BB962C8B-B14F-4D97-AF65-F5344CB8AC3E}">
        <p14:creationId xmlns:p14="http://schemas.microsoft.com/office/powerpoint/2010/main" val="402042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28</a:t>
            </a:fld>
            <a:endParaRPr lang="en-US"/>
          </a:p>
        </p:txBody>
      </p:sp>
      <p:sp>
        <p:nvSpPr>
          <p:cNvPr id="1005" name="Synchrone und asynchrone Verarbeitung">
            <a:extLst>
              <a:ext uri="{FF2B5EF4-FFF2-40B4-BE49-F238E27FC236}">
                <a16:creationId xmlns:a16="http://schemas.microsoft.com/office/drawing/2014/main" id="{9FCA6B6C-E72B-4F51-A46C-BE53F91A9594}"/>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Synchrone und asynchrone Verarbeitung</a:t>
            </a:r>
          </a:p>
        </p:txBody>
      </p:sp>
      <p:graphicFrame>
        <p:nvGraphicFramePr>
          <p:cNvPr id="1007" name="Tabelle 1006"/>
          <p:cNvGraphicFramePr/>
          <p:nvPr/>
        </p:nvGraphicFramePr>
        <p:xfrm>
          <a:off x="571500" y="1666875"/>
          <a:ext cx="11049000" cy="381000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495300">
                <a:tc>
                  <a:txBody>
                    <a:bodyPr/>
                    <a:lstStyle/>
                    <a:p>
                      <a:r>
                        <a:rPr sz="1800" b="1">
                          <a:solidFill>
                            <a:srgbClr val="FFFFFF"/>
                          </a:solidFill>
                          <a:latin typeface="Arial"/>
                          <a:ea typeface="Arial"/>
                          <a:cs typeface="Arial"/>
                        </a:rPr>
                        <a:t>Aspekt</a:t>
                      </a:r>
                    </a:p>
                  </a:txBody>
                  <a:tcPr anchor="ctr">
                    <a:solidFill>
                      <a:srgbClr val="6193CD"/>
                    </a:solidFill>
                  </a:tcPr>
                </a:tc>
                <a:tc>
                  <a:txBody>
                    <a:bodyPr/>
                    <a:lstStyle/>
                    <a:p>
                      <a:r>
                        <a:rPr sz="1800" b="1">
                          <a:solidFill>
                            <a:srgbClr val="FFFFFF"/>
                          </a:solidFill>
                          <a:latin typeface="Arial"/>
                          <a:ea typeface="Arial"/>
                          <a:cs typeface="Arial"/>
                        </a:rPr>
                        <a:t>Synchron</a:t>
                      </a:r>
                    </a:p>
                  </a:txBody>
                  <a:tcPr anchor="ctr">
                    <a:solidFill>
                      <a:srgbClr val="6193CD"/>
                    </a:solidFill>
                  </a:tcPr>
                </a:tc>
                <a:tc>
                  <a:txBody>
                    <a:bodyPr/>
                    <a:lstStyle/>
                    <a:p>
                      <a:r>
                        <a:rPr sz="1800" b="1">
                          <a:solidFill>
                            <a:srgbClr val="FFFFFF"/>
                          </a:solidFill>
                          <a:latin typeface="Arial"/>
                          <a:ea typeface="Arial"/>
                          <a:cs typeface="Arial"/>
                        </a:rPr>
                        <a:t>Asynchron</a:t>
                      </a:r>
                    </a:p>
                  </a:txBody>
                  <a:tcPr anchor="ctr">
                    <a:solidFill>
                      <a:srgbClr val="6193CD"/>
                    </a:solidFill>
                  </a:tcPr>
                </a:tc>
                <a:extLst>
                  <a:ext uri="{0D108BD9-81ED-4DB2-BD59-A6C34878D82A}">
                    <a16:rowId xmlns:a16="http://schemas.microsoft.com/office/drawing/2014/main" val="10000"/>
                  </a:ext>
                </a:extLst>
              </a:tr>
              <a:tr h="828675">
                <a:tc>
                  <a:txBody>
                    <a:bodyPr/>
                    <a:lstStyle/>
                    <a:p>
                      <a:r>
                        <a:rPr sz="1800" b="0">
                          <a:solidFill>
                            <a:srgbClr val="586165"/>
                          </a:solidFill>
                          <a:latin typeface="Arial"/>
                          <a:ea typeface="Arial"/>
                          <a:cs typeface="Arial"/>
                        </a:rPr>
                        <a:t>Ablauf</a:t>
                      </a:r>
                    </a:p>
                  </a:txBody>
                  <a:tcPr anchor="ctr">
                    <a:solidFill>
                      <a:srgbClr val="E9EFF7"/>
                    </a:solidFill>
                  </a:tcPr>
                </a:tc>
                <a:tc>
                  <a:txBody>
                    <a:bodyPr/>
                    <a:lstStyle/>
                    <a:p>
                      <a:r>
                        <a:rPr sz="1800" b="0">
                          <a:solidFill>
                            <a:srgbClr val="586165"/>
                          </a:solidFill>
                          <a:latin typeface="Arial"/>
                          <a:ea typeface="Arial"/>
                          <a:cs typeface="Arial"/>
                        </a:rPr>
                        <a:t>Aufrufer wartet auf das Ergebnis</a:t>
                      </a:r>
                    </a:p>
                  </a:txBody>
                  <a:tcPr anchor="ctr">
                    <a:solidFill>
                      <a:srgbClr val="E9EFF7"/>
                    </a:solidFill>
                  </a:tcPr>
                </a:tc>
                <a:tc>
                  <a:txBody>
                    <a:bodyPr/>
                    <a:lstStyle/>
                    <a:p>
                      <a:r>
                        <a:rPr sz="1800" b="0">
                          <a:solidFill>
                            <a:srgbClr val="586165"/>
                          </a:solidFill>
                          <a:latin typeface="Arial"/>
                          <a:ea typeface="Arial"/>
                          <a:cs typeface="Arial"/>
                        </a:rPr>
                        <a:t>Verarbeitung kann später erfolgen</a:t>
                      </a:r>
                    </a:p>
                  </a:txBody>
                  <a:tcPr anchor="ctr">
                    <a:solidFill>
                      <a:srgbClr val="E9EFF7"/>
                    </a:solidFill>
                  </a:tcPr>
                </a:tc>
                <a:extLst>
                  <a:ext uri="{0D108BD9-81ED-4DB2-BD59-A6C34878D82A}">
                    <a16:rowId xmlns:a16="http://schemas.microsoft.com/office/drawing/2014/main" val="10001"/>
                  </a:ext>
                </a:extLst>
              </a:tr>
              <a:tr h="828675">
                <a:tc>
                  <a:txBody>
                    <a:bodyPr/>
                    <a:lstStyle/>
                    <a:p>
                      <a:r>
                        <a:rPr sz="1800" b="0">
                          <a:solidFill>
                            <a:srgbClr val="586165"/>
                          </a:solidFill>
                          <a:latin typeface="Arial"/>
                          <a:ea typeface="Arial"/>
                          <a:cs typeface="Arial"/>
                        </a:rPr>
                        <a:t>Beispiel im Zielbild</a:t>
                      </a:r>
                    </a:p>
                  </a:txBody>
                  <a:tcPr anchor="ctr">
                    <a:solidFill>
                      <a:srgbClr val="F5F7FA"/>
                    </a:solidFill>
                  </a:tcPr>
                </a:tc>
                <a:tc>
                  <a:txBody>
                    <a:bodyPr/>
                    <a:lstStyle/>
                    <a:p>
                      <a:r>
                        <a:rPr sz="1800" b="0">
                          <a:solidFill>
                            <a:srgbClr val="586165"/>
                          </a:solidFill>
                          <a:latin typeface="Arial"/>
                          <a:ea typeface="Arial"/>
                          <a:cs typeface="Arial"/>
                        </a:rPr>
                        <a:t>Suchanfrage mit direkter Trefferliste</a:t>
                      </a:r>
                    </a:p>
                  </a:txBody>
                  <a:tcPr anchor="ctr">
                    <a:solidFill>
                      <a:srgbClr val="F5F7FA"/>
                    </a:solidFill>
                  </a:tcPr>
                </a:tc>
                <a:tc>
                  <a:txBody>
                    <a:bodyPr/>
                    <a:lstStyle/>
                    <a:p>
                      <a:r>
                        <a:rPr sz="1800" b="0">
                          <a:solidFill>
                            <a:srgbClr val="586165"/>
                          </a:solidFill>
                          <a:latin typeface="Arial"/>
                          <a:ea typeface="Arial"/>
                          <a:cs typeface="Arial"/>
                        </a:rPr>
                        <a:t>Suchindex nach einer Änderung aktualisieren</a:t>
                      </a:r>
                    </a:p>
                  </a:txBody>
                  <a:tcPr anchor="ctr">
                    <a:solidFill>
                      <a:srgbClr val="F5F7FA"/>
                    </a:solidFill>
                  </a:tcPr>
                </a:tc>
                <a:extLst>
                  <a:ext uri="{0D108BD9-81ED-4DB2-BD59-A6C34878D82A}">
                    <a16:rowId xmlns:a16="http://schemas.microsoft.com/office/drawing/2014/main" val="10002"/>
                  </a:ext>
                </a:extLst>
              </a:tr>
              <a:tr h="828675">
                <a:tc>
                  <a:txBody>
                    <a:bodyPr/>
                    <a:lstStyle/>
                    <a:p>
                      <a:r>
                        <a:rPr sz="1800" b="0">
                          <a:solidFill>
                            <a:srgbClr val="586165"/>
                          </a:solidFill>
                          <a:latin typeface="Arial"/>
                          <a:ea typeface="Arial"/>
                          <a:cs typeface="Arial"/>
                        </a:rPr>
                        <a:t>Fehlerfall</a:t>
                      </a:r>
                    </a:p>
                  </a:txBody>
                  <a:tcPr anchor="ctr">
                    <a:solidFill>
                      <a:srgbClr val="E9EFF7"/>
                    </a:solidFill>
                  </a:tcPr>
                </a:tc>
                <a:tc>
                  <a:txBody>
                    <a:bodyPr/>
                    <a:lstStyle/>
                    <a:p>
                      <a:r>
                        <a:rPr sz="1800" b="0">
                          <a:solidFill>
                            <a:srgbClr val="586165"/>
                          </a:solidFill>
                          <a:latin typeface="Arial"/>
                          <a:ea typeface="Arial"/>
                          <a:cs typeface="Arial"/>
                        </a:rPr>
                        <a:t>Timeout und verständliche Fehlermeldung</a:t>
                      </a:r>
                    </a:p>
                  </a:txBody>
                  <a:tcPr anchor="ctr">
                    <a:solidFill>
                      <a:srgbClr val="E9EFF7"/>
                    </a:solidFill>
                  </a:tcPr>
                </a:tc>
                <a:tc>
                  <a:txBody>
                    <a:bodyPr/>
                    <a:lstStyle/>
                    <a:p>
                      <a:r>
                        <a:rPr sz="1800" b="0">
                          <a:solidFill>
                            <a:srgbClr val="586165"/>
                          </a:solidFill>
                          <a:latin typeface="Arial"/>
                          <a:ea typeface="Arial"/>
                          <a:cs typeface="Arial"/>
                        </a:rPr>
                        <a:t>Wiederholung, Status und Fehlerablage</a:t>
                      </a:r>
                    </a:p>
                  </a:txBody>
                  <a:tcPr anchor="ctr">
                    <a:solidFill>
                      <a:srgbClr val="E9EFF7"/>
                    </a:solidFill>
                  </a:tcPr>
                </a:tc>
                <a:extLst>
                  <a:ext uri="{0D108BD9-81ED-4DB2-BD59-A6C34878D82A}">
                    <a16:rowId xmlns:a16="http://schemas.microsoft.com/office/drawing/2014/main" val="10003"/>
                  </a:ext>
                </a:extLst>
              </a:tr>
              <a:tr h="828675">
                <a:tc>
                  <a:txBody>
                    <a:bodyPr/>
                    <a:lstStyle/>
                    <a:p>
                      <a:r>
                        <a:rPr sz="1800" b="0">
                          <a:solidFill>
                            <a:srgbClr val="586165"/>
                          </a:solidFill>
                          <a:latin typeface="Arial"/>
                          <a:ea typeface="Arial"/>
                          <a:cs typeface="Arial"/>
                        </a:rPr>
                        <a:t>Abwägung</a:t>
                      </a:r>
                    </a:p>
                  </a:txBody>
                  <a:tcPr anchor="ctr">
                    <a:solidFill>
                      <a:srgbClr val="F5F7FA"/>
                    </a:solidFill>
                  </a:tcPr>
                </a:tc>
                <a:tc>
                  <a:txBody>
                    <a:bodyPr/>
                    <a:lstStyle/>
                    <a:p>
                      <a:r>
                        <a:rPr sz="1800" b="0">
                          <a:solidFill>
                            <a:srgbClr val="586165"/>
                          </a:solidFill>
                          <a:latin typeface="Arial"/>
                          <a:ea typeface="Arial"/>
                          <a:cs typeface="Arial"/>
                        </a:rPr>
                        <a:t>Direktes Ergebnis, zeitliche Kopplung</a:t>
                      </a:r>
                    </a:p>
                  </a:txBody>
                  <a:tcPr anchor="ctr">
                    <a:solidFill>
                      <a:srgbClr val="F5F7FA"/>
                    </a:solidFill>
                  </a:tcPr>
                </a:tc>
                <a:tc>
                  <a:txBody>
                    <a:bodyPr/>
                    <a:lstStyle/>
                    <a:p>
                      <a:r>
                        <a:rPr sz="1800" b="0">
                          <a:solidFill>
                            <a:srgbClr val="586165"/>
                          </a:solidFill>
                          <a:latin typeface="Arial"/>
                          <a:ea typeface="Arial"/>
                          <a:cs typeface="Arial"/>
                        </a:rPr>
                        <a:t>Entkopplung, zusätzlicher Betriebsaufwand</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04" name="Das Aktualitätsziel entscheidet, wie schnell eine Änderung im Suchbestand sichtb">
            <a:extLst>
              <a:ext uri="{FF2B5EF4-FFF2-40B4-BE49-F238E27FC236}">
                <a16:creationId xmlns:a16="http://schemas.microsoft.com/office/drawing/2014/main" id="{7131E686-8F88-44A6-88E9-77941D2A3FE3}"/>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Das Aktualitätsziel entscheidet, wie schnell eine Änderung im Suchbestand sichtbar sein muss.</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04  Integration und MCP</a:t>
            </a:r>
          </a:p>
        </p:txBody>
      </p:sp>
    </p:spTree>
    <p:extLst>
      <p:ext uri="{BB962C8B-B14F-4D97-AF65-F5344CB8AC3E}">
        <p14:creationId xmlns:p14="http://schemas.microsoft.com/office/powerpoint/2010/main" val="1408768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29</a:t>
            </a:fld>
            <a:endParaRPr lang="en-US"/>
          </a:p>
        </p:txBody>
      </p:sp>
      <p:sp>
        <p:nvSpPr>
          <p:cNvPr id="1016" name="Datenimport und Aktualisierung">
            <a:extLst>
              <a:ext uri="{FF2B5EF4-FFF2-40B4-BE49-F238E27FC236}">
                <a16:creationId xmlns:a16="http://schemas.microsoft.com/office/drawing/2014/main" id="{FE3D8533-856F-4538-B306-32111B43CB88}"/>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Datenimport und Aktualisierung</a:t>
            </a:r>
          </a:p>
        </p:txBody>
      </p:sp>
      <p:sp>
        <p:nvSpPr>
          <p:cNvPr id="1003" name="Diagramm: API oder Export freigegebener Daten">
            <a:extLst>
              <a:ext uri="{FF2B5EF4-FFF2-40B4-BE49-F238E27FC236}">
                <a16:creationId xmlns:a16="http://schemas.microsoft.com/office/drawing/2014/main" id="{7C17EF66-D111-4B92-9FDF-159DFC28AA1E}"/>
              </a:ext>
            </a:extLst>
          </p:cNvPr>
          <p:cNvSpPr>
            <a:spLocks noGrp="1"/>
          </p:cNvSpPr>
          <p:nvPr/>
        </p:nvSpPr>
        <p:spPr>
          <a:xfrm>
            <a:off x="571500" y="2009775"/>
            <a:ext cx="2362200" cy="10572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API oder Export</a:t>
            </a:r>
          </a:p>
          <a:p>
            <a:pPr algn="ctr">
              <a:defRPr sz="1875" b="0">
                <a:solidFill>
                  <a:srgbClr val="FFFFFF"/>
                </a:solidFill>
                <a:latin typeface="Arial"/>
                <a:ea typeface="Arial"/>
                <a:cs typeface="Arial"/>
              </a:defRPr>
            </a:pPr>
            <a:r>
              <a:rPr sz="1875" b="0">
                <a:solidFill>
                  <a:srgbClr val="FFFFFF"/>
                </a:solidFill>
                <a:latin typeface="Arial"/>
                <a:ea typeface="Arial"/>
                <a:cs typeface="Arial"/>
              </a:rPr>
              <a:t>freigegebener Daten</a:t>
            </a:r>
          </a:p>
        </p:txBody>
      </p:sp>
      <p:sp>
        <p:nvSpPr>
          <p:cNvPr id="1004" name="Diagramm: Prüfen und aufbereiten">
            <a:extLst>
              <a:ext uri="{FF2B5EF4-FFF2-40B4-BE49-F238E27FC236}">
                <a16:creationId xmlns:a16="http://schemas.microsoft.com/office/drawing/2014/main" id="{AEA86DBD-86B1-4D54-B650-014BDDB52F8D}"/>
              </a:ext>
            </a:extLst>
          </p:cNvPr>
          <p:cNvSpPr>
            <a:spLocks noGrp="1"/>
          </p:cNvSpPr>
          <p:nvPr/>
        </p:nvSpPr>
        <p:spPr>
          <a:xfrm>
            <a:off x="3467100" y="2009775"/>
            <a:ext cx="2362200" cy="10572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Prüfen und</a:t>
            </a:r>
          </a:p>
          <a:p>
            <a:pPr algn="ctr">
              <a:defRPr sz="1875" b="0">
                <a:solidFill>
                  <a:srgbClr val="FFFFFF"/>
                </a:solidFill>
                <a:latin typeface="Arial"/>
                <a:ea typeface="Arial"/>
                <a:cs typeface="Arial"/>
              </a:defRPr>
            </a:pPr>
            <a:r>
              <a:rPr sz="1875" b="0">
                <a:solidFill>
                  <a:srgbClr val="FFFFFF"/>
                </a:solidFill>
                <a:latin typeface="Arial"/>
                <a:ea typeface="Arial"/>
                <a:cs typeface="Arial"/>
              </a:rPr>
              <a:t>aufbereiten</a:t>
            </a:r>
          </a:p>
        </p:txBody>
      </p:sp>
      <p:sp>
        <p:nvSpPr>
          <p:cNvPr id="1005" name="Diagramm: Suchbestand aktualisieren">
            <a:extLst>
              <a:ext uri="{FF2B5EF4-FFF2-40B4-BE49-F238E27FC236}">
                <a16:creationId xmlns:a16="http://schemas.microsoft.com/office/drawing/2014/main" id="{6153545C-10B5-4980-8EEA-AC709A0AD1FC}"/>
              </a:ext>
            </a:extLst>
          </p:cNvPr>
          <p:cNvSpPr>
            <a:spLocks noGrp="1"/>
          </p:cNvSpPr>
          <p:nvPr/>
        </p:nvSpPr>
        <p:spPr>
          <a:xfrm>
            <a:off x="6362700" y="2009775"/>
            <a:ext cx="2362200" cy="10572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Suchbestand</a:t>
            </a:r>
          </a:p>
          <a:p>
            <a:pPr algn="ctr">
              <a:defRPr sz="1875" b="0">
                <a:solidFill>
                  <a:srgbClr val="FFFFFF"/>
                </a:solidFill>
                <a:latin typeface="Arial"/>
                <a:ea typeface="Arial"/>
                <a:cs typeface="Arial"/>
              </a:defRPr>
            </a:pPr>
            <a:r>
              <a:rPr sz="1875" b="0">
                <a:solidFill>
                  <a:srgbClr val="FFFFFF"/>
                </a:solidFill>
                <a:latin typeface="Arial"/>
                <a:ea typeface="Arial"/>
                <a:cs typeface="Arial"/>
              </a:rPr>
              <a:t>aktualisieren</a:t>
            </a:r>
          </a:p>
        </p:txBody>
      </p:sp>
      <p:sp>
        <p:nvSpPr>
          <p:cNvPr id="1006" name="Diagramm: Importstatus protokollieren">
            <a:extLst>
              <a:ext uri="{FF2B5EF4-FFF2-40B4-BE49-F238E27FC236}">
                <a16:creationId xmlns:a16="http://schemas.microsoft.com/office/drawing/2014/main" id="{0C740413-7906-48B3-899E-1754D17CC5BB}"/>
              </a:ext>
            </a:extLst>
          </p:cNvPr>
          <p:cNvSpPr>
            <a:spLocks noGrp="1"/>
          </p:cNvSpPr>
          <p:nvPr/>
        </p:nvSpPr>
        <p:spPr>
          <a:xfrm>
            <a:off x="9258300" y="2009775"/>
            <a:ext cx="2362200" cy="10572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Importstatus</a:t>
            </a:r>
          </a:p>
          <a:p>
            <a:pPr algn="ctr">
              <a:defRPr sz="1875" b="0">
                <a:solidFill>
                  <a:srgbClr val="FFFFFF"/>
                </a:solidFill>
                <a:latin typeface="Arial"/>
                <a:ea typeface="Arial"/>
                <a:cs typeface="Arial"/>
              </a:defRPr>
            </a:pPr>
            <a:r>
              <a:rPr sz="1875" b="0">
                <a:solidFill>
                  <a:srgbClr val="FFFFFF"/>
                </a:solidFill>
                <a:latin typeface="Arial"/>
                <a:ea typeface="Arial"/>
                <a:cs typeface="Arial"/>
              </a:rPr>
              <a:t>protokollieren</a:t>
            </a:r>
          </a:p>
        </p:txBody>
      </p:sp>
      <p:cxnSp>
        <p:nvCxnSpPr>
          <p:cNvPr id="1022" name="Gerade Verbindung mit Pfeil 1021"/>
          <p:cNvCxnSpPr>
            <a:stCxn id="1003" idx="3"/>
            <a:endCxn id="1004" idx="1"/>
          </p:cNvCxnSpPr>
          <p:nvPr/>
        </p:nvCxnSpPr>
        <p:spPr>
          <a:xfrm>
            <a:off x="2933700" y="2538413"/>
            <a:ext cx="533400" cy="0"/>
          </a:xfrm>
          <a:prstGeom prst="straightConnector1">
            <a:avLst/>
          </a:prstGeom>
          <a:ln w="24765">
            <a:solidFill>
              <a:srgbClr val="7C98B5"/>
            </a:solidFill>
            <a:prstDash val="solid"/>
            <a:tailEnd type="triangle" w="med" len="med"/>
          </a:ln>
        </p:spPr>
      </p:cxnSp>
      <p:cxnSp>
        <p:nvCxnSpPr>
          <p:cNvPr id="1023" name="Gerade Verbindung mit Pfeil 1022"/>
          <p:cNvCxnSpPr>
            <a:stCxn id="1004" idx="3"/>
            <a:endCxn id="1005" idx="1"/>
          </p:cNvCxnSpPr>
          <p:nvPr/>
        </p:nvCxnSpPr>
        <p:spPr>
          <a:xfrm>
            <a:off x="5829300" y="2538413"/>
            <a:ext cx="533400" cy="0"/>
          </a:xfrm>
          <a:prstGeom prst="straightConnector1">
            <a:avLst/>
          </a:prstGeom>
          <a:ln w="24765">
            <a:solidFill>
              <a:srgbClr val="7C98B5"/>
            </a:solidFill>
            <a:prstDash val="solid"/>
            <a:tailEnd type="triangle" w="med" len="med"/>
          </a:ln>
        </p:spPr>
      </p:cxnSp>
      <p:cxnSp>
        <p:nvCxnSpPr>
          <p:cNvPr id="1024" name="Gerade Verbindung mit Pfeil 1023"/>
          <p:cNvCxnSpPr>
            <a:stCxn id="1005" idx="3"/>
            <a:endCxn id="1006" idx="1"/>
          </p:cNvCxnSpPr>
          <p:nvPr/>
        </p:nvCxnSpPr>
        <p:spPr>
          <a:xfrm>
            <a:off x="8724900" y="2538413"/>
            <a:ext cx="533400" cy="0"/>
          </a:xfrm>
          <a:prstGeom prst="straightConnector1">
            <a:avLst/>
          </a:prstGeom>
          <a:ln w="24765">
            <a:solidFill>
              <a:srgbClr val="7C98B5"/>
            </a:solidFill>
            <a:prstDash val="solid"/>
            <a:tailEnd type="triangle" w="med" len="med"/>
          </a:ln>
        </p:spPr>
      </p:cxnSp>
      <p:sp>
        <p:nvSpPr>
          <p:cNvPr id="1010" name="Initialer Bestand">
            <a:extLst>
              <a:ext uri="{FF2B5EF4-FFF2-40B4-BE49-F238E27FC236}">
                <a16:creationId xmlns:a16="http://schemas.microsoft.com/office/drawing/2014/main" id="{1FBC3608-A57A-4927-9B5E-A8855B6FECC0}"/>
              </a:ext>
            </a:extLst>
          </p:cNvPr>
          <p:cNvSpPr>
            <a:spLocks noGrp="1"/>
          </p:cNvSpPr>
          <p:nvPr/>
        </p:nvSpPr>
        <p:spPr>
          <a:xfrm>
            <a:off x="571500" y="3771900"/>
            <a:ext cx="10953750" cy="323850"/>
          </a:xfrm>
          <a:prstGeom prst="rect">
            <a:avLst/>
          </a:prstGeom>
          <a:noFill/>
          <a:ln w="0">
            <a:noFill/>
          </a:ln>
        </p:spPr>
        <p:txBody>
          <a:bodyPr wrap="square" lIns="0" tIns="0" rIns="0" bIns="0" anchor="t">
            <a:noAutofit/>
          </a:bodyPr>
          <a:lstStyle/>
          <a:p>
            <a:pPr algn="l">
              <a:defRPr sz="1875" b="1">
                <a:solidFill>
                  <a:srgbClr val="3D6DA8"/>
                </a:solidFill>
                <a:latin typeface="Arial"/>
                <a:ea typeface="Arial"/>
                <a:cs typeface="Arial"/>
              </a:defRPr>
            </a:pPr>
            <a:r>
              <a:rPr sz="1875" b="1">
                <a:solidFill>
                  <a:srgbClr val="3D6DA8"/>
                </a:solidFill>
                <a:latin typeface="Arial"/>
                <a:ea typeface="Arial"/>
                <a:cs typeface="Arial"/>
              </a:rPr>
              <a:t>Initialer Bestand</a:t>
            </a:r>
          </a:p>
        </p:txBody>
      </p:sp>
      <p:sp>
        <p:nvSpPr>
          <p:cNvPr id="1011" name="Vollständigkeit, Schema und stabile Objekt-IDs prüfen.">
            <a:extLst>
              <a:ext uri="{FF2B5EF4-FFF2-40B4-BE49-F238E27FC236}">
                <a16:creationId xmlns:a16="http://schemas.microsoft.com/office/drawing/2014/main" id="{433D6C46-C186-4F76-882A-CE6899A7BDED}"/>
              </a:ext>
            </a:extLst>
          </p:cNvPr>
          <p:cNvSpPr>
            <a:spLocks noGrp="1"/>
          </p:cNvSpPr>
          <p:nvPr/>
        </p:nvSpPr>
        <p:spPr>
          <a:xfrm>
            <a:off x="571500" y="4133850"/>
            <a:ext cx="10953750" cy="361950"/>
          </a:xfrm>
          <a:prstGeom prst="rect">
            <a:avLst/>
          </a:prstGeom>
          <a:noFill/>
          <a:ln w="0">
            <a:noFill/>
          </a:ln>
        </p:spPr>
        <p:txBody>
          <a:bodyPr wrap="square" lIns="0" tIns="0" rIns="0" bIns="0" anchor="t">
            <a:noAutofit/>
          </a:bodyPr>
          <a:lstStyle/>
          <a:p>
            <a:pPr algn="l">
              <a:defRPr sz="1800" b="0">
                <a:solidFill>
                  <a:srgbClr val="586165"/>
                </a:solidFill>
                <a:latin typeface="Arial"/>
                <a:ea typeface="Arial"/>
                <a:cs typeface="Arial"/>
              </a:defRPr>
            </a:pPr>
            <a:r>
              <a:rPr sz="1800" b="0">
                <a:solidFill>
                  <a:srgbClr val="586165"/>
                </a:solidFill>
                <a:latin typeface="Arial"/>
                <a:ea typeface="Arial"/>
                <a:cs typeface="Arial"/>
              </a:rPr>
              <a:t>Vollständigkeit, Schema und stabile Objekt-IDs prüfen.</a:t>
            </a:r>
          </a:p>
        </p:txBody>
      </p:sp>
      <p:sp>
        <p:nvSpPr>
          <p:cNvPr id="1012" name="Änderungen und Löschungen">
            <a:extLst>
              <a:ext uri="{FF2B5EF4-FFF2-40B4-BE49-F238E27FC236}">
                <a16:creationId xmlns:a16="http://schemas.microsoft.com/office/drawing/2014/main" id="{435DAA75-0F0E-47A6-85F1-A100711ADDF0}"/>
              </a:ext>
            </a:extLst>
          </p:cNvPr>
          <p:cNvSpPr>
            <a:spLocks noGrp="1"/>
          </p:cNvSpPr>
          <p:nvPr/>
        </p:nvSpPr>
        <p:spPr>
          <a:xfrm>
            <a:off x="571500" y="4524375"/>
            <a:ext cx="10953750" cy="323850"/>
          </a:xfrm>
          <a:prstGeom prst="rect">
            <a:avLst/>
          </a:prstGeom>
          <a:noFill/>
          <a:ln w="0">
            <a:noFill/>
          </a:ln>
        </p:spPr>
        <p:txBody>
          <a:bodyPr wrap="square" lIns="0" tIns="0" rIns="0" bIns="0" anchor="t">
            <a:noAutofit/>
          </a:bodyPr>
          <a:lstStyle/>
          <a:p>
            <a:pPr algn="l">
              <a:defRPr sz="1875" b="1">
                <a:solidFill>
                  <a:srgbClr val="3D6DA8"/>
                </a:solidFill>
                <a:latin typeface="Arial"/>
                <a:ea typeface="Arial"/>
                <a:cs typeface="Arial"/>
              </a:defRPr>
            </a:pPr>
            <a:r>
              <a:rPr sz="1875" b="1">
                <a:solidFill>
                  <a:srgbClr val="3D6DA8"/>
                </a:solidFill>
                <a:latin typeface="Arial"/>
                <a:ea typeface="Arial"/>
                <a:cs typeface="Arial"/>
              </a:rPr>
              <a:t>Änderungen und Löschungen</a:t>
            </a:r>
          </a:p>
        </p:txBody>
      </p:sp>
      <p:sp>
        <p:nvSpPr>
          <p:cNvPr id="1013" name="Versionen nachvollziehen und doppelte Verarbeitung vermeiden.">
            <a:extLst>
              <a:ext uri="{FF2B5EF4-FFF2-40B4-BE49-F238E27FC236}">
                <a16:creationId xmlns:a16="http://schemas.microsoft.com/office/drawing/2014/main" id="{71203EDC-B09E-4E24-8ECA-1A6D7A52A6B1}"/>
              </a:ext>
            </a:extLst>
          </p:cNvPr>
          <p:cNvSpPr>
            <a:spLocks noGrp="1"/>
          </p:cNvSpPr>
          <p:nvPr/>
        </p:nvSpPr>
        <p:spPr>
          <a:xfrm>
            <a:off x="571500" y="4886325"/>
            <a:ext cx="10953750" cy="361950"/>
          </a:xfrm>
          <a:prstGeom prst="rect">
            <a:avLst/>
          </a:prstGeom>
          <a:noFill/>
          <a:ln w="0">
            <a:noFill/>
          </a:ln>
        </p:spPr>
        <p:txBody>
          <a:bodyPr wrap="square" lIns="0" tIns="0" rIns="0" bIns="0" anchor="t">
            <a:noAutofit/>
          </a:bodyPr>
          <a:lstStyle/>
          <a:p>
            <a:pPr algn="l">
              <a:defRPr sz="1800" b="0">
                <a:solidFill>
                  <a:srgbClr val="586165"/>
                </a:solidFill>
                <a:latin typeface="Arial"/>
                <a:ea typeface="Arial"/>
                <a:cs typeface="Arial"/>
              </a:defRPr>
            </a:pPr>
            <a:r>
              <a:rPr sz="1800" b="0">
                <a:solidFill>
                  <a:srgbClr val="586165"/>
                </a:solidFill>
                <a:latin typeface="Arial"/>
                <a:ea typeface="Arial"/>
                <a:cs typeface="Arial"/>
              </a:rPr>
              <a:t>Versionen nachvollziehen und doppelte Verarbeitung vermeiden.</a:t>
            </a:r>
          </a:p>
        </p:txBody>
      </p:sp>
      <p:sp>
        <p:nvSpPr>
          <p:cNvPr id="1014" name="Datenstand">
            <a:extLst>
              <a:ext uri="{FF2B5EF4-FFF2-40B4-BE49-F238E27FC236}">
                <a16:creationId xmlns:a16="http://schemas.microsoft.com/office/drawing/2014/main" id="{10396F8C-AA5D-4EC0-B3BC-8653638E10AA}"/>
              </a:ext>
            </a:extLst>
          </p:cNvPr>
          <p:cNvSpPr>
            <a:spLocks noGrp="1"/>
          </p:cNvSpPr>
          <p:nvPr/>
        </p:nvSpPr>
        <p:spPr>
          <a:xfrm>
            <a:off x="571500" y="5276850"/>
            <a:ext cx="10953750" cy="323850"/>
          </a:xfrm>
          <a:prstGeom prst="rect">
            <a:avLst/>
          </a:prstGeom>
          <a:noFill/>
          <a:ln w="0">
            <a:noFill/>
          </a:ln>
        </p:spPr>
        <p:txBody>
          <a:bodyPr wrap="square" lIns="0" tIns="0" rIns="0" bIns="0" anchor="t">
            <a:noAutofit/>
          </a:bodyPr>
          <a:lstStyle/>
          <a:p>
            <a:pPr algn="l">
              <a:defRPr sz="1875" b="1">
                <a:solidFill>
                  <a:srgbClr val="3D6DA8"/>
                </a:solidFill>
                <a:latin typeface="Arial"/>
                <a:ea typeface="Arial"/>
                <a:cs typeface="Arial"/>
              </a:defRPr>
            </a:pPr>
            <a:r>
              <a:rPr sz="1875" b="1">
                <a:solidFill>
                  <a:srgbClr val="3D6DA8"/>
                </a:solidFill>
                <a:latin typeface="Arial"/>
                <a:ea typeface="Arial"/>
                <a:cs typeface="Arial"/>
              </a:rPr>
              <a:t>Datenstand</a:t>
            </a:r>
          </a:p>
        </p:txBody>
      </p:sp>
      <p:sp>
        <p:nvSpPr>
          <p:cNvPr id="1015" name="Letzten erfolgreichen Import erfassen und veraltete Inhalte erkennen.">
            <a:extLst>
              <a:ext uri="{FF2B5EF4-FFF2-40B4-BE49-F238E27FC236}">
                <a16:creationId xmlns:a16="http://schemas.microsoft.com/office/drawing/2014/main" id="{9EF1B034-E985-4ED7-BCC1-4FD198B3A5E9}"/>
              </a:ext>
            </a:extLst>
          </p:cNvPr>
          <p:cNvSpPr>
            <a:spLocks noGrp="1"/>
          </p:cNvSpPr>
          <p:nvPr/>
        </p:nvSpPr>
        <p:spPr>
          <a:xfrm>
            <a:off x="571500" y="5638800"/>
            <a:ext cx="10953750" cy="361950"/>
          </a:xfrm>
          <a:prstGeom prst="rect">
            <a:avLst/>
          </a:prstGeom>
          <a:noFill/>
          <a:ln w="0">
            <a:noFill/>
          </a:ln>
        </p:spPr>
        <p:txBody>
          <a:bodyPr wrap="square" lIns="0" tIns="0" rIns="0" bIns="0" anchor="t">
            <a:noAutofit/>
          </a:bodyPr>
          <a:lstStyle/>
          <a:p>
            <a:pPr algn="l">
              <a:defRPr sz="1800" b="0">
                <a:solidFill>
                  <a:srgbClr val="586165"/>
                </a:solidFill>
                <a:latin typeface="Arial"/>
                <a:ea typeface="Arial"/>
                <a:cs typeface="Arial"/>
              </a:defRPr>
            </a:pPr>
            <a:r>
              <a:rPr sz="1800" b="0">
                <a:solidFill>
                  <a:srgbClr val="586165"/>
                </a:solidFill>
                <a:latin typeface="Arial"/>
                <a:ea typeface="Arial"/>
                <a:cs typeface="Arial"/>
              </a:rPr>
              <a:t>Letzten erfolgreichen Import erfassen und veraltete Inhalte erkennen.</a:t>
            </a:r>
          </a:p>
        </p:txBody>
      </p:sp>
      <p:sp>
        <p:nvSpPr>
          <p:cNvPr id="1025"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04  Integration und MCP</a:t>
            </a:r>
          </a:p>
        </p:txBody>
      </p:sp>
    </p:spTree>
    <p:extLst>
      <p:ext uri="{BB962C8B-B14F-4D97-AF65-F5344CB8AC3E}">
        <p14:creationId xmlns:p14="http://schemas.microsoft.com/office/powerpoint/2010/main" val="1408768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30</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Event Driven Integration</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Integration </a:t>
            </a:r>
            <a:r>
              <a:rPr lang="de-DE" dirty="0" err="1"/>
              <a:t>Taxonomy</a:t>
            </a:r>
            <a:endParaRPr lang="de-DE" dirty="0"/>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a:xfrm>
            <a:off x="420687" y="2320783"/>
            <a:ext cx="4227513" cy="2332038"/>
          </a:xfrm>
        </p:spPr>
        <p:txBody>
          <a:bodyPr/>
          <a:lstStyle/>
          <a:p>
            <a:r>
              <a:rPr lang="de-DE" sz="1800" b="1" dirty="0"/>
              <a:t>Klassisch: Polling</a:t>
            </a:r>
          </a:p>
          <a:p>
            <a:r>
              <a:rPr lang="de-DE" dirty="0"/>
              <a:t>System B -&gt; Hat sich etwas geändert?</a:t>
            </a:r>
            <a:br>
              <a:rPr lang="de-DE" dirty="0"/>
            </a:br>
            <a:r>
              <a:rPr lang="de-DE" dirty="0"/>
              <a:t>System A -&gt; Nein.</a:t>
            </a:r>
          </a:p>
          <a:p>
            <a:r>
              <a:rPr lang="de-DE" dirty="0"/>
              <a:t>System B -&gt; Hat sich etwas geändert?</a:t>
            </a:r>
            <a:br>
              <a:rPr lang="de-DE" dirty="0"/>
            </a:br>
            <a:r>
              <a:rPr lang="de-DE" dirty="0"/>
              <a:t>System A -&gt; Nein.</a:t>
            </a:r>
          </a:p>
          <a:p>
            <a:r>
              <a:rPr lang="de-DE" dirty="0"/>
              <a:t>System B -&gt; Hat sich etwas geändert?</a:t>
            </a:r>
            <a:br>
              <a:rPr lang="de-DE" dirty="0"/>
            </a:br>
            <a:r>
              <a:rPr lang="de-DE" dirty="0"/>
              <a:t>System A -&gt; Ja.</a:t>
            </a:r>
          </a:p>
          <a:p>
            <a:endParaRPr lang="de-DE" dirty="0"/>
          </a:p>
        </p:txBody>
      </p:sp>
      <p:graphicFrame>
        <p:nvGraphicFramePr>
          <p:cNvPr id="6" name="Diagramm 5">
            <a:extLst>
              <a:ext uri="{FF2B5EF4-FFF2-40B4-BE49-F238E27FC236}">
                <a16:creationId xmlns:a16="http://schemas.microsoft.com/office/drawing/2014/main" id="{AC601B4A-8082-8CE1-D5C1-10DB0C216EFD}"/>
              </a:ext>
            </a:extLst>
          </p:cNvPr>
          <p:cNvGraphicFramePr/>
          <p:nvPr/>
        </p:nvGraphicFramePr>
        <p:xfrm>
          <a:off x="5670550" y="679831"/>
          <a:ext cx="5289550" cy="5469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3114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D747414-CFF6-46B5-2E59-310CD960CF3B}"/>
              </a:ext>
            </a:extLst>
          </p:cNvPr>
          <p:cNvSpPr>
            <a:spLocks noGrp="1"/>
          </p:cNvSpPr>
          <p:nvPr>
            <p:ph type="sldNum" sz="quarter" idx="4"/>
          </p:nvPr>
        </p:nvSpPr>
        <p:spPr/>
        <p:txBody>
          <a:bodyPr/>
          <a:lstStyle/>
          <a:p>
            <a:fld id="{BA161025-98FF-4C1D-96AB-5CF6019945BE}" type="slidenum">
              <a:rPr lang="en-US" smtClean="0"/>
              <a:pPr/>
              <a:t>31</a:t>
            </a:fld>
            <a:endParaRPr lang="en-US"/>
          </a:p>
        </p:txBody>
      </p:sp>
      <p:graphicFrame>
        <p:nvGraphicFramePr>
          <p:cNvPr id="6" name="Diagramm 5">
            <a:extLst>
              <a:ext uri="{FF2B5EF4-FFF2-40B4-BE49-F238E27FC236}">
                <a16:creationId xmlns:a16="http://schemas.microsoft.com/office/drawing/2014/main" id="{7770925D-2B28-0DE2-B3B8-D369728D021D}"/>
              </a:ext>
            </a:extLst>
          </p:cNvPr>
          <p:cNvGraphicFramePr/>
          <p:nvPr/>
        </p:nvGraphicFramePr>
        <p:xfrm>
          <a:off x="1616149" y="1871331"/>
          <a:ext cx="1839432" cy="3795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 6">
            <a:extLst>
              <a:ext uri="{FF2B5EF4-FFF2-40B4-BE49-F238E27FC236}">
                <a16:creationId xmlns:a16="http://schemas.microsoft.com/office/drawing/2014/main" id="{0F844F6C-B7D2-DCCB-3391-96E4E1D754EF}"/>
              </a:ext>
            </a:extLst>
          </p:cNvPr>
          <p:cNvGraphicFramePr/>
          <p:nvPr/>
        </p:nvGraphicFramePr>
        <p:xfrm>
          <a:off x="5172712" y="1871331"/>
          <a:ext cx="1839432" cy="37958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m 7">
            <a:extLst>
              <a:ext uri="{FF2B5EF4-FFF2-40B4-BE49-F238E27FC236}">
                <a16:creationId xmlns:a16="http://schemas.microsoft.com/office/drawing/2014/main" id="{66136B05-F237-C407-CF73-216F6CAEA413}"/>
              </a:ext>
            </a:extLst>
          </p:cNvPr>
          <p:cNvGraphicFramePr/>
          <p:nvPr/>
        </p:nvGraphicFramePr>
        <p:xfrm>
          <a:off x="8729275" y="1871331"/>
          <a:ext cx="1839432" cy="379582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9" name="Textfeld 8">
            <a:extLst>
              <a:ext uri="{FF2B5EF4-FFF2-40B4-BE49-F238E27FC236}">
                <a16:creationId xmlns:a16="http://schemas.microsoft.com/office/drawing/2014/main" id="{95C4693A-731F-0864-BD25-3D41E8792FBE}"/>
              </a:ext>
            </a:extLst>
          </p:cNvPr>
          <p:cNvSpPr txBox="1"/>
          <p:nvPr/>
        </p:nvSpPr>
        <p:spPr>
          <a:xfrm>
            <a:off x="1339702" y="5667155"/>
            <a:ext cx="2371061" cy="215444"/>
          </a:xfrm>
          <a:prstGeom prst="rect">
            <a:avLst/>
          </a:prstGeom>
          <a:noFill/>
        </p:spPr>
        <p:txBody>
          <a:bodyPr wrap="square" lIns="0" tIns="0" rIns="0" bIns="0" rtlCol="0">
            <a:spAutoFit/>
          </a:bodyPr>
          <a:lstStyle/>
          <a:p>
            <a:pPr algn="l"/>
            <a:r>
              <a:rPr lang="de-DE" sz="1400" dirty="0"/>
              <a:t>Daten vor dem Laden formen</a:t>
            </a:r>
          </a:p>
        </p:txBody>
      </p:sp>
      <p:sp>
        <p:nvSpPr>
          <p:cNvPr id="10" name="Textfeld 9">
            <a:extLst>
              <a:ext uri="{FF2B5EF4-FFF2-40B4-BE49-F238E27FC236}">
                <a16:creationId xmlns:a16="http://schemas.microsoft.com/office/drawing/2014/main" id="{805C2766-91BA-CF18-C956-ACCDBB7736C4}"/>
              </a:ext>
            </a:extLst>
          </p:cNvPr>
          <p:cNvSpPr txBox="1"/>
          <p:nvPr/>
        </p:nvSpPr>
        <p:spPr>
          <a:xfrm>
            <a:off x="4976037" y="5661000"/>
            <a:ext cx="2222205" cy="215444"/>
          </a:xfrm>
          <a:prstGeom prst="rect">
            <a:avLst/>
          </a:prstGeom>
          <a:noFill/>
        </p:spPr>
        <p:txBody>
          <a:bodyPr wrap="square" lIns="0" tIns="0" rIns="0" bIns="0" rtlCol="0">
            <a:spAutoFit/>
          </a:bodyPr>
          <a:lstStyle/>
          <a:p>
            <a:pPr algn="l"/>
            <a:r>
              <a:rPr lang="de-DE" sz="1400" dirty="0"/>
              <a:t>Daten im Ziel formen</a:t>
            </a:r>
          </a:p>
        </p:txBody>
      </p:sp>
      <p:sp>
        <p:nvSpPr>
          <p:cNvPr id="11" name="Textfeld 10">
            <a:extLst>
              <a:ext uri="{FF2B5EF4-FFF2-40B4-BE49-F238E27FC236}">
                <a16:creationId xmlns:a16="http://schemas.microsoft.com/office/drawing/2014/main" id="{E5EDEA48-EA59-3DB8-854B-B968C9BC341B}"/>
              </a:ext>
            </a:extLst>
          </p:cNvPr>
          <p:cNvSpPr txBox="1"/>
          <p:nvPr/>
        </p:nvSpPr>
        <p:spPr>
          <a:xfrm>
            <a:off x="8601740" y="5654845"/>
            <a:ext cx="2222205" cy="215444"/>
          </a:xfrm>
          <a:prstGeom prst="rect">
            <a:avLst/>
          </a:prstGeom>
          <a:noFill/>
        </p:spPr>
        <p:txBody>
          <a:bodyPr wrap="square" lIns="0" tIns="0" rIns="0" bIns="0" rtlCol="0">
            <a:spAutoFit/>
          </a:bodyPr>
          <a:lstStyle/>
          <a:p>
            <a:pPr algn="l"/>
            <a:r>
              <a:rPr lang="de-DE" sz="1400" dirty="0"/>
              <a:t>Nur Änderungen übertragen</a:t>
            </a:r>
          </a:p>
        </p:txBody>
      </p:sp>
      <p:sp>
        <p:nvSpPr>
          <p:cNvPr id="12" name="Textfeld 11">
            <a:extLst>
              <a:ext uri="{FF2B5EF4-FFF2-40B4-BE49-F238E27FC236}">
                <a16:creationId xmlns:a16="http://schemas.microsoft.com/office/drawing/2014/main" id="{0B5EC5F9-99F6-79A8-AF5B-644C2A91E8A9}"/>
              </a:ext>
            </a:extLst>
          </p:cNvPr>
          <p:cNvSpPr txBox="1"/>
          <p:nvPr/>
        </p:nvSpPr>
        <p:spPr>
          <a:xfrm>
            <a:off x="1881963" y="1350335"/>
            <a:ext cx="1446028" cy="215444"/>
          </a:xfrm>
          <a:prstGeom prst="rect">
            <a:avLst/>
          </a:prstGeom>
          <a:noFill/>
        </p:spPr>
        <p:txBody>
          <a:bodyPr wrap="square" lIns="0" tIns="0" rIns="0" bIns="0" rtlCol="0">
            <a:spAutoFit/>
          </a:bodyPr>
          <a:lstStyle/>
          <a:p>
            <a:pPr algn="l"/>
            <a:r>
              <a:rPr lang="de-DE" sz="1400" dirty="0"/>
              <a:t>ETL</a:t>
            </a:r>
          </a:p>
        </p:txBody>
      </p:sp>
      <p:sp>
        <p:nvSpPr>
          <p:cNvPr id="13" name="Textfeld 12">
            <a:extLst>
              <a:ext uri="{FF2B5EF4-FFF2-40B4-BE49-F238E27FC236}">
                <a16:creationId xmlns:a16="http://schemas.microsoft.com/office/drawing/2014/main" id="{9A25E467-39B1-E48B-69A1-FB112A0092F4}"/>
              </a:ext>
            </a:extLst>
          </p:cNvPr>
          <p:cNvSpPr txBox="1"/>
          <p:nvPr/>
        </p:nvSpPr>
        <p:spPr>
          <a:xfrm>
            <a:off x="5358809" y="1226515"/>
            <a:ext cx="1446028" cy="215444"/>
          </a:xfrm>
          <a:prstGeom prst="rect">
            <a:avLst/>
          </a:prstGeom>
          <a:noFill/>
        </p:spPr>
        <p:txBody>
          <a:bodyPr wrap="square" lIns="0" tIns="0" rIns="0" bIns="0" rtlCol="0">
            <a:spAutoFit/>
          </a:bodyPr>
          <a:lstStyle/>
          <a:p>
            <a:pPr algn="l"/>
            <a:r>
              <a:rPr lang="de-DE" sz="1400" dirty="0"/>
              <a:t>ELT</a:t>
            </a:r>
          </a:p>
        </p:txBody>
      </p:sp>
      <p:sp>
        <p:nvSpPr>
          <p:cNvPr id="14" name="Textfeld 13">
            <a:extLst>
              <a:ext uri="{FF2B5EF4-FFF2-40B4-BE49-F238E27FC236}">
                <a16:creationId xmlns:a16="http://schemas.microsoft.com/office/drawing/2014/main" id="{E16B6844-EC61-1E46-FC86-4DE71C363107}"/>
              </a:ext>
            </a:extLst>
          </p:cNvPr>
          <p:cNvSpPr txBox="1"/>
          <p:nvPr/>
        </p:nvSpPr>
        <p:spPr>
          <a:xfrm>
            <a:off x="8856921" y="1350335"/>
            <a:ext cx="1584251" cy="215444"/>
          </a:xfrm>
          <a:prstGeom prst="rect">
            <a:avLst/>
          </a:prstGeom>
          <a:noFill/>
        </p:spPr>
        <p:txBody>
          <a:bodyPr wrap="square" lIns="0" tIns="0" rIns="0" bIns="0" rtlCol="0">
            <a:spAutoFit/>
          </a:bodyPr>
          <a:lstStyle/>
          <a:p>
            <a:pPr algn="l"/>
            <a:r>
              <a:rPr lang="de-DE" sz="1400" dirty="0"/>
              <a:t>CDC</a:t>
            </a:r>
          </a:p>
        </p:txBody>
      </p:sp>
      <p:sp>
        <p:nvSpPr>
          <p:cNvPr id="16200" name="Inhalt: ETL, ELT und CDC im Ablauf">
            <a:extLst>
              <a:ext uri="{FF2B5EF4-FFF2-40B4-BE49-F238E27FC236}">
                <a16:creationId xmlns:a16="http://schemas.microsoft.com/office/drawing/2014/main" id="{BFA207EA-7BCB-45E4-B9F5-37F452510F81}"/>
              </a:ext>
            </a:extLst>
          </p:cNvPr>
          <p:cNvSpPr>
            <a:spLocks noGrp="1"/>
          </p:cNvSpPr>
          <p:nvPr/>
        </p:nvSpPr>
        <p:spPr>
          <a:xfrm>
            <a:off x="295275" y="247650"/>
            <a:ext cx="9763125" cy="438150"/>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sz="2400" b="1">
                <a:solidFill>
                  <a:srgbClr val="586165"/>
                </a:solidFill>
                <a:latin typeface="Arial"/>
                <a:ea typeface="Arial"/>
                <a:cs typeface="Arial"/>
              </a:rPr>
              <a:t>ETL, ELT und CDC im Ablauf</a:t>
            </a:r>
          </a:p>
        </p:txBody>
      </p:sp>
      <p:sp>
        <p:nvSpPr>
          <p:cNvPr id="16201" name="Inhalt: Integration Taxonomy">
            <a:extLst>
              <a:ext uri="{FF2B5EF4-FFF2-40B4-BE49-F238E27FC236}">
                <a16:creationId xmlns:a16="http://schemas.microsoft.com/office/drawing/2014/main" id="{CBBA5F59-C359-4C8B-8428-53AE55E3623F}"/>
              </a:ext>
            </a:extLst>
          </p:cNvPr>
          <p:cNvSpPr>
            <a:spLocks noGrp="1"/>
          </p:cNvSpPr>
          <p:nvPr/>
        </p:nvSpPr>
        <p:spPr>
          <a:xfrm>
            <a:off x="295275" y="742950"/>
            <a:ext cx="9810750" cy="266700"/>
          </a:xfrm>
          <a:prstGeom prst="rect">
            <a:avLst/>
          </a:prstGeom>
          <a:noFill/>
          <a:ln w="0">
            <a:noFill/>
          </a:ln>
        </p:spPr>
        <p:txBody>
          <a:bodyPr wrap="square" lIns="0" tIns="0" rIns="0" bIns="0" anchor="t">
            <a:noAutofit/>
          </a:bodyPr>
          <a:lstStyle/>
          <a:p>
            <a:pPr>
              <a:defRPr sz="1500" b="0">
                <a:solidFill>
                  <a:srgbClr val="6193CD"/>
                </a:solidFill>
                <a:latin typeface="Arial"/>
                <a:ea typeface="Arial"/>
                <a:cs typeface="Arial"/>
              </a:defRPr>
            </a:pPr>
            <a:r>
              <a:rPr sz="1500" b="0">
                <a:solidFill>
                  <a:srgbClr val="6193CD"/>
                </a:solidFill>
                <a:latin typeface="Arial"/>
                <a:ea typeface="Arial"/>
                <a:cs typeface="Arial"/>
              </a:rPr>
              <a:t>Integration Taxonomy</a:t>
            </a:r>
          </a:p>
        </p:txBody>
      </p:sp>
    </p:spTree>
    <p:extLst>
      <p:ext uri="{BB962C8B-B14F-4D97-AF65-F5344CB8AC3E}">
        <p14:creationId xmlns:p14="http://schemas.microsoft.com/office/powerpoint/2010/main" val="4091819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32</a:t>
            </a:fld>
            <a:endParaRPr lang="en-US"/>
          </a:p>
        </p:txBody>
      </p:sp>
      <p:sp>
        <p:nvSpPr>
          <p:cNvPr id="1005" name="Voraussetzungen und Betrieb">
            <a:extLst>
              <a:ext uri="{FF2B5EF4-FFF2-40B4-BE49-F238E27FC236}">
                <a16:creationId xmlns:a16="http://schemas.microsoft.com/office/drawing/2014/main" id="{259BA5F9-7DD1-44F7-8995-243162291047}"/>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Voraussetzungen und Betrieb</a:t>
            </a:r>
          </a:p>
        </p:txBody>
      </p:sp>
      <p:graphicFrame>
        <p:nvGraphicFramePr>
          <p:cNvPr id="1007" name="Tabelle 1006"/>
          <p:cNvGraphicFramePr/>
          <p:nvPr/>
        </p:nvGraphicFramePr>
        <p:xfrm>
          <a:off x="571500" y="1543050"/>
          <a:ext cx="11049000" cy="4010025"/>
        </p:xfrm>
        <a:graphic>
          <a:graphicData uri="http://schemas.openxmlformats.org/drawingml/2006/table">
            <a:tbl>
              <a:tblPr firstRow="1"/>
              <a:tblGrid>
                <a:gridCol w="314325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495300">
                <a:tc>
                  <a:txBody>
                    <a:bodyPr/>
                    <a:lstStyle/>
                    <a:p>
                      <a:r>
                        <a:rPr sz="1800" b="1">
                          <a:solidFill>
                            <a:srgbClr val="FFFFFF"/>
                          </a:solidFill>
                          <a:latin typeface="Arial"/>
                          <a:ea typeface="Arial"/>
                          <a:cs typeface="Arial"/>
                        </a:rPr>
                        <a:t>Entscheidung</a:t>
                      </a:r>
                    </a:p>
                  </a:txBody>
                  <a:tcPr anchor="ctr">
                    <a:solidFill>
                      <a:srgbClr val="6193CD"/>
                    </a:solidFill>
                  </a:tcPr>
                </a:tc>
                <a:tc>
                  <a:txBody>
                    <a:bodyPr/>
                    <a:lstStyle/>
                    <a:p>
                      <a:r>
                        <a:rPr sz="1800" b="1">
                          <a:solidFill>
                            <a:srgbClr val="FFFFFF"/>
                          </a:solidFill>
                          <a:latin typeface="Arial"/>
                          <a:ea typeface="Arial"/>
                          <a:cs typeface="Arial"/>
                        </a:rPr>
                        <a:t>Für den Pilot zu klären</a:t>
                      </a:r>
                    </a:p>
                  </a:txBody>
                  <a:tcPr anchor="ctr">
                    <a:solidFill>
                      <a:srgbClr val="6193CD"/>
                    </a:solidFill>
                  </a:tcPr>
                </a:tc>
                <a:extLst>
                  <a:ext uri="{0D108BD9-81ED-4DB2-BD59-A6C34878D82A}">
                    <a16:rowId xmlns:a16="http://schemas.microsoft.com/office/drawing/2014/main" val="10000"/>
                  </a:ext>
                </a:extLst>
              </a:tr>
              <a:tr h="702945">
                <a:tc>
                  <a:txBody>
                    <a:bodyPr/>
                    <a:lstStyle/>
                    <a:p>
                      <a:r>
                        <a:rPr sz="1800" b="0">
                          <a:solidFill>
                            <a:srgbClr val="586165"/>
                          </a:solidFill>
                          <a:latin typeface="Arial"/>
                          <a:ea typeface="Arial"/>
                          <a:cs typeface="Arial"/>
                        </a:rPr>
                        <a:t>Datenzugang</a:t>
                      </a:r>
                    </a:p>
                  </a:txBody>
                  <a:tcPr anchor="ctr">
                    <a:solidFill>
                      <a:srgbClr val="E9EFF7"/>
                    </a:solidFill>
                  </a:tcPr>
                </a:tc>
                <a:tc>
                  <a:txBody>
                    <a:bodyPr/>
                    <a:lstStyle/>
                    <a:p>
                      <a:r>
                        <a:rPr sz="1800" b="0">
                          <a:solidFill>
                            <a:srgbClr val="586165"/>
                          </a:solidFill>
                          <a:latin typeface="Arial"/>
                          <a:ea typeface="Arial"/>
                          <a:cs typeface="Arial"/>
                        </a:rPr>
                        <a:t>Welche API oder welcher Export liefert die freigegebenen Inhalte?</a:t>
                      </a:r>
                    </a:p>
                  </a:txBody>
                  <a:tcPr anchor="ctr">
                    <a:solidFill>
                      <a:srgbClr val="E9EFF7"/>
                    </a:solidFill>
                  </a:tcPr>
                </a:tc>
                <a:extLst>
                  <a:ext uri="{0D108BD9-81ED-4DB2-BD59-A6C34878D82A}">
                    <a16:rowId xmlns:a16="http://schemas.microsoft.com/office/drawing/2014/main" val="10001"/>
                  </a:ext>
                </a:extLst>
              </a:tr>
              <a:tr h="702945">
                <a:tc>
                  <a:txBody>
                    <a:bodyPr/>
                    <a:lstStyle/>
                    <a:p>
                      <a:r>
                        <a:rPr sz="1800" b="0">
                          <a:solidFill>
                            <a:srgbClr val="586165"/>
                          </a:solidFill>
                          <a:latin typeface="Arial"/>
                          <a:ea typeface="Arial"/>
                          <a:cs typeface="Arial"/>
                        </a:rPr>
                        <a:t>Aktualität</a:t>
                      </a:r>
                    </a:p>
                  </a:txBody>
                  <a:tcPr anchor="ctr">
                    <a:solidFill>
                      <a:srgbClr val="F5F7FA"/>
                    </a:solidFill>
                  </a:tcPr>
                </a:tc>
                <a:tc>
                  <a:txBody>
                    <a:bodyPr/>
                    <a:lstStyle/>
                    <a:p>
                      <a:r>
                        <a:rPr sz="1800" b="0">
                          <a:solidFill>
                            <a:srgbClr val="586165"/>
                          </a:solidFill>
                          <a:latin typeface="Arial"/>
                          <a:ea typeface="Arial"/>
                          <a:cs typeface="Arial"/>
                        </a:rPr>
                        <a:t>Welcher maximale Datenrückstand ist fachlich akzeptabel?</a:t>
                      </a:r>
                    </a:p>
                  </a:txBody>
                  <a:tcPr anchor="ctr">
                    <a:solidFill>
                      <a:srgbClr val="F5F7FA"/>
                    </a:solidFill>
                  </a:tcPr>
                </a:tc>
                <a:extLst>
                  <a:ext uri="{0D108BD9-81ED-4DB2-BD59-A6C34878D82A}">
                    <a16:rowId xmlns:a16="http://schemas.microsoft.com/office/drawing/2014/main" val="10002"/>
                  </a:ext>
                </a:extLst>
              </a:tr>
              <a:tr h="702945">
                <a:tc>
                  <a:txBody>
                    <a:bodyPr/>
                    <a:lstStyle/>
                    <a:p>
                      <a:r>
                        <a:rPr sz="1800" b="0">
                          <a:solidFill>
                            <a:srgbClr val="586165"/>
                          </a:solidFill>
                          <a:latin typeface="Arial"/>
                          <a:ea typeface="Arial"/>
                          <a:cs typeface="Arial"/>
                        </a:rPr>
                        <a:t>Anwendung und Betrieb</a:t>
                      </a:r>
                    </a:p>
                  </a:txBody>
                  <a:tcPr anchor="ctr">
                    <a:solidFill>
                      <a:srgbClr val="E9EFF7"/>
                    </a:solidFill>
                  </a:tcPr>
                </a:tc>
                <a:tc>
                  <a:txBody>
                    <a:bodyPr/>
                    <a:lstStyle/>
                    <a:p>
                      <a:r>
                        <a:rPr sz="1800" b="0">
                          <a:solidFill>
                            <a:srgbClr val="586165"/>
                          </a:solidFill>
                          <a:latin typeface="Arial"/>
                          <a:ea typeface="Arial"/>
                          <a:cs typeface="Arial"/>
                        </a:rPr>
                        <a:t>Wie unterstützt DefenceGPT MCP? Wer betreibt Quelle, Index und Tools?</a:t>
                      </a:r>
                    </a:p>
                  </a:txBody>
                  <a:tcPr anchor="ctr">
                    <a:solidFill>
                      <a:srgbClr val="E9EFF7"/>
                    </a:solidFill>
                  </a:tcPr>
                </a:tc>
                <a:extLst>
                  <a:ext uri="{0D108BD9-81ED-4DB2-BD59-A6C34878D82A}">
                    <a16:rowId xmlns:a16="http://schemas.microsoft.com/office/drawing/2014/main" val="10003"/>
                  </a:ext>
                </a:extLst>
              </a:tr>
              <a:tr h="702945">
                <a:tc>
                  <a:txBody>
                    <a:bodyPr/>
                    <a:lstStyle/>
                    <a:p>
                      <a:r>
                        <a:rPr sz="1800" b="0">
                          <a:solidFill>
                            <a:srgbClr val="586165"/>
                          </a:solidFill>
                          <a:latin typeface="Arial"/>
                          <a:ea typeface="Arial"/>
                          <a:cs typeface="Arial"/>
                        </a:rPr>
                        <a:t>Fehlerverhalten</a:t>
                      </a:r>
                    </a:p>
                  </a:txBody>
                  <a:tcPr anchor="ctr">
                    <a:solidFill>
                      <a:srgbClr val="F5F7FA"/>
                    </a:solidFill>
                  </a:tcPr>
                </a:tc>
                <a:tc>
                  <a:txBody>
                    <a:bodyPr/>
                    <a:lstStyle/>
                    <a:p>
                      <a:r>
                        <a:rPr sz="1800" b="0">
                          <a:solidFill>
                            <a:srgbClr val="586165"/>
                          </a:solidFill>
                          <a:latin typeface="Arial"/>
                          <a:ea typeface="Arial"/>
                          <a:cs typeface="Arial"/>
                        </a:rPr>
                        <a:t>Welche Zeitlimits, Wiederholungen und Rückmeldungen gelten?</a:t>
                      </a:r>
                    </a:p>
                  </a:txBody>
                  <a:tcPr anchor="ctr">
                    <a:solidFill>
                      <a:srgbClr val="F5F7FA"/>
                    </a:solidFill>
                  </a:tcPr>
                </a:tc>
                <a:extLst>
                  <a:ext uri="{0D108BD9-81ED-4DB2-BD59-A6C34878D82A}">
                    <a16:rowId xmlns:a16="http://schemas.microsoft.com/office/drawing/2014/main" val="10004"/>
                  </a:ext>
                </a:extLst>
              </a:tr>
              <a:tr h="702945">
                <a:tc>
                  <a:txBody>
                    <a:bodyPr/>
                    <a:lstStyle/>
                    <a:p>
                      <a:r>
                        <a:rPr sz="1800" b="0">
                          <a:solidFill>
                            <a:srgbClr val="586165"/>
                          </a:solidFill>
                          <a:latin typeface="Arial"/>
                          <a:ea typeface="Arial"/>
                          <a:cs typeface="Arial"/>
                        </a:rPr>
                        <a:t>Freigaben</a:t>
                      </a:r>
                    </a:p>
                  </a:txBody>
                  <a:tcPr anchor="ctr">
                    <a:solidFill>
                      <a:srgbClr val="E9EFF7"/>
                    </a:solidFill>
                  </a:tcPr>
                </a:tc>
                <a:tc>
                  <a:txBody>
                    <a:bodyPr/>
                    <a:lstStyle/>
                    <a:p>
                      <a:r>
                        <a:rPr sz="1800" b="0">
                          <a:solidFill>
                            <a:srgbClr val="586165"/>
                          </a:solidFill>
                          <a:latin typeface="Arial"/>
                          <a:ea typeface="Arial"/>
                          <a:cs typeface="Arial"/>
                        </a:rPr>
                        <a:t>Welche Nutzer dürfen welche Inhalte und Funktionen verwenden?</a:t>
                      </a:r>
                    </a:p>
                  </a:txBody>
                  <a:tcPr anchor="ctr">
                    <a:solidFill>
                      <a:srgbClr val="E9EFF7"/>
                    </a:solidFill>
                  </a:tcPr>
                </a:tc>
                <a:extLst>
                  <a:ext uri="{0D108BD9-81ED-4DB2-BD59-A6C34878D82A}">
                    <a16:rowId xmlns:a16="http://schemas.microsoft.com/office/drawing/2014/main" val="10005"/>
                  </a:ext>
                </a:extLst>
              </a:tr>
            </a:tbl>
          </a:graphicData>
        </a:graphic>
      </p:graphicFrame>
      <p:sp>
        <p:nvSpPr>
          <p:cNvPr id="1004" name="Die Architektur setzt diese Fähigkeiten voraus. Ihre Verfügbarkeit ist intern zu">
            <a:extLst>
              <a:ext uri="{FF2B5EF4-FFF2-40B4-BE49-F238E27FC236}">
                <a16:creationId xmlns:a16="http://schemas.microsoft.com/office/drawing/2014/main" id="{ECFEB859-97DF-4E05-A448-0C0D95D91CD6}"/>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Die Architektur setzt diese Fähigkeiten voraus. Ihre Verfügbarkeit ist intern zu bestätigen.</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04  Integration und MCP</a:t>
            </a:r>
          </a:p>
        </p:txBody>
      </p:sp>
    </p:spTree>
    <p:extLst>
      <p:ext uri="{BB962C8B-B14F-4D97-AF65-F5344CB8AC3E}">
        <p14:creationId xmlns:p14="http://schemas.microsoft.com/office/powerpoint/2010/main" val="1408768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33</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Welches Muster für welches Problem </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Integration </a:t>
            </a:r>
            <a:r>
              <a:rPr lang="de-DE" dirty="0" err="1"/>
              <a:t>Taxonomy</a:t>
            </a:r>
            <a:endParaRPr lang="de-DE" dirty="0"/>
          </a:p>
        </p:txBody>
      </p:sp>
      <p:graphicFrame>
        <p:nvGraphicFramePr>
          <p:cNvPr id="8" name="Tabelle 7">
            <a:extLst>
              <a:ext uri="{FF2B5EF4-FFF2-40B4-BE49-F238E27FC236}">
                <a16:creationId xmlns:a16="http://schemas.microsoft.com/office/drawing/2014/main" id="{2ED5A4FE-7D0F-5C50-5642-9B64F17B60E8}"/>
              </a:ext>
            </a:extLst>
          </p:cNvPr>
          <p:cNvGraphicFramePr>
            <a:graphicFrameLocks noGrp="1"/>
          </p:cNvGraphicFramePr>
          <p:nvPr/>
        </p:nvGraphicFramePr>
        <p:xfrm>
          <a:off x="802729" y="2332005"/>
          <a:ext cx="10579395" cy="3778909"/>
        </p:xfrm>
        <a:graphic>
          <a:graphicData uri="http://schemas.openxmlformats.org/drawingml/2006/table">
            <a:tbl>
              <a:tblPr firstRow="1" bandRow="1">
                <a:tableStyleId>{5C22544A-7EE6-4342-B048-85BDC9FD1C3A}</a:tableStyleId>
              </a:tblPr>
              <a:tblGrid>
                <a:gridCol w="7933731">
                  <a:extLst>
                    <a:ext uri="{9D8B030D-6E8A-4147-A177-3AD203B41FA5}">
                      <a16:colId xmlns:a16="http://schemas.microsoft.com/office/drawing/2014/main" val="1701390612"/>
                    </a:ext>
                  </a:extLst>
                </a:gridCol>
                <a:gridCol w="2645664">
                  <a:extLst>
                    <a:ext uri="{9D8B030D-6E8A-4147-A177-3AD203B41FA5}">
                      <a16:colId xmlns:a16="http://schemas.microsoft.com/office/drawing/2014/main" val="1748756526"/>
                    </a:ext>
                  </a:extLst>
                </a:gridCol>
              </a:tblGrid>
              <a:tr h="594137">
                <a:tc>
                  <a:txBody>
                    <a:bodyPr/>
                    <a:lstStyle/>
                    <a:p>
                      <a:r>
                        <a:rPr lang="de-DE" dirty="0"/>
                        <a:t>Problem</a:t>
                      </a:r>
                    </a:p>
                  </a:txBody>
                  <a:tcPr/>
                </a:tc>
                <a:tc>
                  <a:txBody>
                    <a:bodyPr/>
                    <a:lstStyle/>
                    <a:p>
                      <a:r>
                        <a:rPr lang="de-DE" dirty="0"/>
                        <a:t>Muster</a:t>
                      </a:r>
                    </a:p>
                  </a:txBody>
                  <a:tcPr/>
                </a:tc>
                <a:extLst>
                  <a:ext uri="{0D108BD9-81ED-4DB2-BD59-A6C34878D82A}">
                    <a16:rowId xmlns:a16="http://schemas.microsoft.com/office/drawing/2014/main" val="2170930329"/>
                  </a:ext>
                </a:extLst>
              </a:tr>
              <a:tr h="602389">
                <a:tc>
                  <a:txBody>
                    <a:bodyPr/>
                    <a:lstStyle/>
                    <a:p>
                      <a:r>
                        <a:rPr lang="de-DE" dirty="0"/>
                        <a:t>Brauch ich eine direkte Antwort?</a:t>
                      </a:r>
                    </a:p>
                  </a:txBody>
                  <a:tcPr/>
                </a:tc>
                <a:tc>
                  <a:txBody>
                    <a:bodyPr/>
                    <a:lstStyle/>
                    <a:p>
                      <a:r>
                        <a:rPr lang="de-DE" dirty="0"/>
                        <a:t>API</a:t>
                      </a:r>
                    </a:p>
                  </a:txBody>
                  <a:tcPr/>
                </a:tc>
                <a:extLst>
                  <a:ext uri="{0D108BD9-81ED-4DB2-BD59-A6C34878D82A}">
                    <a16:rowId xmlns:a16="http://schemas.microsoft.com/office/drawing/2014/main" val="2605738702"/>
                  </a:ext>
                </a:extLst>
              </a:tr>
              <a:tr h="602389">
                <a:tc>
                  <a:txBody>
                    <a:bodyPr/>
                    <a:lstStyle/>
                    <a:p>
                      <a:r>
                        <a:rPr lang="de-DE" dirty="0"/>
                        <a:t>Soll auf eine Änderung reagiert werden?</a:t>
                      </a:r>
                    </a:p>
                  </a:txBody>
                  <a:tcPr/>
                </a:tc>
                <a:tc>
                  <a:txBody>
                    <a:bodyPr/>
                    <a:lstStyle/>
                    <a:p>
                      <a:r>
                        <a:rPr lang="de-DE" dirty="0"/>
                        <a:t>Event/ Messaging</a:t>
                      </a:r>
                    </a:p>
                  </a:txBody>
                  <a:tcPr/>
                </a:tc>
                <a:extLst>
                  <a:ext uri="{0D108BD9-81ED-4DB2-BD59-A6C34878D82A}">
                    <a16:rowId xmlns:a16="http://schemas.microsoft.com/office/drawing/2014/main" val="2091904295"/>
                  </a:ext>
                </a:extLst>
              </a:tr>
              <a:tr h="602389">
                <a:tc>
                  <a:txBody>
                    <a:bodyPr/>
                    <a:lstStyle/>
                    <a:p>
                      <a:r>
                        <a:rPr lang="de-DE" dirty="0"/>
                        <a:t>Sollen Daten regelmäßig übertragen und verarbeitet werden?</a:t>
                      </a:r>
                    </a:p>
                  </a:txBody>
                  <a:tcPr/>
                </a:tc>
                <a:tc>
                  <a:txBody>
                    <a:bodyPr/>
                    <a:lstStyle/>
                    <a:p>
                      <a:r>
                        <a:rPr lang="de-DE" dirty="0"/>
                        <a:t>ETL / ELT</a:t>
                      </a:r>
                    </a:p>
                  </a:txBody>
                  <a:tcPr/>
                </a:tc>
                <a:extLst>
                  <a:ext uri="{0D108BD9-81ED-4DB2-BD59-A6C34878D82A}">
                    <a16:rowId xmlns:a16="http://schemas.microsoft.com/office/drawing/2014/main" val="79590976"/>
                  </a:ext>
                </a:extLst>
              </a:tr>
              <a:tr h="775216">
                <a:tc>
                  <a:txBody>
                    <a:bodyPr/>
                    <a:lstStyle/>
                    <a:p>
                      <a:r>
                        <a:rPr lang="de-DE" dirty="0"/>
                        <a:t>Sollen Datenänderungen kontinuierlich übernommen werden?</a:t>
                      </a:r>
                    </a:p>
                  </a:txBody>
                  <a:tcPr/>
                </a:tc>
                <a:tc>
                  <a:txBody>
                    <a:bodyPr/>
                    <a:lstStyle/>
                    <a:p>
                      <a:r>
                        <a:rPr lang="de-DE" dirty="0"/>
                        <a:t>CDC</a:t>
                      </a:r>
                    </a:p>
                  </a:txBody>
                  <a:tcPr/>
                </a:tc>
                <a:extLst>
                  <a:ext uri="{0D108BD9-81ED-4DB2-BD59-A6C34878D82A}">
                    <a16:rowId xmlns:a16="http://schemas.microsoft.com/office/drawing/2014/main" val="786580735"/>
                  </a:ext>
                </a:extLst>
              </a:tr>
              <a:tr h="602389">
                <a:tc>
                  <a:txBody>
                    <a:bodyPr/>
                    <a:lstStyle/>
                    <a:p>
                      <a:r>
                        <a:rPr lang="de-DE" dirty="0"/>
                        <a:t>Soll eine KI dynamisch auf Funktionen zugreifen?</a:t>
                      </a:r>
                    </a:p>
                  </a:txBody>
                  <a:tcPr/>
                </a:tc>
                <a:tc>
                  <a:txBody>
                    <a:bodyPr/>
                    <a:lstStyle/>
                    <a:p>
                      <a:r>
                        <a:rPr lang="de-DE" dirty="0"/>
                        <a:t>MCP</a:t>
                      </a:r>
                    </a:p>
                  </a:txBody>
                  <a:tcPr/>
                </a:tc>
                <a:extLst>
                  <a:ext uri="{0D108BD9-81ED-4DB2-BD59-A6C34878D82A}">
                    <a16:rowId xmlns:a16="http://schemas.microsoft.com/office/drawing/2014/main" val="2764006192"/>
                  </a:ext>
                </a:extLst>
              </a:tr>
            </a:tbl>
          </a:graphicData>
        </a:graphic>
      </p:graphicFrame>
      <p:sp>
        <p:nvSpPr>
          <p:cNvPr id="5" name="Textfeld 4">
            <a:extLst>
              <a:ext uri="{FF2B5EF4-FFF2-40B4-BE49-F238E27FC236}">
                <a16:creationId xmlns:a16="http://schemas.microsoft.com/office/drawing/2014/main" id="{EB51B817-A91B-BCC0-8621-C22E66F8403B}"/>
              </a:ext>
            </a:extLst>
          </p:cNvPr>
          <p:cNvSpPr txBox="1"/>
          <p:nvPr/>
        </p:nvSpPr>
        <p:spPr>
          <a:xfrm>
            <a:off x="940951" y="1470243"/>
            <a:ext cx="10302949" cy="553998"/>
          </a:xfrm>
          <a:prstGeom prst="rect">
            <a:avLst/>
          </a:prstGeom>
          <a:noFill/>
        </p:spPr>
        <p:txBody>
          <a:bodyPr wrap="square" lIns="0" tIns="0" rIns="0" bIns="0" rtlCol="0">
            <a:spAutoFit/>
          </a:bodyPr>
          <a:lstStyle/>
          <a:p>
            <a:pPr algn="ctr"/>
            <a:r>
              <a:rPr lang="de-DE" b="1" dirty="0"/>
              <a:t>Das Integrationsmuster sollte aus dem Kommunikationsproblem abgeleitet werden, nicht aus einer bevorzugten Technologie.</a:t>
            </a:r>
          </a:p>
        </p:txBody>
      </p:sp>
    </p:spTree>
    <p:extLst>
      <p:ext uri="{BB962C8B-B14F-4D97-AF65-F5344CB8AC3E}">
        <p14:creationId xmlns:p14="http://schemas.microsoft.com/office/powerpoint/2010/main" val="737168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34</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Das M x N Problem</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MCP und KI Integration</a:t>
            </a:r>
          </a:p>
        </p:txBody>
      </p:sp>
      <p:sp>
        <p:nvSpPr>
          <p:cNvPr id="6" name="Textfeld 5">
            <a:extLst>
              <a:ext uri="{FF2B5EF4-FFF2-40B4-BE49-F238E27FC236}">
                <a16:creationId xmlns:a16="http://schemas.microsoft.com/office/drawing/2014/main" id="{7BE1A614-F44E-B42D-1C40-F7C1E418F1C1}"/>
              </a:ext>
            </a:extLst>
          </p:cNvPr>
          <p:cNvSpPr txBox="1"/>
          <p:nvPr/>
        </p:nvSpPr>
        <p:spPr>
          <a:xfrm>
            <a:off x="627233" y="1639874"/>
            <a:ext cx="627233" cy="215444"/>
          </a:xfrm>
          <a:prstGeom prst="rect">
            <a:avLst/>
          </a:prstGeom>
          <a:noFill/>
        </p:spPr>
        <p:txBody>
          <a:bodyPr wrap="square" lIns="0" tIns="0" rIns="0" bIns="0" rtlCol="0">
            <a:spAutoFit/>
          </a:bodyPr>
          <a:lstStyle/>
          <a:p>
            <a:pPr algn="l"/>
            <a:r>
              <a:rPr lang="de-DE" sz="1400" dirty="0"/>
              <a:t>LLM A</a:t>
            </a:r>
          </a:p>
        </p:txBody>
      </p:sp>
      <p:sp>
        <p:nvSpPr>
          <p:cNvPr id="7" name="Textfeld 6">
            <a:extLst>
              <a:ext uri="{FF2B5EF4-FFF2-40B4-BE49-F238E27FC236}">
                <a16:creationId xmlns:a16="http://schemas.microsoft.com/office/drawing/2014/main" id="{56549263-F932-54A0-D569-91FC21CCED09}"/>
              </a:ext>
            </a:extLst>
          </p:cNvPr>
          <p:cNvSpPr txBox="1"/>
          <p:nvPr/>
        </p:nvSpPr>
        <p:spPr>
          <a:xfrm>
            <a:off x="3158836" y="1564304"/>
            <a:ext cx="1700331" cy="215444"/>
          </a:xfrm>
          <a:prstGeom prst="rect">
            <a:avLst/>
          </a:prstGeom>
          <a:noFill/>
        </p:spPr>
        <p:txBody>
          <a:bodyPr wrap="square" lIns="0" tIns="0" rIns="0" bIns="0" rtlCol="0">
            <a:spAutoFit/>
          </a:bodyPr>
          <a:lstStyle/>
          <a:p>
            <a:pPr algn="l"/>
            <a:r>
              <a:rPr lang="de-DE" sz="1400" dirty="0"/>
              <a:t>ITONICS</a:t>
            </a:r>
          </a:p>
        </p:txBody>
      </p:sp>
      <p:sp>
        <p:nvSpPr>
          <p:cNvPr id="8" name="Textfeld 7">
            <a:extLst>
              <a:ext uri="{FF2B5EF4-FFF2-40B4-BE49-F238E27FC236}">
                <a16:creationId xmlns:a16="http://schemas.microsoft.com/office/drawing/2014/main" id="{FC0946FC-6429-6334-53C4-C4971CFAA128}"/>
              </a:ext>
            </a:extLst>
          </p:cNvPr>
          <p:cNvSpPr txBox="1"/>
          <p:nvPr/>
        </p:nvSpPr>
        <p:spPr>
          <a:xfrm>
            <a:off x="536549" y="2546717"/>
            <a:ext cx="1216681" cy="215444"/>
          </a:xfrm>
          <a:prstGeom prst="rect">
            <a:avLst/>
          </a:prstGeom>
          <a:noFill/>
        </p:spPr>
        <p:txBody>
          <a:bodyPr wrap="square" lIns="0" tIns="0" rIns="0" bIns="0" rtlCol="0">
            <a:spAutoFit/>
          </a:bodyPr>
          <a:lstStyle/>
          <a:p>
            <a:pPr algn="l"/>
            <a:r>
              <a:rPr lang="de-DE" sz="1400" dirty="0"/>
              <a:t>LLM B</a:t>
            </a:r>
          </a:p>
        </p:txBody>
      </p:sp>
      <p:sp>
        <p:nvSpPr>
          <p:cNvPr id="9" name="Textfeld 8">
            <a:extLst>
              <a:ext uri="{FF2B5EF4-FFF2-40B4-BE49-F238E27FC236}">
                <a16:creationId xmlns:a16="http://schemas.microsoft.com/office/drawing/2014/main" id="{A1669F12-5217-30FB-14F0-AF8659AF4012}"/>
              </a:ext>
            </a:extLst>
          </p:cNvPr>
          <p:cNvSpPr txBox="1"/>
          <p:nvPr/>
        </p:nvSpPr>
        <p:spPr>
          <a:xfrm>
            <a:off x="3105937" y="2425805"/>
            <a:ext cx="1345151" cy="215444"/>
          </a:xfrm>
          <a:prstGeom prst="rect">
            <a:avLst/>
          </a:prstGeom>
          <a:noFill/>
        </p:spPr>
        <p:txBody>
          <a:bodyPr wrap="square" lIns="0" tIns="0" rIns="0" bIns="0" rtlCol="0">
            <a:spAutoFit/>
          </a:bodyPr>
          <a:lstStyle/>
          <a:p>
            <a:pPr algn="l"/>
            <a:r>
              <a:rPr lang="de-DE" sz="1400" dirty="0"/>
              <a:t>DB</a:t>
            </a:r>
          </a:p>
        </p:txBody>
      </p:sp>
      <p:sp>
        <p:nvSpPr>
          <p:cNvPr id="10" name="Textfeld 9">
            <a:extLst>
              <a:ext uri="{FF2B5EF4-FFF2-40B4-BE49-F238E27FC236}">
                <a16:creationId xmlns:a16="http://schemas.microsoft.com/office/drawing/2014/main" id="{04FE76B0-B55A-6293-5D47-BC707B76354A}"/>
              </a:ext>
            </a:extLst>
          </p:cNvPr>
          <p:cNvSpPr txBox="1"/>
          <p:nvPr/>
        </p:nvSpPr>
        <p:spPr>
          <a:xfrm>
            <a:off x="536549" y="3429000"/>
            <a:ext cx="846387" cy="215444"/>
          </a:xfrm>
          <a:prstGeom prst="rect">
            <a:avLst/>
          </a:prstGeom>
          <a:noFill/>
        </p:spPr>
        <p:txBody>
          <a:bodyPr wrap="square" lIns="0" tIns="0" rIns="0" bIns="0" rtlCol="0">
            <a:spAutoFit/>
          </a:bodyPr>
          <a:lstStyle/>
          <a:p>
            <a:pPr algn="l"/>
            <a:r>
              <a:rPr lang="de-DE" sz="1400" dirty="0"/>
              <a:t>LLM C</a:t>
            </a:r>
          </a:p>
        </p:txBody>
      </p:sp>
      <p:sp>
        <p:nvSpPr>
          <p:cNvPr id="11" name="Textfeld 10">
            <a:extLst>
              <a:ext uri="{FF2B5EF4-FFF2-40B4-BE49-F238E27FC236}">
                <a16:creationId xmlns:a16="http://schemas.microsoft.com/office/drawing/2014/main" id="{1CC99802-915E-C6F1-E350-4222F126D78A}"/>
              </a:ext>
            </a:extLst>
          </p:cNvPr>
          <p:cNvSpPr txBox="1"/>
          <p:nvPr/>
        </p:nvSpPr>
        <p:spPr>
          <a:xfrm>
            <a:off x="3094601" y="3581351"/>
            <a:ext cx="914400" cy="215444"/>
          </a:xfrm>
          <a:prstGeom prst="rect">
            <a:avLst/>
          </a:prstGeom>
          <a:noFill/>
        </p:spPr>
        <p:txBody>
          <a:bodyPr wrap="square" lIns="0" tIns="0" rIns="0" bIns="0" rtlCol="0">
            <a:spAutoFit/>
          </a:bodyPr>
          <a:lstStyle/>
          <a:p>
            <a:pPr algn="l"/>
            <a:r>
              <a:rPr lang="de-DE" sz="1400" dirty="0"/>
              <a:t>Search</a:t>
            </a:r>
          </a:p>
        </p:txBody>
      </p:sp>
      <p:cxnSp>
        <p:nvCxnSpPr>
          <p:cNvPr id="13" name="Gerader Verbinder 12">
            <a:extLst>
              <a:ext uri="{FF2B5EF4-FFF2-40B4-BE49-F238E27FC236}">
                <a16:creationId xmlns:a16="http://schemas.microsoft.com/office/drawing/2014/main" id="{639558F2-A049-5CC4-8C0F-60FB7C1C9EAE}"/>
              </a:ext>
            </a:extLst>
          </p:cNvPr>
          <p:cNvCxnSpPr>
            <a:stCxn id="6" idx="3"/>
          </p:cNvCxnSpPr>
          <p:nvPr/>
        </p:nvCxnSpPr>
        <p:spPr>
          <a:xfrm>
            <a:off x="1254466" y="1747596"/>
            <a:ext cx="165498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5" name="Gerader Verbinder 14">
            <a:extLst>
              <a:ext uri="{FF2B5EF4-FFF2-40B4-BE49-F238E27FC236}">
                <a16:creationId xmlns:a16="http://schemas.microsoft.com/office/drawing/2014/main" id="{888F7EF8-A433-879B-6BF4-A9764572B283}"/>
              </a:ext>
            </a:extLst>
          </p:cNvPr>
          <p:cNvCxnSpPr/>
          <p:nvPr/>
        </p:nvCxnSpPr>
        <p:spPr>
          <a:xfrm>
            <a:off x="1254466" y="3581351"/>
            <a:ext cx="1586975" cy="10772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7" name="Gerader Verbinder 16">
            <a:extLst>
              <a:ext uri="{FF2B5EF4-FFF2-40B4-BE49-F238E27FC236}">
                <a16:creationId xmlns:a16="http://schemas.microsoft.com/office/drawing/2014/main" id="{43E9A63F-AF45-8D4A-BA7C-9F4F9489FFF1}"/>
              </a:ext>
            </a:extLst>
          </p:cNvPr>
          <p:cNvCxnSpPr/>
          <p:nvPr/>
        </p:nvCxnSpPr>
        <p:spPr>
          <a:xfrm>
            <a:off x="755702" y="1957269"/>
            <a:ext cx="0" cy="46853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Gerader Verbinder 18">
            <a:extLst>
              <a:ext uri="{FF2B5EF4-FFF2-40B4-BE49-F238E27FC236}">
                <a16:creationId xmlns:a16="http://schemas.microsoft.com/office/drawing/2014/main" id="{6EE39421-0B37-AEFD-B5C4-E66C5FDBB141}"/>
              </a:ext>
            </a:extLst>
          </p:cNvPr>
          <p:cNvCxnSpPr/>
          <p:nvPr/>
        </p:nvCxnSpPr>
        <p:spPr>
          <a:xfrm>
            <a:off x="755702" y="2856555"/>
            <a:ext cx="0" cy="57244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Gerader Verbinder 20">
            <a:extLst>
              <a:ext uri="{FF2B5EF4-FFF2-40B4-BE49-F238E27FC236}">
                <a16:creationId xmlns:a16="http://schemas.microsoft.com/office/drawing/2014/main" id="{05CC3C13-A29B-7A57-8160-5E1FD24C0D51}"/>
              </a:ext>
            </a:extLst>
          </p:cNvPr>
          <p:cNvCxnSpPr/>
          <p:nvPr/>
        </p:nvCxnSpPr>
        <p:spPr>
          <a:xfrm>
            <a:off x="3287306" y="2762161"/>
            <a:ext cx="0" cy="77456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Gerader Verbinder 22">
            <a:extLst>
              <a:ext uri="{FF2B5EF4-FFF2-40B4-BE49-F238E27FC236}">
                <a16:creationId xmlns:a16="http://schemas.microsoft.com/office/drawing/2014/main" id="{6CA16084-2D31-A776-EF2B-4166D4928A96}"/>
              </a:ext>
            </a:extLst>
          </p:cNvPr>
          <p:cNvCxnSpPr/>
          <p:nvPr/>
        </p:nvCxnSpPr>
        <p:spPr>
          <a:xfrm>
            <a:off x="3279749" y="1855318"/>
            <a:ext cx="0" cy="449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Gerader Verbinder 24">
            <a:extLst>
              <a:ext uri="{FF2B5EF4-FFF2-40B4-BE49-F238E27FC236}">
                <a16:creationId xmlns:a16="http://schemas.microsoft.com/office/drawing/2014/main" id="{E61976F4-6AB4-DF80-36F6-2CD3B5A73269}"/>
              </a:ext>
            </a:extLst>
          </p:cNvPr>
          <p:cNvCxnSpPr>
            <a:stCxn id="8" idx="0"/>
          </p:cNvCxnSpPr>
          <p:nvPr/>
        </p:nvCxnSpPr>
        <p:spPr>
          <a:xfrm flipV="1">
            <a:off x="1144890" y="2533527"/>
            <a:ext cx="1764565" cy="1319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C6B288A3-AB93-7230-74A9-BD33AB9CA77C}"/>
              </a:ext>
            </a:extLst>
          </p:cNvPr>
          <p:cNvCxnSpPr/>
          <p:nvPr/>
        </p:nvCxnSpPr>
        <p:spPr>
          <a:xfrm>
            <a:off x="1254466" y="1936798"/>
            <a:ext cx="1654989" cy="38324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Gerader Verbinder 28">
            <a:extLst>
              <a:ext uri="{FF2B5EF4-FFF2-40B4-BE49-F238E27FC236}">
                <a16:creationId xmlns:a16="http://schemas.microsoft.com/office/drawing/2014/main" id="{A218F3B3-9C2C-77F3-C5E4-93C183915D4C}"/>
              </a:ext>
            </a:extLst>
          </p:cNvPr>
          <p:cNvCxnSpPr/>
          <p:nvPr/>
        </p:nvCxnSpPr>
        <p:spPr>
          <a:xfrm flipV="1">
            <a:off x="1190231" y="2762161"/>
            <a:ext cx="1794794" cy="66683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Textfeld 29">
            <a:extLst>
              <a:ext uri="{FF2B5EF4-FFF2-40B4-BE49-F238E27FC236}">
                <a16:creationId xmlns:a16="http://schemas.microsoft.com/office/drawing/2014/main" id="{6CBD56E9-5CAE-2E34-D90D-7E275C7F0AB2}"/>
              </a:ext>
            </a:extLst>
          </p:cNvPr>
          <p:cNvSpPr txBox="1"/>
          <p:nvPr/>
        </p:nvSpPr>
        <p:spPr>
          <a:xfrm>
            <a:off x="1382936" y="1141111"/>
            <a:ext cx="1171338" cy="215444"/>
          </a:xfrm>
          <a:prstGeom prst="rect">
            <a:avLst/>
          </a:prstGeom>
          <a:noFill/>
        </p:spPr>
        <p:txBody>
          <a:bodyPr wrap="square" lIns="0" tIns="0" rIns="0" bIns="0" rtlCol="0">
            <a:spAutoFit/>
          </a:bodyPr>
          <a:lstStyle/>
          <a:p>
            <a:pPr algn="l"/>
            <a:r>
              <a:rPr lang="de-DE" sz="1400" dirty="0"/>
              <a:t>Ohne MCP</a:t>
            </a:r>
          </a:p>
        </p:txBody>
      </p:sp>
      <p:sp>
        <p:nvSpPr>
          <p:cNvPr id="33" name="Textfeld 32">
            <a:extLst>
              <a:ext uri="{FF2B5EF4-FFF2-40B4-BE49-F238E27FC236}">
                <a16:creationId xmlns:a16="http://schemas.microsoft.com/office/drawing/2014/main" id="{B052BDE2-6265-744E-0FF0-0EB7FB0EB0BD}"/>
              </a:ext>
            </a:extLst>
          </p:cNvPr>
          <p:cNvSpPr txBox="1"/>
          <p:nvPr/>
        </p:nvSpPr>
        <p:spPr>
          <a:xfrm>
            <a:off x="7050704" y="1639874"/>
            <a:ext cx="2123524" cy="215444"/>
          </a:xfrm>
          <a:prstGeom prst="rect">
            <a:avLst/>
          </a:prstGeom>
          <a:noFill/>
        </p:spPr>
        <p:txBody>
          <a:bodyPr wrap="square" lIns="0" tIns="0" rIns="0" bIns="0" rtlCol="0">
            <a:spAutoFit/>
          </a:bodyPr>
          <a:lstStyle/>
          <a:p>
            <a:pPr algn="l"/>
            <a:r>
              <a:rPr lang="de-DE" sz="1400" dirty="0"/>
              <a:t>Mit MCP</a:t>
            </a:r>
          </a:p>
        </p:txBody>
      </p:sp>
      <p:sp>
        <p:nvSpPr>
          <p:cNvPr id="34" name="Textfeld 33">
            <a:extLst>
              <a:ext uri="{FF2B5EF4-FFF2-40B4-BE49-F238E27FC236}">
                <a16:creationId xmlns:a16="http://schemas.microsoft.com/office/drawing/2014/main" id="{5C77E3BA-E5F6-1E98-8BBC-28DFED6859C9}"/>
              </a:ext>
            </a:extLst>
          </p:cNvPr>
          <p:cNvSpPr txBox="1"/>
          <p:nvPr/>
        </p:nvSpPr>
        <p:spPr>
          <a:xfrm>
            <a:off x="5894479" y="2223025"/>
            <a:ext cx="627233" cy="215444"/>
          </a:xfrm>
          <a:prstGeom prst="rect">
            <a:avLst/>
          </a:prstGeom>
          <a:noFill/>
        </p:spPr>
        <p:txBody>
          <a:bodyPr wrap="square" lIns="0" tIns="0" rIns="0" bIns="0" rtlCol="0">
            <a:spAutoFit/>
          </a:bodyPr>
          <a:lstStyle/>
          <a:p>
            <a:pPr algn="l"/>
            <a:r>
              <a:rPr lang="de-DE" sz="1400" dirty="0"/>
              <a:t>LLM A</a:t>
            </a:r>
          </a:p>
        </p:txBody>
      </p:sp>
      <p:sp>
        <p:nvSpPr>
          <p:cNvPr id="35" name="Textfeld 34">
            <a:extLst>
              <a:ext uri="{FF2B5EF4-FFF2-40B4-BE49-F238E27FC236}">
                <a16:creationId xmlns:a16="http://schemas.microsoft.com/office/drawing/2014/main" id="{67B63AA1-342F-3C82-4865-7A8AD7F1F4B3}"/>
              </a:ext>
            </a:extLst>
          </p:cNvPr>
          <p:cNvSpPr txBox="1"/>
          <p:nvPr/>
        </p:nvSpPr>
        <p:spPr>
          <a:xfrm>
            <a:off x="8426082" y="2147455"/>
            <a:ext cx="1700331" cy="215444"/>
          </a:xfrm>
          <a:prstGeom prst="rect">
            <a:avLst/>
          </a:prstGeom>
          <a:noFill/>
        </p:spPr>
        <p:txBody>
          <a:bodyPr wrap="square" lIns="0" tIns="0" rIns="0" bIns="0" rtlCol="0">
            <a:spAutoFit/>
          </a:bodyPr>
          <a:lstStyle/>
          <a:p>
            <a:pPr algn="l"/>
            <a:r>
              <a:rPr lang="de-DE" sz="1400" dirty="0"/>
              <a:t>ITONICS</a:t>
            </a:r>
          </a:p>
        </p:txBody>
      </p:sp>
      <p:sp>
        <p:nvSpPr>
          <p:cNvPr id="36" name="Textfeld 35">
            <a:extLst>
              <a:ext uri="{FF2B5EF4-FFF2-40B4-BE49-F238E27FC236}">
                <a16:creationId xmlns:a16="http://schemas.microsoft.com/office/drawing/2014/main" id="{FE294CB2-309A-A6ED-70C5-6779961DE634}"/>
              </a:ext>
            </a:extLst>
          </p:cNvPr>
          <p:cNvSpPr txBox="1"/>
          <p:nvPr/>
        </p:nvSpPr>
        <p:spPr>
          <a:xfrm>
            <a:off x="5803795" y="3129868"/>
            <a:ext cx="1216681" cy="215444"/>
          </a:xfrm>
          <a:prstGeom prst="rect">
            <a:avLst/>
          </a:prstGeom>
          <a:noFill/>
        </p:spPr>
        <p:txBody>
          <a:bodyPr wrap="square" lIns="0" tIns="0" rIns="0" bIns="0" rtlCol="0">
            <a:spAutoFit/>
          </a:bodyPr>
          <a:lstStyle/>
          <a:p>
            <a:pPr algn="l"/>
            <a:r>
              <a:rPr lang="de-DE" sz="1400" dirty="0"/>
              <a:t>LLM B</a:t>
            </a:r>
          </a:p>
        </p:txBody>
      </p:sp>
      <p:sp>
        <p:nvSpPr>
          <p:cNvPr id="37" name="Textfeld 36">
            <a:extLst>
              <a:ext uri="{FF2B5EF4-FFF2-40B4-BE49-F238E27FC236}">
                <a16:creationId xmlns:a16="http://schemas.microsoft.com/office/drawing/2014/main" id="{E44F6287-B34A-8F4C-9FAC-84ED353C4008}"/>
              </a:ext>
            </a:extLst>
          </p:cNvPr>
          <p:cNvSpPr txBox="1"/>
          <p:nvPr/>
        </p:nvSpPr>
        <p:spPr>
          <a:xfrm>
            <a:off x="8373183" y="3008956"/>
            <a:ext cx="1345151" cy="215444"/>
          </a:xfrm>
          <a:prstGeom prst="rect">
            <a:avLst/>
          </a:prstGeom>
          <a:noFill/>
        </p:spPr>
        <p:txBody>
          <a:bodyPr wrap="square" lIns="0" tIns="0" rIns="0" bIns="0" rtlCol="0">
            <a:spAutoFit/>
          </a:bodyPr>
          <a:lstStyle/>
          <a:p>
            <a:pPr algn="l"/>
            <a:r>
              <a:rPr lang="de-DE" sz="1400" dirty="0"/>
              <a:t>DB</a:t>
            </a:r>
          </a:p>
        </p:txBody>
      </p:sp>
      <p:sp>
        <p:nvSpPr>
          <p:cNvPr id="38" name="Textfeld 37">
            <a:extLst>
              <a:ext uri="{FF2B5EF4-FFF2-40B4-BE49-F238E27FC236}">
                <a16:creationId xmlns:a16="http://schemas.microsoft.com/office/drawing/2014/main" id="{63D8E723-60BE-C100-BCBE-DA1637A9DFB8}"/>
              </a:ext>
            </a:extLst>
          </p:cNvPr>
          <p:cNvSpPr txBox="1"/>
          <p:nvPr/>
        </p:nvSpPr>
        <p:spPr>
          <a:xfrm>
            <a:off x="5803795" y="4012151"/>
            <a:ext cx="846387" cy="215444"/>
          </a:xfrm>
          <a:prstGeom prst="rect">
            <a:avLst/>
          </a:prstGeom>
          <a:noFill/>
        </p:spPr>
        <p:txBody>
          <a:bodyPr wrap="square" lIns="0" tIns="0" rIns="0" bIns="0" rtlCol="0">
            <a:spAutoFit/>
          </a:bodyPr>
          <a:lstStyle/>
          <a:p>
            <a:pPr algn="l"/>
            <a:r>
              <a:rPr lang="de-DE" sz="1400" dirty="0"/>
              <a:t>LLM C</a:t>
            </a:r>
          </a:p>
        </p:txBody>
      </p:sp>
      <p:sp>
        <p:nvSpPr>
          <p:cNvPr id="39" name="Textfeld 38">
            <a:extLst>
              <a:ext uri="{FF2B5EF4-FFF2-40B4-BE49-F238E27FC236}">
                <a16:creationId xmlns:a16="http://schemas.microsoft.com/office/drawing/2014/main" id="{D9A58CCD-1C3D-A5E4-6F16-9E9BAE75A4FB}"/>
              </a:ext>
            </a:extLst>
          </p:cNvPr>
          <p:cNvSpPr txBox="1"/>
          <p:nvPr/>
        </p:nvSpPr>
        <p:spPr>
          <a:xfrm>
            <a:off x="8361847" y="4164502"/>
            <a:ext cx="914400" cy="215444"/>
          </a:xfrm>
          <a:prstGeom prst="rect">
            <a:avLst/>
          </a:prstGeom>
          <a:noFill/>
        </p:spPr>
        <p:txBody>
          <a:bodyPr wrap="square" lIns="0" tIns="0" rIns="0" bIns="0" rtlCol="0">
            <a:spAutoFit/>
          </a:bodyPr>
          <a:lstStyle/>
          <a:p>
            <a:pPr algn="l"/>
            <a:r>
              <a:rPr lang="de-DE" sz="1400" dirty="0"/>
              <a:t>Search</a:t>
            </a:r>
          </a:p>
        </p:txBody>
      </p:sp>
      <p:cxnSp>
        <p:nvCxnSpPr>
          <p:cNvPr id="42" name="Gerader Verbinder 41">
            <a:extLst>
              <a:ext uri="{FF2B5EF4-FFF2-40B4-BE49-F238E27FC236}">
                <a16:creationId xmlns:a16="http://schemas.microsoft.com/office/drawing/2014/main" id="{5C254B42-3679-332C-26F4-8E746D26096F}"/>
              </a:ext>
            </a:extLst>
          </p:cNvPr>
          <p:cNvCxnSpPr/>
          <p:nvPr/>
        </p:nvCxnSpPr>
        <p:spPr>
          <a:xfrm>
            <a:off x="6022948" y="2540420"/>
            <a:ext cx="0" cy="46853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Gerader Verbinder 42">
            <a:extLst>
              <a:ext uri="{FF2B5EF4-FFF2-40B4-BE49-F238E27FC236}">
                <a16:creationId xmlns:a16="http://schemas.microsoft.com/office/drawing/2014/main" id="{C4DDFB46-7F14-4D70-C8EA-A1BC9F991EEB}"/>
              </a:ext>
            </a:extLst>
          </p:cNvPr>
          <p:cNvCxnSpPr/>
          <p:nvPr/>
        </p:nvCxnSpPr>
        <p:spPr>
          <a:xfrm>
            <a:off x="6022948" y="3439706"/>
            <a:ext cx="0" cy="57244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Gerader Verbinder 43">
            <a:extLst>
              <a:ext uri="{FF2B5EF4-FFF2-40B4-BE49-F238E27FC236}">
                <a16:creationId xmlns:a16="http://schemas.microsoft.com/office/drawing/2014/main" id="{8D8E711B-1278-CB7E-D9A9-9578264F8A51}"/>
              </a:ext>
            </a:extLst>
          </p:cNvPr>
          <p:cNvCxnSpPr/>
          <p:nvPr/>
        </p:nvCxnSpPr>
        <p:spPr>
          <a:xfrm>
            <a:off x="8554552" y="3345312"/>
            <a:ext cx="0" cy="77456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Gerader Verbinder 44">
            <a:extLst>
              <a:ext uri="{FF2B5EF4-FFF2-40B4-BE49-F238E27FC236}">
                <a16:creationId xmlns:a16="http://schemas.microsoft.com/office/drawing/2014/main" id="{B093AB0C-F615-9967-EE94-976BBA1CA139}"/>
              </a:ext>
            </a:extLst>
          </p:cNvPr>
          <p:cNvCxnSpPr/>
          <p:nvPr/>
        </p:nvCxnSpPr>
        <p:spPr>
          <a:xfrm>
            <a:off x="8546995" y="2438469"/>
            <a:ext cx="0" cy="449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9" name="Textfeld 48">
            <a:extLst>
              <a:ext uri="{FF2B5EF4-FFF2-40B4-BE49-F238E27FC236}">
                <a16:creationId xmlns:a16="http://schemas.microsoft.com/office/drawing/2014/main" id="{1E8312A2-9F9A-D3DB-7EDD-E5CC3686311A}"/>
              </a:ext>
            </a:extLst>
          </p:cNvPr>
          <p:cNvSpPr txBox="1"/>
          <p:nvPr/>
        </p:nvSpPr>
        <p:spPr>
          <a:xfrm>
            <a:off x="7103603" y="3123204"/>
            <a:ext cx="702803" cy="215444"/>
          </a:xfrm>
          <a:prstGeom prst="rect">
            <a:avLst/>
          </a:prstGeom>
          <a:noFill/>
        </p:spPr>
        <p:txBody>
          <a:bodyPr wrap="square" lIns="0" tIns="0" rIns="0" bIns="0" rtlCol="0">
            <a:spAutoFit/>
          </a:bodyPr>
          <a:lstStyle/>
          <a:p>
            <a:pPr algn="l"/>
            <a:r>
              <a:rPr lang="de-DE" sz="1400" dirty="0"/>
              <a:t>MCP</a:t>
            </a:r>
          </a:p>
        </p:txBody>
      </p:sp>
      <p:cxnSp>
        <p:nvCxnSpPr>
          <p:cNvPr id="51" name="Gerader Verbinder 50">
            <a:extLst>
              <a:ext uri="{FF2B5EF4-FFF2-40B4-BE49-F238E27FC236}">
                <a16:creationId xmlns:a16="http://schemas.microsoft.com/office/drawing/2014/main" id="{72DA26FA-A340-AE62-5433-120EBBE32453}"/>
              </a:ext>
            </a:extLst>
          </p:cNvPr>
          <p:cNvCxnSpPr>
            <a:stCxn id="34" idx="3"/>
          </p:cNvCxnSpPr>
          <p:nvPr/>
        </p:nvCxnSpPr>
        <p:spPr>
          <a:xfrm>
            <a:off x="6521712" y="2330747"/>
            <a:ext cx="581891" cy="557297"/>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AF0B8D41-F9B9-1347-8522-1753D1C83DC1}"/>
              </a:ext>
            </a:extLst>
          </p:cNvPr>
          <p:cNvCxnSpPr>
            <a:stCxn id="36" idx="0"/>
            <a:endCxn id="36" idx="3"/>
          </p:cNvCxnSpPr>
          <p:nvPr/>
        </p:nvCxnSpPr>
        <p:spPr>
          <a:xfrm>
            <a:off x="6412136" y="3129868"/>
            <a:ext cx="608340" cy="107722"/>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166DF2CF-3D78-16A4-074D-9C449CC6B6C0}"/>
              </a:ext>
            </a:extLst>
          </p:cNvPr>
          <p:cNvCxnSpPr/>
          <p:nvPr/>
        </p:nvCxnSpPr>
        <p:spPr>
          <a:xfrm flipV="1">
            <a:off x="6521712" y="3439706"/>
            <a:ext cx="634790" cy="680167"/>
          </a:xfrm>
          <a:prstGeom prst="line">
            <a:avLst/>
          </a:prstGeom>
          <a:ln/>
        </p:spPr>
        <p:style>
          <a:lnRef idx="1">
            <a:schemeClr val="dk1"/>
          </a:lnRef>
          <a:fillRef idx="0">
            <a:schemeClr val="dk1"/>
          </a:fillRef>
          <a:effectRef idx="0">
            <a:schemeClr val="dk1"/>
          </a:effectRef>
          <a:fontRef idx="minor">
            <a:schemeClr val="tx1"/>
          </a:fontRef>
        </p:style>
      </p:cxnSp>
      <p:cxnSp>
        <p:nvCxnSpPr>
          <p:cNvPr id="57" name="Gerader Verbinder 56">
            <a:extLst>
              <a:ext uri="{FF2B5EF4-FFF2-40B4-BE49-F238E27FC236}">
                <a16:creationId xmlns:a16="http://schemas.microsoft.com/office/drawing/2014/main" id="{3E7EDDCC-0A44-9DF6-16B7-811DE25EBDCB}"/>
              </a:ext>
            </a:extLst>
          </p:cNvPr>
          <p:cNvCxnSpPr/>
          <p:nvPr/>
        </p:nvCxnSpPr>
        <p:spPr>
          <a:xfrm flipV="1">
            <a:off x="7628817" y="2406980"/>
            <a:ext cx="733030" cy="649173"/>
          </a:xfrm>
          <a:prstGeom prst="line">
            <a:avLst/>
          </a:prstGeom>
          <a:ln/>
        </p:spPr>
        <p:style>
          <a:lnRef idx="1">
            <a:schemeClr val="dk1"/>
          </a:lnRef>
          <a:fillRef idx="0">
            <a:schemeClr val="dk1"/>
          </a:fillRef>
          <a:effectRef idx="0">
            <a:schemeClr val="dk1"/>
          </a:effectRef>
          <a:fontRef idx="minor">
            <a:schemeClr val="tx1"/>
          </a:fontRef>
        </p:style>
      </p:cxnSp>
      <p:cxnSp>
        <p:nvCxnSpPr>
          <p:cNvPr id="59" name="Gerader Verbinder 58">
            <a:extLst>
              <a:ext uri="{FF2B5EF4-FFF2-40B4-BE49-F238E27FC236}">
                <a16:creationId xmlns:a16="http://schemas.microsoft.com/office/drawing/2014/main" id="{89DD4CF9-7BA1-F44F-FFDA-2ADA80494F55}"/>
              </a:ext>
            </a:extLst>
          </p:cNvPr>
          <p:cNvCxnSpPr/>
          <p:nvPr/>
        </p:nvCxnSpPr>
        <p:spPr>
          <a:xfrm flipV="1">
            <a:off x="7670380" y="3129868"/>
            <a:ext cx="536549" cy="94532"/>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4C02D5FA-2DC9-39EF-DFC7-40EC9344014D}"/>
              </a:ext>
            </a:extLst>
          </p:cNvPr>
          <p:cNvCxnSpPr>
            <a:stCxn id="49" idx="2"/>
          </p:cNvCxnSpPr>
          <p:nvPr/>
        </p:nvCxnSpPr>
        <p:spPr>
          <a:xfrm>
            <a:off x="7455005" y="3338648"/>
            <a:ext cx="767038" cy="825854"/>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375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35</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Die Landkarte der Integrationsmuster</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a:xfrm>
            <a:off x="282500" y="704638"/>
            <a:ext cx="9532381" cy="221599"/>
          </a:xfrm>
        </p:spPr>
        <p:txBody>
          <a:bodyPr/>
          <a:lstStyle/>
          <a:p>
            <a:r>
              <a:rPr lang="de-DE" dirty="0"/>
              <a:t>Integration </a:t>
            </a:r>
            <a:r>
              <a:rPr lang="de-DE" dirty="0" err="1"/>
              <a:t>Taxonomy</a:t>
            </a:r>
            <a:endParaRPr lang="de-DE" dirty="0"/>
          </a:p>
        </p:txBody>
      </p:sp>
      <p:graphicFrame>
        <p:nvGraphicFramePr>
          <p:cNvPr id="6" name="Diagramm 5">
            <a:extLst>
              <a:ext uri="{FF2B5EF4-FFF2-40B4-BE49-F238E27FC236}">
                <a16:creationId xmlns:a16="http://schemas.microsoft.com/office/drawing/2014/main" id="{8126332B-4630-C518-CE03-5FA1EAFA73EF}"/>
              </a:ext>
            </a:extLst>
          </p:cNvPr>
          <p:cNvGraphicFramePr/>
          <p:nvPr/>
        </p:nvGraphicFramePr>
        <p:xfrm>
          <a:off x="889000" y="1113366"/>
          <a:ext cx="4419600" cy="20425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 6">
            <a:extLst>
              <a:ext uri="{FF2B5EF4-FFF2-40B4-BE49-F238E27FC236}">
                <a16:creationId xmlns:a16="http://schemas.microsoft.com/office/drawing/2014/main" id="{4F6E1E90-6D31-E61D-CF30-CB2B7B4EBEB9}"/>
              </a:ext>
            </a:extLst>
          </p:cNvPr>
          <p:cNvGraphicFramePr/>
          <p:nvPr/>
        </p:nvGraphicFramePr>
        <p:xfrm>
          <a:off x="889000" y="2002366"/>
          <a:ext cx="4419600" cy="204258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m 8">
            <a:extLst>
              <a:ext uri="{FF2B5EF4-FFF2-40B4-BE49-F238E27FC236}">
                <a16:creationId xmlns:a16="http://schemas.microsoft.com/office/drawing/2014/main" id="{366B6556-2DAB-5BA3-DD81-30CD2FE658C6}"/>
              </a:ext>
            </a:extLst>
          </p:cNvPr>
          <p:cNvGraphicFramePr/>
          <p:nvPr/>
        </p:nvGraphicFramePr>
        <p:xfrm>
          <a:off x="9290050" y="1739899"/>
          <a:ext cx="2717800" cy="461009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3" name="Diagramm 12">
            <a:extLst>
              <a:ext uri="{FF2B5EF4-FFF2-40B4-BE49-F238E27FC236}">
                <a16:creationId xmlns:a16="http://schemas.microsoft.com/office/drawing/2014/main" id="{DA6C72D1-676D-8D5E-01B3-5DF6DB266DAF}"/>
              </a:ext>
            </a:extLst>
          </p:cNvPr>
          <p:cNvGraphicFramePr/>
          <p:nvPr/>
        </p:nvGraphicFramePr>
        <p:xfrm>
          <a:off x="7169150" y="1739898"/>
          <a:ext cx="2717800" cy="4610099"/>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4" name="Textfeld 13">
            <a:extLst>
              <a:ext uri="{FF2B5EF4-FFF2-40B4-BE49-F238E27FC236}">
                <a16:creationId xmlns:a16="http://schemas.microsoft.com/office/drawing/2014/main" id="{9BABA95F-D982-0F6A-BD10-B979E92FE18C}"/>
              </a:ext>
            </a:extLst>
          </p:cNvPr>
          <p:cNvSpPr txBox="1"/>
          <p:nvPr/>
        </p:nvSpPr>
        <p:spPr>
          <a:xfrm>
            <a:off x="7727950" y="1095877"/>
            <a:ext cx="1193800" cy="553998"/>
          </a:xfrm>
          <a:prstGeom prst="rect">
            <a:avLst/>
          </a:prstGeom>
          <a:noFill/>
        </p:spPr>
        <p:txBody>
          <a:bodyPr wrap="square" lIns="0" tIns="0" rIns="0" bIns="0" rtlCol="0">
            <a:spAutoFit/>
          </a:bodyPr>
          <a:lstStyle/>
          <a:p>
            <a:pPr algn="ctr"/>
            <a:r>
              <a:rPr lang="de-DE" dirty="0"/>
              <a:t>ETL/ ELT /CDC</a:t>
            </a:r>
          </a:p>
        </p:txBody>
      </p:sp>
      <p:sp>
        <p:nvSpPr>
          <p:cNvPr id="15" name="Textfeld 14">
            <a:extLst>
              <a:ext uri="{FF2B5EF4-FFF2-40B4-BE49-F238E27FC236}">
                <a16:creationId xmlns:a16="http://schemas.microsoft.com/office/drawing/2014/main" id="{FCD5B329-C289-306B-3F12-D0807EDC6AE2}"/>
              </a:ext>
            </a:extLst>
          </p:cNvPr>
          <p:cNvSpPr txBox="1"/>
          <p:nvPr/>
        </p:nvSpPr>
        <p:spPr>
          <a:xfrm>
            <a:off x="9207500" y="1095877"/>
            <a:ext cx="2470150" cy="553998"/>
          </a:xfrm>
          <a:prstGeom prst="rect">
            <a:avLst/>
          </a:prstGeom>
          <a:noFill/>
        </p:spPr>
        <p:txBody>
          <a:bodyPr wrap="square" lIns="0" tIns="0" rIns="0" bIns="0" rtlCol="0">
            <a:spAutoFit/>
          </a:bodyPr>
          <a:lstStyle/>
          <a:p>
            <a:pPr algn="ctr"/>
            <a:r>
              <a:rPr lang="de-DE" dirty="0"/>
              <a:t>Events/ Messaging/ </a:t>
            </a:r>
            <a:r>
              <a:rPr lang="de-DE" dirty="0" err="1"/>
              <a:t>Webhooks</a:t>
            </a:r>
            <a:endParaRPr lang="de-DE" dirty="0"/>
          </a:p>
        </p:txBody>
      </p:sp>
      <p:sp>
        <p:nvSpPr>
          <p:cNvPr id="16" name="Textfeld 15">
            <a:extLst>
              <a:ext uri="{FF2B5EF4-FFF2-40B4-BE49-F238E27FC236}">
                <a16:creationId xmlns:a16="http://schemas.microsoft.com/office/drawing/2014/main" id="{C7ADEB9F-20AE-F706-7382-87DDF9DCA777}"/>
              </a:ext>
            </a:extLst>
          </p:cNvPr>
          <p:cNvSpPr txBox="1"/>
          <p:nvPr/>
        </p:nvSpPr>
        <p:spPr>
          <a:xfrm>
            <a:off x="2209800" y="1290759"/>
            <a:ext cx="1778000" cy="276999"/>
          </a:xfrm>
          <a:prstGeom prst="rect">
            <a:avLst/>
          </a:prstGeom>
          <a:noFill/>
        </p:spPr>
        <p:txBody>
          <a:bodyPr wrap="square" lIns="0" tIns="0" rIns="0" bIns="0" rtlCol="0">
            <a:spAutoFit/>
          </a:bodyPr>
          <a:lstStyle/>
          <a:p>
            <a:pPr algn="ctr"/>
            <a:r>
              <a:rPr lang="de-DE" dirty="0"/>
              <a:t>API</a:t>
            </a:r>
          </a:p>
        </p:txBody>
      </p:sp>
      <p:graphicFrame>
        <p:nvGraphicFramePr>
          <p:cNvPr id="17" name="Diagramm 16">
            <a:extLst>
              <a:ext uri="{FF2B5EF4-FFF2-40B4-BE49-F238E27FC236}">
                <a16:creationId xmlns:a16="http://schemas.microsoft.com/office/drawing/2014/main" id="{8D1066A1-1713-8D06-DA38-032A0595DE9F}"/>
              </a:ext>
            </a:extLst>
          </p:cNvPr>
          <p:cNvGraphicFramePr/>
          <p:nvPr/>
        </p:nvGraphicFramePr>
        <p:xfrm>
          <a:off x="889000" y="3225800"/>
          <a:ext cx="3409950" cy="3806457"/>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5" name="Diagramm 4">
            <a:extLst>
              <a:ext uri="{FF2B5EF4-FFF2-40B4-BE49-F238E27FC236}">
                <a16:creationId xmlns:a16="http://schemas.microsoft.com/office/drawing/2014/main" id="{161DCF6E-905D-6528-A2E5-FF49EF78DC01}"/>
              </a:ext>
            </a:extLst>
          </p:cNvPr>
          <p:cNvGraphicFramePr/>
          <p:nvPr/>
        </p:nvGraphicFramePr>
        <p:xfrm>
          <a:off x="5819775" y="4724611"/>
          <a:ext cx="5289550" cy="1428751"/>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8" name="Textfeld 7">
            <a:extLst>
              <a:ext uri="{FF2B5EF4-FFF2-40B4-BE49-F238E27FC236}">
                <a16:creationId xmlns:a16="http://schemas.microsoft.com/office/drawing/2014/main" id="{D85CB667-7DFD-A12B-9091-53263BB39F89}"/>
              </a:ext>
            </a:extLst>
          </p:cNvPr>
          <p:cNvSpPr txBox="1"/>
          <p:nvPr/>
        </p:nvSpPr>
        <p:spPr>
          <a:xfrm>
            <a:off x="1568450" y="3818748"/>
            <a:ext cx="2051050" cy="276999"/>
          </a:xfrm>
          <a:prstGeom prst="rect">
            <a:avLst/>
          </a:prstGeom>
          <a:noFill/>
        </p:spPr>
        <p:txBody>
          <a:bodyPr wrap="square" lIns="0" tIns="0" rIns="0" bIns="0" rtlCol="0">
            <a:spAutoFit/>
          </a:bodyPr>
          <a:lstStyle/>
          <a:p>
            <a:pPr algn="ctr"/>
            <a:r>
              <a:rPr lang="de-DE" dirty="0"/>
              <a:t>Middleware / iPaaS</a:t>
            </a:r>
          </a:p>
        </p:txBody>
      </p:sp>
      <p:sp>
        <p:nvSpPr>
          <p:cNvPr id="10" name="Textfeld 9">
            <a:extLst>
              <a:ext uri="{FF2B5EF4-FFF2-40B4-BE49-F238E27FC236}">
                <a16:creationId xmlns:a16="http://schemas.microsoft.com/office/drawing/2014/main" id="{3B3D8430-2979-8DF0-06B3-852F9A5618BA}"/>
              </a:ext>
            </a:extLst>
          </p:cNvPr>
          <p:cNvSpPr txBox="1"/>
          <p:nvPr/>
        </p:nvSpPr>
        <p:spPr>
          <a:xfrm>
            <a:off x="7804150" y="4527975"/>
            <a:ext cx="1320800" cy="276999"/>
          </a:xfrm>
          <a:prstGeom prst="rect">
            <a:avLst/>
          </a:prstGeom>
          <a:noFill/>
        </p:spPr>
        <p:txBody>
          <a:bodyPr wrap="square" lIns="0" tIns="0" rIns="0" bIns="0" rtlCol="0">
            <a:spAutoFit/>
          </a:bodyPr>
          <a:lstStyle/>
          <a:p>
            <a:pPr algn="ctr"/>
            <a:r>
              <a:rPr lang="de-DE" dirty="0"/>
              <a:t>MCP</a:t>
            </a:r>
            <a:endParaRPr lang="de-DE" sz="1400" dirty="0"/>
          </a:p>
        </p:txBody>
      </p:sp>
    </p:spTree>
    <p:extLst>
      <p:ext uri="{BB962C8B-B14F-4D97-AF65-F5344CB8AC3E}">
        <p14:creationId xmlns:p14="http://schemas.microsoft.com/office/powerpoint/2010/main" val="3612418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36</a:t>
            </a:fld>
            <a:endParaRPr lang="en-US"/>
          </a:p>
        </p:txBody>
      </p:sp>
      <p:sp>
        <p:nvSpPr>
          <p:cNvPr id="1005" name="MCP und bestehende APIs">
            <a:extLst>
              <a:ext uri="{FF2B5EF4-FFF2-40B4-BE49-F238E27FC236}">
                <a16:creationId xmlns:a16="http://schemas.microsoft.com/office/drawing/2014/main" id="{7E97AB2F-5EB8-4AA4-ACAF-244C52FE58A7}"/>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MCP und bestehende APIs</a:t>
            </a:r>
          </a:p>
        </p:txBody>
      </p:sp>
      <p:graphicFrame>
        <p:nvGraphicFramePr>
          <p:cNvPr id="1007" name="Tabelle 1006"/>
          <p:cNvGraphicFramePr/>
          <p:nvPr/>
        </p:nvGraphicFramePr>
        <p:xfrm>
          <a:off x="571500" y="1771650"/>
          <a:ext cx="11049000" cy="3190875"/>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495300">
                <a:tc>
                  <a:txBody>
                    <a:bodyPr/>
                    <a:lstStyle/>
                    <a:p>
                      <a:r>
                        <a:rPr sz="1875" b="1">
                          <a:solidFill>
                            <a:srgbClr val="FFFFFF"/>
                          </a:solidFill>
                          <a:latin typeface="Arial"/>
                          <a:ea typeface="Arial"/>
                          <a:cs typeface="Arial"/>
                        </a:rPr>
                        <a:t>Aspekt</a:t>
                      </a:r>
                    </a:p>
                  </a:txBody>
                  <a:tcPr anchor="ctr">
                    <a:solidFill>
                      <a:srgbClr val="6193CD"/>
                    </a:solidFill>
                  </a:tcPr>
                </a:tc>
                <a:tc>
                  <a:txBody>
                    <a:bodyPr/>
                    <a:lstStyle/>
                    <a:p>
                      <a:r>
                        <a:rPr sz="1875" b="1">
                          <a:solidFill>
                            <a:srgbClr val="FFFFFF"/>
                          </a:solidFill>
                          <a:latin typeface="Arial"/>
                          <a:ea typeface="Arial"/>
                          <a:cs typeface="Arial"/>
                        </a:rPr>
                        <a:t>Bestehende API</a:t>
                      </a:r>
                    </a:p>
                  </a:txBody>
                  <a:tcPr anchor="ctr">
                    <a:solidFill>
                      <a:srgbClr val="6193CD"/>
                    </a:solidFill>
                  </a:tcPr>
                </a:tc>
                <a:tc>
                  <a:txBody>
                    <a:bodyPr/>
                    <a:lstStyle/>
                    <a:p>
                      <a:r>
                        <a:rPr sz="1875" b="1">
                          <a:solidFill>
                            <a:srgbClr val="FFFFFF"/>
                          </a:solidFill>
                          <a:latin typeface="Arial"/>
                          <a:ea typeface="Arial"/>
                          <a:cs typeface="Arial"/>
                        </a:rPr>
                        <a:t>MCP-Schicht</a:t>
                      </a:r>
                    </a:p>
                  </a:txBody>
                  <a:tcPr anchor="ctr">
                    <a:solidFill>
                      <a:srgbClr val="6193CD"/>
                    </a:solidFill>
                  </a:tcPr>
                </a:tc>
                <a:extLst>
                  <a:ext uri="{0D108BD9-81ED-4DB2-BD59-A6C34878D82A}">
                    <a16:rowId xmlns:a16="http://schemas.microsoft.com/office/drawing/2014/main" val="10000"/>
                  </a:ext>
                </a:extLst>
              </a:tr>
              <a:tr h="898525">
                <a:tc>
                  <a:txBody>
                    <a:bodyPr/>
                    <a:lstStyle/>
                    <a:p>
                      <a:r>
                        <a:rPr sz="1875" b="0">
                          <a:solidFill>
                            <a:srgbClr val="586165"/>
                          </a:solidFill>
                          <a:latin typeface="Arial"/>
                          <a:ea typeface="Arial"/>
                          <a:cs typeface="Arial"/>
                        </a:rPr>
                        <a:t>Vertrag</a:t>
                      </a:r>
                    </a:p>
                  </a:txBody>
                  <a:tcPr anchor="ctr">
                    <a:solidFill>
                      <a:srgbClr val="E9EFF7"/>
                    </a:solidFill>
                  </a:tcPr>
                </a:tc>
                <a:tc>
                  <a:txBody>
                    <a:bodyPr/>
                    <a:lstStyle/>
                    <a:p>
                      <a:r>
                        <a:rPr sz="1875" b="0">
                          <a:solidFill>
                            <a:srgbClr val="586165"/>
                          </a:solidFill>
                          <a:latin typeface="Arial"/>
                          <a:ea typeface="Arial"/>
                          <a:cs typeface="Arial"/>
                        </a:rPr>
                        <a:t>Fachliche Endpunkte und Parameter</a:t>
                      </a:r>
                    </a:p>
                  </a:txBody>
                  <a:tcPr anchor="ctr">
                    <a:solidFill>
                      <a:srgbClr val="E9EFF7"/>
                    </a:solidFill>
                  </a:tcPr>
                </a:tc>
                <a:tc>
                  <a:txBody>
                    <a:bodyPr/>
                    <a:lstStyle/>
                    <a:p>
                      <a:r>
                        <a:rPr sz="1875" b="0">
                          <a:solidFill>
                            <a:srgbClr val="586165"/>
                          </a:solidFill>
                          <a:latin typeface="Arial"/>
                          <a:ea typeface="Arial"/>
                          <a:cs typeface="Arial"/>
                        </a:rPr>
                        <a:t>Tools mit Namen, Zweck und Eingabeschema</a:t>
                      </a:r>
                    </a:p>
                  </a:txBody>
                  <a:tcPr anchor="ctr">
                    <a:solidFill>
                      <a:srgbClr val="E9EFF7"/>
                    </a:solidFill>
                  </a:tcPr>
                </a:tc>
                <a:extLst>
                  <a:ext uri="{0D108BD9-81ED-4DB2-BD59-A6C34878D82A}">
                    <a16:rowId xmlns:a16="http://schemas.microsoft.com/office/drawing/2014/main" val="10001"/>
                  </a:ext>
                </a:extLst>
              </a:tr>
              <a:tr h="898525">
                <a:tc>
                  <a:txBody>
                    <a:bodyPr/>
                    <a:lstStyle/>
                    <a:p>
                      <a:r>
                        <a:rPr sz="1875" b="0">
                          <a:solidFill>
                            <a:srgbClr val="586165"/>
                          </a:solidFill>
                          <a:latin typeface="Arial"/>
                          <a:ea typeface="Arial"/>
                          <a:cs typeface="Arial"/>
                        </a:rPr>
                        <a:t>Nutzung</a:t>
                      </a:r>
                    </a:p>
                  </a:txBody>
                  <a:tcPr anchor="ctr">
                    <a:solidFill>
                      <a:srgbClr val="F5F7FA"/>
                    </a:solidFill>
                  </a:tcPr>
                </a:tc>
                <a:tc>
                  <a:txBody>
                    <a:bodyPr/>
                    <a:lstStyle/>
                    <a:p>
                      <a:r>
                        <a:rPr sz="1875" b="0">
                          <a:solidFill>
                            <a:srgbClr val="586165"/>
                          </a:solidFill>
                          <a:latin typeface="Arial"/>
                          <a:ea typeface="Arial"/>
                          <a:cs typeface="Arial"/>
                        </a:rPr>
                        <a:t>Anwendung kennt den benötigten Endpunkt</a:t>
                      </a:r>
                    </a:p>
                  </a:txBody>
                  <a:tcPr anchor="ctr">
                    <a:solidFill>
                      <a:srgbClr val="F5F7FA"/>
                    </a:solidFill>
                  </a:tcPr>
                </a:tc>
                <a:tc>
                  <a:txBody>
                    <a:bodyPr/>
                    <a:lstStyle/>
                    <a:p>
                      <a:r>
                        <a:rPr sz="1875" b="0">
                          <a:solidFill>
                            <a:srgbClr val="586165"/>
                          </a:solidFill>
                          <a:latin typeface="Arial"/>
                          <a:ea typeface="Arial"/>
                          <a:cs typeface="Arial"/>
                        </a:rPr>
                        <a:t>Client kann Tools entdecken und aufrufen</a:t>
                      </a:r>
                    </a:p>
                  </a:txBody>
                  <a:tcPr anchor="ctr">
                    <a:solidFill>
                      <a:srgbClr val="F5F7FA"/>
                    </a:solidFill>
                  </a:tcPr>
                </a:tc>
                <a:extLst>
                  <a:ext uri="{0D108BD9-81ED-4DB2-BD59-A6C34878D82A}">
                    <a16:rowId xmlns:a16="http://schemas.microsoft.com/office/drawing/2014/main" val="10002"/>
                  </a:ext>
                </a:extLst>
              </a:tr>
              <a:tr h="898525">
                <a:tc>
                  <a:txBody>
                    <a:bodyPr/>
                    <a:lstStyle/>
                    <a:p>
                      <a:r>
                        <a:rPr sz="1875" b="0">
                          <a:solidFill>
                            <a:srgbClr val="586165"/>
                          </a:solidFill>
                          <a:latin typeface="Arial"/>
                          <a:ea typeface="Arial"/>
                          <a:cs typeface="Arial"/>
                        </a:rPr>
                        <a:t>Ausführung</a:t>
                      </a:r>
                    </a:p>
                  </a:txBody>
                  <a:tcPr anchor="ctr">
                    <a:solidFill>
                      <a:srgbClr val="E9EFF7"/>
                    </a:solidFill>
                  </a:tcPr>
                </a:tc>
                <a:tc>
                  <a:txBody>
                    <a:bodyPr/>
                    <a:lstStyle/>
                    <a:p>
                      <a:r>
                        <a:rPr sz="1875" b="0">
                          <a:solidFill>
                            <a:srgbClr val="586165"/>
                          </a:solidFill>
                          <a:latin typeface="Arial"/>
                          <a:ea typeface="Arial"/>
                          <a:cs typeface="Arial"/>
                        </a:rPr>
                        <a:t>Backend verarbeitet die Anfrage</a:t>
                      </a:r>
                    </a:p>
                  </a:txBody>
                  <a:tcPr anchor="ctr">
                    <a:solidFill>
                      <a:srgbClr val="E9EFF7"/>
                    </a:solidFill>
                  </a:tcPr>
                </a:tc>
                <a:tc>
                  <a:txBody>
                    <a:bodyPr/>
                    <a:lstStyle/>
                    <a:p>
                      <a:r>
                        <a:rPr sz="1875" b="0">
                          <a:solidFill>
                            <a:srgbClr val="586165"/>
                          </a:solidFill>
                          <a:latin typeface="Arial"/>
                          <a:ea typeface="Arial"/>
                          <a:cs typeface="Arial"/>
                        </a:rPr>
                        <a:t>Server nutzt dahinter API oder Suchdienst</a:t>
                      </a:r>
                    </a:p>
                  </a:txBody>
                  <a:tcPr anchor="ctr">
                    <a:solidFill>
                      <a:srgbClr val="E9EFF7"/>
                    </a:solidFill>
                  </a:tcPr>
                </a:tc>
                <a:extLst>
                  <a:ext uri="{0D108BD9-81ED-4DB2-BD59-A6C34878D82A}">
                    <a16:rowId xmlns:a16="http://schemas.microsoft.com/office/drawing/2014/main" val="10003"/>
                  </a:ext>
                </a:extLst>
              </a:tr>
            </a:tbl>
          </a:graphicData>
        </a:graphic>
      </p:graphicFrame>
      <p:sp>
        <p:nvSpPr>
          <p:cNvPr id="1004" name="MCP vereinheitlicht den Toolzugriff. Der fachliche Zugriff auf InnoHub muss weit">
            <a:extLst>
              <a:ext uri="{FF2B5EF4-FFF2-40B4-BE49-F238E27FC236}">
                <a16:creationId xmlns:a16="http://schemas.microsoft.com/office/drawing/2014/main" id="{E3998916-3038-4C1E-A8EA-F040D987B217}"/>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MCP vereinheitlicht den Toolzugriff. Der fachliche Zugriff auf InnoHub muss weiterhin implementiert sein.</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04  Integration und MCP</a:t>
            </a:r>
          </a:p>
        </p:txBody>
      </p:sp>
    </p:spTree>
    <p:extLst>
      <p:ext uri="{BB962C8B-B14F-4D97-AF65-F5344CB8AC3E}">
        <p14:creationId xmlns:p14="http://schemas.microsoft.com/office/powerpoint/2010/main" val="1408768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37</a:t>
            </a:fld>
            <a:endParaRPr lang="en-US"/>
          </a:p>
        </p:txBody>
      </p:sp>
      <p:sp>
        <p:nvSpPr>
          <p:cNvPr id="1012" name="MCP-Architektur">
            <a:extLst>
              <a:ext uri="{FF2B5EF4-FFF2-40B4-BE49-F238E27FC236}">
                <a16:creationId xmlns:a16="http://schemas.microsoft.com/office/drawing/2014/main" id="{9ACB73FE-DDB9-4B4A-A344-BE0182D514FF}"/>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MCP-Architektur</a:t>
            </a:r>
          </a:p>
        </p:txBody>
      </p:sp>
      <p:sp>
        <p:nvSpPr>
          <p:cNvPr id="1003" name="Diagramm: Host: DefenceGPT mit MCP-Client">
            <a:extLst>
              <a:ext uri="{FF2B5EF4-FFF2-40B4-BE49-F238E27FC236}">
                <a16:creationId xmlns:a16="http://schemas.microsoft.com/office/drawing/2014/main" id="{A1AFD231-869B-49F0-B1A7-2B29A67CABAE}"/>
              </a:ext>
            </a:extLst>
          </p:cNvPr>
          <p:cNvSpPr>
            <a:spLocks noGrp="1"/>
          </p:cNvSpPr>
          <p:nvPr/>
        </p:nvSpPr>
        <p:spPr>
          <a:xfrm>
            <a:off x="571500" y="2295525"/>
            <a:ext cx="3143250" cy="1143000"/>
          </a:xfrm>
          <a:prstGeom prst="rect">
            <a:avLst/>
          </a:prstGeom>
          <a:solidFill>
            <a:srgbClr val="6193CD"/>
          </a:solidFill>
          <a:ln w="0">
            <a:noFill/>
          </a:ln>
        </p:spPr>
        <p:txBody>
          <a:bodyPr wrap="square" lIns="114300" tIns="85725" rIns="114300" bIns="85725" anchor="ctr">
            <a:noAutofit/>
          </a:bodyPr>
          <a:lstStyle/>
          <a:p>
            <a:pPr algn="ctr">
              <a:defRPr sz="2025" b="0">
                <a:solidFill>
                  <a:srgbClr val="FFFFFF"/>
                </a:solidFill>
                <a:latin typeface="Arial"/>
                <a:ea typeface="Arial"/>
                <a:cs typeface="Arial"/>
              </a:defRPr>
            </a:pPr>
            <a:r>
              <a:rPr sz="2025" b="0">
                <a:solidFill>
                  <a:srgbClr val="FFFFFF"/>
                </a:solidFill>
                <a:latin typeface="Arial"/>
                <a:ea typeface="Arial"/>
                <a:cs typeface="Arial"/>
              </a:rPr>
              <a:t>Host: DefenceGPT</a:t>
            </a:r>
          </a:p>
          <a:p>
            <a:pPr algn="ctr">
              <a:defRPr sz="2025" b="0">
                <a:solidFill>
                  <a:srgbClr val="FFFFFF"/>
                </a:solidFill>
                <a:latin typeface="Arial"/>
                <a:ea typeface="Arial"/>
                <a:cs typeface="Arial"/>
              </a:defRPr>
            </a:pPr>
            <a:r>
              <a:rPr sz="2025" b="0">
                <a:solidFill>
                  <a:srgbClr val="FFFFFF"/>
                </a:solidFill>
                <a:latin typeface="Arial"/>
                <a:ea typeface="Arial"/>
                <a:cs typeface="Arial"/>
              </a:rPr>
              <a:t>mit MCP-Client</a:t>
            </a:r>
          </a:p>
        </p:txBody>
      </p:sp>
      <p:sp>
        <p:nvSpPr>
          <p:cNvPr id="1004" name="Diagramm: MCP-Server freigegebene Tools">
            <a:extLst>
              <a:ext uri="{FF2B5EF4-FFF2-40B4-BE49-F238E27FC236}">
                <a16:creationId xmlns:a16="http://schemas.microsoft.com/office/drawing/2014/main" id="{2FA73155-B80D-4E67-9E67-DB80FB2F095B}"/>
              </a:ext>
            </a:extLst>
          </p:cNvPr>
          <p:cNvSpPr>
            <a:spLocks noGrp="1"/>
          </p:cNvSpPr>
          <p:nvPr/>
        </p:nvSpPr>
        <p:spPr>
          <a:xfrm>
            <a:off x="4524375" y="2295525"/>
            <a:ext cx="3143250" cy="1143000"/>
          </a:xfrm>
          <a:prstGeom prst="rect">
            <a:avLst/>
          </a:prstGeom>
          <a:solidFill>
            <a:srgbClr val="6193CD"/>
          </a:solidFill>
          <a:ln w="0">
            <a:noFill/>
          </a:ln>
        </p:spPr>
        <p:txBody>
          <a:bodyPr wrap="square" lIns="114300" tIns="85725" rIns="114300" bIns="85725" anchor="ctr">
            <a:noAutofit/>
          </a:bodyPr>
          <a:lstStyle/>
          <a:p>
            <a:pPr algn="ctr">
              <a:defRPr sz="2025" b="0">
                <a:solidFill>
                  <a:srgbClr val="FFFFFF"/>
                </a:solidFill>
                <a:latin typeface="Arial"/>
                <a:ea typeface="Arial"/>
                <a:cs typeface="Arial"/>
              </a:defRPr>
            </a:pPr>
            <a:r>
              <a:rPr sz="2025" b="0">
                <a:solidFill>
                  <a:srgbClr val="FFFFFF"/>
                </a:solidFill>
                <a:latin typeface="Arial"/>
                <a:ea typeface="Arial"/>
                <a:cs typeface="Arial"/>
              </a:rPr>
              <a:t>MCP-Server</a:t>
            </a:r>
          </a:p>
          <a:p>
            <a:pPr algn="ctr">
              <a:defRPr sz="2025" b="0">
                <a:solidFill>
                  <a:srgbClr val="FFFFFF"/>
                </a:solidFill>
                <a:latin typeface="Arial"/>
                <a:ea typeface="Arial"/>
                <a:cs typeface="Arial"/>
              </a:defRPr>
            </a:pPr>
            <a:r>
              <a:rPr sz="2025" b="0">
                <a:solidFill>
                  <a:srgbClr val="FFFFFF"/>
                </a:solidFill>
                <a:latin typeface="Arial"/>
                <a:ea typeface="Arial"/>
                <a:cs typeface="Arial"/>
              </a:rPr>
              <a:t>freigegebene Tools</a:t>
            </a:r>
          </a:p>
        </p:txBody>
      </p:sp>
      <p:sp>
        <p:nvSpPr>
          <p:cNvPr id="1005" name="Diagramm: Backend Suchdienst oder API">
            <a:extLst>
              <a:ext uri="{FF2B5EF4-FFF2-40B4-BE49-F238E27FC236}">
                <a16:creationId xmlns:a16="http://schemas.microsoft.com/office/drawing/2014/main" id="{D71FDCF0-3DAA-47DF-997A-8DAB4D48AB8B}"/>
              </a:ext>
            </a:extLst>
          </p:cNvPr>
          <p:cNvSpPr>
            <a:spLocks noGrp="1"/>
          </p:cNvSpPr>
          <p:nvPr/>
        </p:nvSpPr>
        <p:spPr>
          <a:xfrm>
            <a:off x="8477250" y="2295525"/>
            <a:ext cx="3143250" cy="1143000"/>
          </a:xfrm>
          <a:prstGeom prst="rect">
            <a:avLst/>
          </a:prstGeom>
          <a:solidFill>
            <a:srgbClr val="6193CD"/>
          </a:solidFill>
          <a:ln w="0">
            <a:noFill/>
          </a:ln>
        </p:spPr>
        <p:txBody>
          <a:bodyPr wrap="square" lIns="114300" tIns="85725" rIns="114300" bIns="85725" anchor="ctr">
            <a:noAutofit/>
          </a:bodyPr>
          <a:lstStyle/>
          <a:p>
            <a:pPr algn="ctr">
              <a:defRPr sz="2025" b="0">
                <a:solidFill>
                  <a:srgbClr val="FFFFFF"/>
                </a:solidFill>
                <a:latin typeface="Arial"/>
                <a:ea typeface="Arial"/>
                <a:cs typeface="Arial"/>
              </a:defRPr>
            </a:pPr>
            <a:r>
              <a:rPr sz="2025" b="0">
                <a:solidFill>
                  <a:srgbClr val="FFFFFF"/>
                </a:solidFill>
                <a:latin typeface="Arial"/>
                <a:ea typeface="Arial"/>
                <a:cs typeface="Arial"/>
              </a:rPr>
              <a:t>Backend</a:t>
            </a:r>
          </a:p>
          <a:p>
            <a:pPr algn="ctr">
              <a:defRPr sz="2025" b="0">
                <a:solidFill>
                  <a:srgbClr val="FFFFFF"/>
                </a:solidFill>
                <a:latin typeface="Arial"/>
                <a:ea typeface="Arial"/>
                <a:cs typeface="Arial"/>
              </a:defRPr>
            </a:pPr>
            <a:r>
              <a:rPr sz="2025" b="0">
                <a:solidFill>
                  <a:srgbClr val="FFFFFF"/>
                </a:solidFill>
                <a:latin typeface="Arial"/>
                <a:ea typeface="Arial"/>
                <a:cs typeface="Arial"/>
              </a:rPr>
              <a:t>Suchdienst oder API</a:t>
            </a:r>
          </a:p>
        </p:txBody>
      </p:sp>
      <p:cxnSp>
        <p:nvCxnSpPr>
          <p:cNvPr id="1017" name="Gerade Verbindung mit Pfeil 1016"/>
          <p:cNvCxnSpPr>
            <a:stCxn id="1003" idx="3"/>
            <a:endCxn id="1004" idx="1"/>
          </p:cNvCxnSpPr>
          <p:nvPr/>
        </p:nvCxnSpPr>
        <p:spPr>
          <a:xfrm>
            <a:off x="3714750" y="2867025"/>
            <a:ext cx="809625" cy="0"/>
          </a:xfrm>
          <a:prstGeom prst="straightConnector1">
            <a:avLst/>
          </a:prstGeom>
          <a:ln w="24765">
            <a:solidFill>
              <a:srgbClr val="7C98B5"/>
            </a:solidFill>
            <a:prstDash val="solid"/>
            <a:headEnd type="triangle" w="med" len="med"/>
            <a:tailEnd type="triangle" w="med" len="med"/>
          </a:ln>
        </p:spPr>
      </p:cxnSp>
      <p:cxnSp>
        <p:nvCxnSpPr>
          <p:cNvPr id="1018" name="Gerade Verbindung mit Pfeil 1017"/>
          <p:cNvCxnSpPr>
            <a:stCxn id="1004" idx="3"/>
            <a:endCxn id="1005" idx="1"/>
          </p:cNvCxnSpPr>
          <p:nvPr/>
        </p:nvCxnSpPr>
        <p:spPr>
          <a:xfrm>
            <a:off x="7667625" y="2867025"/>
            <a:ext cx="809625" cy="0"/>
          </a:xfrm>
          <a:prstGeom prst="straightConnector1">
            <a:avLst/>
          </a:prstGeom>
          <a:ln w="24765">
            <a:solidFill>
              <a:srgbClr val="7C98B5"/>
            </a:solidFill>
            <a:prstDash val="solid"/>
            <a:headEnd type="triangle" w="med" len="med"/>
            <a:tailEnd type="triangle" w="med" len="med"/>
          </a:ln>
        </p:spPr>
      </p:cxnSp>
      <p:sp>
        <p:nvSpPr>
          <p:cNvPr id="1008" name="Steuert die Anfrage und nutzt die Ergebnisse">
            <a:extLst>
              <a:ext uri="{FF2B5EF4-FFF2-40B4-BE49-F238E27FC236}">
                <a16:creationId xmlns:a16="http://schemas.microsoft.com/office/drawing/2014/main" id="{8C28260D-FF14-486E-8E88-D09F5A152F1E}"/>
              </a:ext>
            </a:extLst>
          </p:cNvPr>
          <p:cNvSpPr>
            <a:spLocks noGrp="1"/>
          </p:cNvSpPr>
          <p:nvPr/>
        </p:nvSpPr>
        <p:spPr>
          <a:xfrm>
            <a:off x="571500" y="4010025"/>
            <a:ext cx="3143250" cy="952500"/>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Steuert die Anfrage</a:t>
            </a:r>
          </a:p>
          <a:p>
            <a:pPr algn="l">
              <a:defRPr sz="1875" b="0">
                <a:solidFill>
                  <a:srgbClr val="586165"/>
                </a:solidFill>
                <a:latin typeface="Arial"/>
                <a:ea typeface="Arial"/>
                <a:cs typeface="Arial"/>
              </a:defRPr>
            </a:pPr>
            <a:r>
              <a:rPr sz="1875" b="0">
                <a:solidFill>
                  <a:srgbClr val="586165"/>
                </a:solidFill>
                <a:latin typeface="Arial"/>
                <a:ea typeface="Arial"/>
                <a:cs typeface="Arial"/>
              </a:rPr>
              <a:t>und nutzt die Ergebnisse</a:t>
            </a:r>
          </a:p>
        </p:txBody>
      </p:sp>
      <p:sp>
        <p:nvSpPr>
          <p:cNvPr id="1009" name="Prüft und verarbeitet definierte Aufrufe">
            <a:extLst>
              <a:ext uri="{FF2B5EF4-FFF2-40B4-BE49-F238E27FC236}">
                <a16:creationId xmlns:a16="http://schemas.microsoft.com/office/drawing/2014/main" id="{A630B241-E9D4-43FF-9593-607106182717}"/>
              </a:ext>
            </a:extLst>
          </p:cNvPr>
          <p:cNvSpPr>
            <a:spLocks noGrp="1"/>
          </p:cNvSpPr>
          <p:nvPr/>
        </p:nvSpPr>
        <p:spPr>
          <a:xfrm>
            <a:off x="4524375" y="4010025"/>
            <a:ext cx="3143250" cy="952500"/>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Prüft und verarbeitet</a:t>
            </a:r>
          </a:p>
          <a:p>
            <a:pPr algn="l">
              <a:defRPr sz="1875" b="0">
                <a:solidFill>
                  <a:srgbClr val="586165"/>
                </a:solidFill>
                <a:latin typeface="Arial"/>
                <a:ea typeface="Arial"/>
                <a:cs typeface="Arial"/>
              </a:defRPr>
            </a:pPr>
            <a:r>
              <a:rPr sz="1875" b="0">
                <a:solidFill>
                  <a:srgbClr val="586165"/>
                </a:solidFill>
                <a:latin typeface="Arial"/>
                <a:ea typeface="Arial"/>
                <a:cs typeface="Arial"/>
              </a:rPr>
              <a:t>definierte Aufrufe</a:t>
            </a:r>
          </a:p>
        </p:txBody>
      </p:sp>
      <p:sp>
        <p:nvSpPr>
          <p:cNvPr id="1010" name="Liefert die fachlichen Daten und Belege">
            <a:extLst>
              <a:ext uri="{FF2B5EF4-FFF2-40B4-BE49-F238E27FC236}">
                <a16:creationId xmlns:a16="http://schemas.microsoft.com/office/drawing/2014/main" id="{E710654F-E2E4-4CB0-B6FD-3AB1DAE8B64B}"/>
              </a:ext>
            </a:extLst>
          </p:cNvPr>
          <p:cNvSpPr>
            <a:spLocks noGrp="1"/>
          </p:cNvSpPr>
          <p:nvPr/>
        </p:nvSpPr>
        <p:spPr>
          <a:xfrm>
            <a:off x="8477250" y="4010025"/>
            <a:ext cx="3143250" cy="952500"/>
          </a:xfrm>
          <a:prstGeom prst="rect">
            <a:avLst/>
          </a:prstGeom>
          <a:noFill/>
          <a:ln w="0">
            <a:noFill/>
          </a:ln>
        </p:spPr>
        <p:txBody>
          <a:bodyPr wrap="square" lIns="0" tIns="0" rIns="0" bIns="0" anchor="t">
            <a:noAutofit/>
          </a:bodyPr>
          <a:lstStyle/>
          <a:p>
            <a:pPr algn="l">
              <a:defRPr sz="1875" b="0">
                <a:solidFill>
                  <a:srgbClr val="586165"/>
                </a:solidFill>
                <a:latin typeface="Arial"/>
                <a:ea typeface="Arial"/>
                <a:cs typeface="Arial"/>
              </a:defRPr>
            </a:pPr>
            <a:r>
              <a:rPr sz="1875" b="0">
                <a:solidFill>
                  <a:srgbClr val="586165"/>
                </a:solidFill>
                <a:latin typeface="Arial"/>
                <a:ea typeface="Arial"/>
                <a:cs typeface="Arial"/>
              </a:rPr>
              <a:t>Liefert die fachlichen</a:t>
            </a:r>
          </a:p>
          <a:p>
            <a:pPr algn="l">
              <a:defRPr sz="1875" b="0">
                <a:solidFill>
                  <a:srgbClr val="586165"/>
                </a:solidFill>
                <a:latin typeface="Arial"/>
                <a:ea typeface="Arial"/>
                <a:cs typeface="Arial"/>
              </a:defRPr>
            </a:pPr>
            <a:r>
              <a:rPr sz="1875" b="0">
                <a:solidFill>
                  <a:srgbClr val="586165"/>
                </a:solidFill>
                <a:latin typeface="Arial"/>
                <a:ea typeface="Arial"/>
                <a:cs typeface="Arial"/>
              </a:rPr>
              <a:t>Daten und Belege</a:t>
            </a:r>
          </a:p>
        </p:txBody>
      </p:sp>
      <p:sp>
        <p:nvSpPr>
          <p:cNvPr id="1011" name="Toolbeschreibungen, Aufrufe und Ergebnisse folgen einem gemeinsamen Protokoll.">
            <a:extLst>
              <a:ext uri="{FF2B5EF4-FFF2-40B4-BE49-F238E27FC236}">
                <a16:creationId xmlns:a16="http://schemas.microsoft.com/office/drawing/2014/main" id="{F114CBC7-0D7D-4D71-B8F7-7FEA0DCAE3BF}"/>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Toolbeschreibungen, Aufrufe und Ergebnisse folgen einem gemeinsamen Protokoll.</a:t>
            </a:r>
          </a:p>
        </p:txBody>
      </p:sp>
      <p:sp>
        <p:nvSpPr>
          <p:cNvPr id="1019"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04  Integration und MCP</a:t>
            </a:r>
          </a:p>
        </p:txBody>
      </p:sp>
    </p:spTree>
    <p:extLst>
      <p:ext uri="{BB962C8B-B14F-4D97-AF65-F5344CB8AC3E}">
        <p14:creationId xmlns:p14="http://schemas.microsoft.com/office/powerpoint/2010/main" val="1408768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38</a:t>
            </a:fld>
            <a:endParaRPr lang="en-US"/>
          </a:p>
        </p:txBody>
      </p:sp>
      <p:sp>
        <p:nvSpPr>
          <p:cNvPr id="1005" name="Rechte und Kontrolle">
            <a:extLst>
              <a:ext uri="{FF2B5EF4-FFF2-40B4-BE49-F238E27FC236}">
                <a16:creationId xmlns:a16="http://schemas.microsoft.com/office/drawing/2014/main" id="{C7D48E10-4805-4AA0-B083-5B62B7035CA3}"/>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Rechte und Kontrolle</a:t>
            </a:r>
          </a:p>
        </p:txBody>
      </p:sp>
      <p:graphicFrame>
        <p:nvGraphicFramePr>
          <p:cNvPr id="1007" name="Tabelle 1006"/>
          <p:cNvGraphicFramePr/>
          <p:nvPr/>
        </p:nvGraphicFramePr>
        <p:xfrm>
          <a:off x="571500" y="1666875"/>
          <a:ext cx="11049000" cy="3810000"/>
        </p:xfrm>
        <a:graphic>
          <a:graphicData uri="http://schemas.openxmlformats.org/drawingml/2006/table">
            <a:tbl>
              <a:tblPr firstRow="1"/>
              <a:tblGrid>
                <a:gridCol w="3095625">
                  <a:extLst>
                    <a:ext uri="{9D8B030D-6E8A-4147-A177-3AD203B41FA5}">
                      <a16:colId xmlns:a16="http://schemas.microsoft.com/office/drawing/2014/main" val="20000"/>
                    </a:ext>
                  </a:extLst>
                </a:gridCol>
                <a:gridCol w="7953375">
                  <a:extLst>
                    <a:ext uri="{9D8B030D-6E8A-4147-A177-3AD203B41FA5}">
                      <a16:colId xmlns:a16="http://schemas.microsoft.com/office/drawing/2014/main" val="20001"/>
                    </a:ext>
                  </a:extLst>
                </a:gridCol>
              </a:tblGrid>
              <a:tr h="495300">
                <a:tc>
                  <a:txBody>
                    <a:bodyPr/>
                    <a:lstStyle/>
                    <a:p>
                      <a:r>
                        <a:rPr sz="1875" b="1">
                          <a:solidFill>
                            <a:srgbClr val="FFFFFF"/>
                          </a:solidFill>
                          <a:latin typeface="Arial"/>
                          <a:ea typeface="Arial"/>
                          <a:cs typeface="Arial"/>
                        </a:rPr>
                        <a:t>Kontrollpunkt</a:t>
                      </a:r>
                    </a:p>
                  </a:txBody>
                  <a:tcPr anchor="ctr">
                    <a:solidFill>
                      <a:srgbClr val="6193CD"/>
                    </a:solidFill>
                  </a:tcPr>
                </a:tc>
                <a:tc>
                  <a:txBody>
                    <a:bodyPr/>
                    <a:lstStyle/>
                    <a:p>
                      <a:r>
                        <a:rPr sz="1875" b="1">
                          <a:solidFill>
                            <a:srgbClr val="FFFFFF"/>
                          </a:solidFill>
                          <a:latin typeface="Arial"/>
                          <a:ea typeface="Arial"/>
                          <a:cs typeface="Arial"/>
                        </a:rPr>
                        <a:t>Vorgeschlagene Umsetzung</a:t>
                      </a:r>
                    </a:p>
                  </a:txBody>
                  <a:tcPr anchor="ctr">
                    <a:solidFill>
                      <a:srgbClr val="6193CD"/>
                    </a:solidFill>
                  </a:tcPr>
                </a:tc>
                <a:extLst>
                  <a:ext uri="{0D108BD9-81ED-4DB2-BD59-A6C34878D82A}">
                    <a16:rowId xmlns:a16="http://schemas.microsoft.com/office/drawing/2014/main" val="10000"/>
                  </a:ext>
                </a:extLst>
              </a:tr>
              <a:tr h="828675">
                <a:tc>
                  <a:txBody>
                    <a:bodyPr/>
                    <a:lstStyle/>
                    <a:p>
                      <a:r>
                        <a:rPr sz="1875" b="0">
                          <a:solidFill>
                            <a:srgbClr val="586165"/>
                          </a:solidFill>
                          <a:latin typeface="Arial"/>
                          <a:ea typeface="Arial"/>
                          <a:cs typeface="Arial"/>
                        </a:rPr>
                        <a:t>Nutzer und Inhalte</a:t>
                      </a:r>
                    </a:p>
                  </a:txBody>
                  <a:tcPr anchor="ctr">
                    <a:solidFill>
                      <a:srgbClr val="E9EFF7"/>
                    </a:solidFill>
                  </a:tcPr>
                </a:tc>
                <a:tc>
                  <a:txBody>
                    <a:bodyPr/>
                    <a:lstStyle/>
                    <a:p>
                      <a:r>
                        <a:rPr sz="1875" b="0">
                          <a:solidFill>
                            <a:srgbClr val="586165"/>
                          </a:solidFill>
                          <a:latin typeface="Arial"/>
                          <a:ea typeface="Arial"/>
                          <a:cs typeface="Arial"/>
                        </a:rPr>
                        <a:t>Identität prüfen. Nur berechtigte Treffer und Quellen zurückgeben.</a:t>
                      </a:r>
                    </a:p>
                  </a:txBody>
                  <a:tcPr anchor="ctr">
                    <a:solidFill>
                      <a:srgbClr val="E9EFF7"/>
                    </a:solidFill>
                  </a:tcPr>
                </a:tc>
                <a:extLst>
                  <a:ext uri="{0D108BD9-81ED-4DB2-BD59-A6C34878D82A}">
                    <a16:rowId xmlns:a16="http://schemas.microsoft.com/office/drawing/2014/main" val="10001"/>
                  </a:ext>
                </a:extLst>
              </a:tr>
              <a:tr h="828675">
                <a:tc>
                  <a:txBody>
                    <a:bodyPr/>
                    <a:lstStyle/>
                    <a:p>
                      <a:r>
                        <a:rPr sz="1875" b="0">
                          <a:solidFill>
                            <a:srgbClr val="586165"/>
                          </a:solidFill>
                          <a:latin typeface="Arial"/>
                          <a:ea typeface="Arial"/>
                          <a:cs typeface="Arial"/>
                        </a:rPr>
                        <a:t>Tools und Parameter</a:t>
                      </a:r>
                    </a:p>
                  </a:txBody>
                  <a:tcPr anchor="ctr">
                    <a:solidFill>
                      <a:srgbClr val="F5F7FA"/>
                    </a:solidFill>
                  </a:tcPr>
                </a:tc>
                <a:tc>
                  <a:txBody>
                    <a:bodyPr/>
                    <a:lstStyle/>
                    <a:p>
                      <a:r>
                        <a:rPr sz="1875" b="0">
                          <a:solidFill>
                            <a:srgbClr val="586165"/>
                          </a:solidFill>
                          <a:latin typeface="Arial"/>
                          <a:ea typeface="Arial"/>
                          <a:cs typeface="Arial"/>
                        </a:rPr>
                        <a:t>Lesefunktionen begrenzen und Eingaben vor dem Aufruf validieren.</a:t>
                      </a:r>
                    </a:p>
                  </a:txBody>
                  <a:tcPr anchor="ctr">
                    <a:solidFill>
                      <a:srgbClr val="F5F7FA"/>
                    </a:solidFill>
                  </a:tcPr>
                </a:tc>
                <a:extLst>
                  <a:ext uri="{0D108BD9-81ED-4DB2-BD59-A6C34878D82A}">
                    <a16:rowId xmlns:a16="http://schemas.microsoft.com/office/drawing/2014/main" val="10002"/>
                  </a:ext>
                </a:extLst>
              </a:tr>
              <a:tr h="828675">
                <a:tc>
                  <a:txBody>
                    <a:bodyPr/>
                    <a:lstStyle/>
                    <a:p>
                      <a:r>
                        <a:rPr sz="1875" b="0">
                          <a:solidFill>
                            <a:srgbClr val="586165"/>
                          </a:solidFill>
                          <a:latin typeface="Arial"/>
                          <a:ea typeface="Arial"/>
                          <a:cs typeface="Arial"/>
                        </a:rPr>
                        <a:t>Daten als Kontext</a:t>
                      </a:r>
                    </a:p>
                  </a:txBody>
                  <a:tcPr anchor="ctr">
                    <a:solidFill>
                      <a:srgbClr val="E9EFF7"/>
                    </a:solidFill>
                  </a:tcPr>
                </a:tc>
                <a:tc>
                  <a:txBody>
                    <a:bodyPr/>
                    <a:lstStyle/>
                    <a:p>
                      <a:r>
                        <a:rPr sz="1875" b="0">
                          <a:solidFill>
                            <a:srgbClr val="586165"/>
                          </a:solidFill>
                          <a:latin typeface="Arial"/>
                          <a:ea typeface="Arial"/>
                          <a:cs typeface="Arial"/>
                        </a:rPr>
                        <a:t>Quelleninhalte von Anweisungen trennen und Herkunft erhalten.</a:t>
                      </a:r>
                    </a:p>
                  </a:txBody>
                  <a:tcPr anchor="ctr">
                    <a:solidFill>
                      <a:srgbClr val="E9EFF7"/>
                    </a:solidFill>
                  </a:tcPr>
                </a:tc>
                <a:extLst>
                  <a:ext uri="{0D108BD9-81ED-4DB2-BD59-A6C34878D82A}">
                    <a16:rowId xmlns:a16="http://schemas.microsoft.com/office/drawing/2014/main" val="10003"/>
                  </a:ext>
                </a:extLst>
              </a:tr>
              <a:tr h="828675">
                <a:tc>
                  <a:txBody>
                    <a:bodyPr/>
                    <a:lstStyle/>
                    <a:p>
                      <a:r>
                        <a:rPr sz="1875" b="0">
                          <a:solidFill>
                            <a:srgbClr val="586165"/>
                          </a:solidFill>
                          <a:latin typeface="Arial"/>
                          <a:ea typeface="Arial"/>
                          <a:cs typeface="Arial"/>
                        </a:rPr>
                        <a:t>Nachvollziehbarkeit</a:t>
                      </a:r>
                    </a:p>
                  </a:txBody>
                  <a:tcPr anchor="ctr">
                    <a:solidFill>
                      <a:srgbClr val="F5F7FA"/>
                    </a:solidFill>
                  </a:tcPr>
                </a:tc>
                <a:tc>
                  <a:txBody>
                    <a:bodyPr/>
                    <a:lstStyle/>
                    <a:p>
                      <a:r>
                        <a:rPr sz="1875" b="0">
                          <a:solidFill>
                            <a:srgbClr val="586165"/>
                          </a:solidFill>
                          <a:latin typeface="Arial"/>
                          <a:ea typeface="Arial"/>
                          <a:cs typeface="Arial"/>
                        </a:rPr>
                        <a:t>Aufrufe, Datenstand und Fehler mit angemessenem Zugriffsschutz erfassen.</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04" name="Der Pilot arbeitet mit lesendem Zugriff. Rechteprüfung ist Teil der technischen ">
            <a:extLst>
              <a:ext uri="{FF2B5EF4-FFF2-40B4-BE49-F238E27FC236}">
                <a16:creationId xmlns:a16="http://schemas.microsoft.com/office/drawing/2014/main" id="{E07A428A-353C-4C30-BBC2-6F41607122CE}"/>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Der Pilot arbeitet mit lesendem Zugriff. Rechteprüfung ist Teil der technischen Datenstrecke.</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04  Integration und MCP</a:t>
            </a:r>
          </a:p>
        </p:txBody>
      </p:sp>
    </p:spTree>
    <p:extLst>
      <p:ext uri="{BB962C8B-B14F-4D97-AF65-F5344CB8AC3E}">
        <p14:creationId xmlns:p14="http://schemas.microsoft.com/office/powerpoint/2010/main" val="1408768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78E273E-1113-2F18-D97A-58AB53E285A4}"/>
              </a:ext>
            </a:extLst>
          </p:cNvPr>
          <p:cNvSpPr>
            <a:spLocks noGrp="1"/>
          </p:cNvSpPr>
          <p:nvPr>
            <p:ph type="body" sz="quarter" idx="10"/>
          </p:nvPr>
        </p:nvSpPr>
        <p:spPr/>
        <p:txBody>
          <a:bodyPr/>
          <a:lstStyle/>
          <a:p>
            <a:r>
              <a:rPr lang="de-DE" dirty="0"/>
              <a:t>05</a:t>
            </a:r>
          </a:p>
        </p:txBody>
      </p:sp>
      <p:sp>
        <p:nvSpPr>
          <p:cNvPr id="3" name="Textplatzhalter 2">
            <a:extLst>
              <a:ext uri="{FF2B5EF4-FFF2-40B4-BE49-F238E27FC236}">
                <a16:creationId xmlns:a16="http://schemas.microsoft.com/office/drawing/2014/main" id="{920450A1-9774-3F96-DBE9-351518736EFA}"/>
              </a:ext>
            </a:extLst>
          </p:cNvPr>
          <p:cNvSpPr>
            <a:spLocks noGrp="1"/>
          </p:cNvSpPr>
          <p:nvPr>
            <p:ph type="body" sz="quarter" idx="11"/>
          </p:nvPr>
        </p:nvSpPr>
        <p:spPr/>
        <p:txBody>
          <a:bodyPr/>
          <a:lstStyle/>
          <a:p>
            <a:r>
              <a:rPr lang="de-DE" dirty="0"/>
              <a:t>RAG Patterns</a:t>
            </a:r>
          </a:p>
        </p:txBody>
      </p:sp>
      <p:sp>
        <p:nvSpPr>
          <p:cNvPr id="17700" name="Inhalt: Die passende Komplexität für Suche und Antwor">
            <a:extLst>
              <a:ext uri="{FF2B5EF4-FFF2-40B4-BE49-F238E27FC236}">
                <a16:creationId xmlns:a16="http://schemas.microsoft.com/office/drawing/2014/main" id="{C9EE35A1-0C9A-4682-B166-2E1A990B5E0F}"/>
              </a:ext>
            </a:extLst>
          </p:cNvPr>
          <p:cNvSpPr>
            <a:spLocks noGrp="1"/>
          </p:cNvSpPr>
          <p:nvPr/>
        </p:nvSpPr>
        <p:spPr>
          <a:xfrm>
            <a:off x="1200150" y="4381500"/>
            <a:ext cx="10382250" cy="819150"/>
          </a:xfrm>
          <a:prstGeom prst="rect">
            <a:avLst/>
          </a:prstGeom>
          <a:noFill/>
          <a:ln w="0">
            <a:noFill/>
          </a:ln>
        </p:spPr>
        <p:txBody>
          <a:bodyPr wrap="square" lIns="0" tIns="0" rIns="0" bIns="0" anchor="t">
            <a:noAutofit/>
          </a:bodyPr>
          <a:lstStyle/>
          <a:p>
            <a:pPr>
              <a:defRPr sz="2100" b="0">
                <a:solidFill>
                  <a:srgbClr val="586165"/>
                </a:solidFill>
                <a:latin typeface="Arial"/>
                <a:ea typeface="Arial"/>
                <a:cs typeface="Arial"/>
              </a:defRPr>
            </a:pPr>
            <a:r>
              <a:rPr sz="2100" b="0">
                <a:solidFill>
                  <a:srgbClr val="586165"/>
                </a:solidFill>
                <a:latin typeface="Arial"/>
                <a:ea typeface="Arial"/>
                <a:cs typeface="Arial"/>
              </a:rPr>
              <a:t>Die passende Komplexität für Suche und Antwortgenerierung</a:t>
            </a:r>
          </a:p>
        </p:txBody>
      </p:sp>
    </p:spTree>
    <p:extLst>
      <p:ext uri="{BB962C8B-B14F-4D97-AF65-F5344CB8AC3E}">
        <p14:creationId xmlns:p14="http://schemas.microsoft.com/office/powerpoint/2010/main" val="3115697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40</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Grundbaustein: Chunking</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sp>
        <p:nvSpPr>
          <p:cNvPr id="101" name="Text 101"/>
          <p:cNvSpPr txBox="1"/>
          <p:nvPr/>
        </p:nvSpPr>
        <p:spPr>
          <a:xfrm>
            <a:off x="380000" y="1500000"/>
            <a:ext cx="11430000" cy="400000"/>
          </a:xfrm>
          <a:prstGeom prst="rect">
            <a:avLst/>
          </a:prstGeom>
          <a:noFill/>
        </p:spPr>
        <p:txBody>
          <a:bodyPr wrap="square" lIns="0" tIns="0" rIns="0" bIns="0">
            <a:normAutofit/>
          </a:bodyPr>
          <a:lstStyle/>
          <a:p>
            <a:pPr algn="l"/>
            <a:r>
              <a:rPr lang="de-DE" sz="1300" dirty="0">
                <a:solidFill>
                  <a:srgbClr val="404040"/>
                </a:solidFill>
              </a:rPr>
              <a:t>Chunking zerlegt längere Inhalte in suchbare Abschnitte. Ob und wie fein geteilt wird, hängt von Dokumentstruktur, Retrieval und Kontextfenster ab.</a:t>
            </a:r>
          </a:p>
        </p:txBody>
      </p:sp>
      <p:sp>
        <p:nvSpPr>
          <p:cNvPr id="102" name="Card 102"/>
          <p:cNvSpPr/>
          <p:nvPr/>
        </p:nvSpPr>
        <p:spPr>
          <a:xfrm>
            <a:off x="380000" y="2020000"/>
            <a:ext cx="2670000" cy="22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150" b="1" dirty="0">
                <a:solidFill>
                  <a:srgbClr val="3D6DA8"/>
                </a:solidFill>
              </a:rPr>
              <a:t>Fixed-Size Chunking</a:t>
            </a:r>
          </a:p>
          <a:p>
            <a:pPr marL="228600" indent="-228600" algn="l">
              <a:buFont typeface="Arial" panose="020B0604020202020204" pitchFamily="34" charset="0"/>
              <a:buChar char="•"/>
            </a:pPr>
            <a:r>
              <a:rPr lang="de-DE" sz="1050" dirty="0">
                <a:solidFill>
                  <a:srgbClr val="404040"/>
                </a:solidFill>
              </a:rPr>
              <a:t>Feste Zeichen-/Token-Länge, meist mit Overlap. Einfach, aber trennt Inhalte oft ungünstig.</a:t>
            </a:r>
          </a:p>
        </p:txBody>
      </p:sp>
      <p:sp>
        <p:nvSpPr>
          <p:cNvPr id="103" name="Card 103"/>
          <p:cNvSpPr/>
          <p:nvPr/>
        </p:nvSpPr>
        <p:spPr>
          <a:xfrm>
            <a:off x="3300000" y="2020000"/>
            <a:ext cx="2670000" cy="22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150" b="1" dirty="0">
                <a:solidFill>
                  <a:srgbClr val="3D6DA8"/>
                </a:solidFill>
              </a:rPr>
              <a:t>Recursive / Struktur-basiert</a:t>
            </a:r>
          </a:p>
          <a:p>
            <a:pPr marL="228600" indent="-228600" algn="l">
              <a:buFont typeface="Arial" panose="020B0604020202020204" pitchFamily="34" charset="0"/>
              <a:buChar char="•"/>
            </a:pPr>
            <a:r>
              <a:rPr lang="de-DE" sz="1050" dirty="0">
                <a:solidFill>
                  <a:srgbClr val="404040"/>
                </a:solidFill>
              </a:rPr>
              <a:t>Folgt Dokumentstruktur (Absätze, Überschriften, Sätze) bevor hart geschnitten wird.</a:t>
            </a:r>
          </a:p>
        </p:txBody>
      </p:sp>
      <p:sp>
        <p:nvSpPr>
          <p:cNvPr id="104" name="Card 104"/>
          <p:cNvSpPr/>
          <p:nvPr/>
        </p:nvSpPr>
        <p:spPr>
          <a:xfrm>
            <a:off x="6220000" y="2020000"/>
            <a:ext cx="2670000" cy="22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150" b="1" dirty="0">
                <a:solidFill>
                  <a:srgbClr val="3D6DA8"/>
                </a:solidFill>
              </a:rPr>
              <a:t>Semantic Chunking</a:t>
            </a:r>
          </a:p>
          <a:p>
            <a:pPr marL="228600" indent="-228600" algn="l">
              <a:buFont typeface="Arial" panose="020B0604020202020204" pitchFamily="34" charset="0"/>
              <a:buChar char="•"/>
            </a:pPr>
            <a:r>
              <a:rPr lang="de-DE" sz="1050" dirty="0">
                <a:solidFill>
                  <a:srgbClr val="404040"/>
                </a:solidFill>
              </a:rPr>
              <a:t>Schnitt an Bedeutungsgrenzen, z. B. wenn sich das Thema deutlich ändert.</a:t>
            </a:r>
          </a:p>
        </p:txBody>
      </p:sp>
      <p:sp>
        <p:nvSpPr>
          <p:cNvPr id="105" name="Card 105"/>
          <p:cNvSpPr/>
          <p:nvPr/>
        </p:nvSpPr>
        <p:spPr>
          <a:xfrm>
            <a:off x="9140000" y="2020000"/>
            <a:ext cx="2670000" cy="22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150" b="1" dirty="0">
                <a:solidFill>
                  <a:srgbClr val="3D6DA8"/>
                </a:solidFill>
              </a:rPr>
              <a:t>Sliding Window</a:t>
            </a:r>
          </a:p>
          <a:p>
            <a:pPr marL="228600" indent="-228600" algn="l">
              <a:buFont typeface="Arial" panose="020B0604020202020204" pitchFamily="34" charset="0"/>
              <a:buChar char="•"/>
            </a:pPr>
            <a:r>
              <a:rPr lang="de-DE" sz="1050" dirty="0">
                <a:solidFill>
                  <a:srgbClr val="404040"/>
                </a:solidFill>
              </a:rPr>
              <a:t>Überlappende Fenster, damit Kontext an Chunk-Grenzen nicht verloren geht.</a:t>
            </a:r>
          </a:p>
        </p:txBody>
      </p:sp>
      <p:sp>
        <p:nvSpPr>
          <p:cNvPr id="106" name="Text 106"/>
          <p:cNvSpPr txBox="1"/>
          <p:nvPr/>
        </p:nvSpPr>
        <p:spPr>
          <a:xfrm>
            <a:off x="380000" y="4520000"/>
            <a:ext cx="11430000" cy="700000"/>
          </a:xfrm>
          <a:prstGeom prst="rect">
            <a:avLst/>
          </a:prstGeom>
          <a:noFill/>
        </p:spPr>
        <p:txBody>
          <a:bodyPr wrap="square" lIns="0" tIns="0" rIns="0" bIns="0">
            <a:normAutofit/>
          </a:bodyPr>
          <a:lstStyle/>
          <a:p>
            <a:pPr algn="l"/>
            <a:r>
              <a:rPr lang="de-DE" sz="1150" b="1" dirty="0">
                <a:solidFill>
                  <a:srgbClr val="3D6DA8"/>
                </a:solidFill>
              </a:rPr>
              <a:t>Ungünstige Chunkgrenzen können wichtige Belege trennen. Größe, Überlappung und Metadaten gehören deshalb in die Evaluation.</a:t>
            </a:r>
          </a:p>
          <a:p>
            <a:pPr algn="l"/>
            <a:endParaRPr lang="de-DE" sz="1150" b="1" dirty="0">
              <a:solidFill>
                <a:srgbClr val="3D6DA8"/>
              </a:solidFill>
            </a:endParaRPr>
          </a:p>
        </p:txBody>
      </p:sp>
    </p:spTree>
    <p:extLst>
      <p:ext uri="{BB962C8B-B14F-4D97-AF65-F5344CB8AC3E}">
        <p14:creationId xmlns:p14="http://schemas.microsoft.com/office/powerpoint/2010/main" val="1283617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41</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RAG Komplexitätsleiter</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sp>
        <p:nvSpPr>
          <p:cNvPr id="101" name="Text 101"/>
          <p:cNvSpPr txBox="1"/>
          <p:nvPr/>
        </p:nvSpPr>
        <p:spPr>
          <a:xfrm>
            <a:off x="380000" y="1500000"/>
            <a:ext cx="11430000" cy="400000"/>
          </a:xfrm>
          <a:prstGeom prst="rect">
            <a:avLst/>
          </a:prstGeom>
          <a:noFill/>
        </p:spPr>
        <p:txBody>
          <a:bodyPr wrap="square" lIns="0" tIns="0" rIns="0" bIns="0">
            <a:normAutofit/>
          </a:bodyPr>
          <a:lstStyle/>
          <a:p>
            <a:pPr algn="l"/>
            <a:r>
              <a:rPr lang="de-DE" sz="1300" dirty="0">
                <a:solidFill>
                  <a:srgbClr val="404040"/>
                </a:solidFill>
              </a:rPr>
              <a:t>Die Muster adressieren unterschiedliche Anforderungen. Die Anordnung ist eine didaktische Übersicht, keine verbindliche Reifegradskala.</a:t>
            </a:r>
          </a:p>
        </p:txBody>
      </p:sp>
      <p:sp>
        <p:nvSpPr>
          <p:cNvPr id="102" name="Box 102"/>
          <p:cNvSpPr/>
          <p:nvPr/>
        </p:nvSpPr>
        <p:spPr>
          <a:xfrm>
            <a:off x="380000" y="5000000"/>
            <a:ext cx="1780000" cy="9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1</a:t>
            </a:r>
          </a:p>
          <a:p>
            <a:pPr algn="ctr"/>
            <a:r>
              <a:rPr lang="de-DE" sz="1050" b="1" dirty="0">
                <a:solidFill>
                  <a:srgbClr val="FFFFFF"/>
                </a:solidFill>
              </a:rPr>
              <a:t>Naive RAG</a:t>
            </a:r>
          </a:p>
          <a:p>
            <a:pPr algn="ctr"/>
            <a:r>
              <a:rPr lang="de-DE" sz="1050" dirty="0">
                <a:solidFill>
                  <a:srgbClr val="FFFFFF"/>
                </a:solidFill>
              </a:rPr>
              <a:t>Ein Retrieval-Schritt</a:t>
            </a:r>
          </a:p>
        </p:txBody>
      </p:sp>
      <p:sp>
        <p:nvSpPr>
          <p:cNvPr id="103" name="Box 103"/>
          <p:cNvSpPr/>
          <p:nvPr/>
        </p:nvSpPr>
        <p:spPr>
          <a:xfrm>
            <a:off x="2310000" y="4740000"/>
            <a:ext cx="1780000" cy="116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050" b="1" dirty="0">
                <a:solidFill>
                  <a:srgbClr val="FFFFFF"/>
                </a:solidFill>
              </a:rPr>
              <a:t>2</a:t>
            </a:r>
          </a:p>
          <a:p>
            <a:pPr algn="ctr"/>
            <a:r>
              <a:rPr lang="de-DE" sz="1050" b="1" dirty="0">
                <a:solidFill>
                  <a:srgbClr val="FFFFFF"/>
                </a:solidFill>
              </a:rPr>
              <a:t>Improved RAG</a:t>
            </a:r>
          </a:p>
          <a:p>
            <a:pPr algn="ctr"/>
            <a:r>
              <a:rPr lang="de-DE" sz="1050" dirty="0">
                <a:solidFill>
                  <a:srgbClr val="FFFFFF"/>
                </a:solidFill>
              </a:rPr>
              <a:t>Bessere Suche &amp; Ranking</a:t>
            </a:r>
          </a:p>
        </p:txBody>
      </p:sp>
      <p:sp>
        <p:nvSpPr>
          <p:cNvPr id="104" name="Box 104"/>
          <p:cNvSpPr/>
          <p:nvPr/>
        </p:nvSpPr>
        <p:spPr>
          <a:xfrm>
            <a:off x="4240000" y="4480000"/>
            <a:ext cx="1780000" cy="142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3</a:t>
            </a:r>
          </a:p>
          <a:p>
            <a:pPr algn="ctr"/>
            <a:r>
              <a:rPr lang="de-DE" sz="1050" b="1" dirty="0">
                <a:solidFill>
                  <a:srgbClr val="FFFFFF"/>
                </a:solidFill>
              </a:rPr>
              <a:t>Adaptive /
Corrective</a:t>
            </a:r>
          </a:p>
          <a:p>
            <a:pPr algn="ctr"/>
            <a:r>
              <a:rPr lang="de-DE" sz="1050" dirty="0">
                <a:solidFill>
                  <a:srgbClr val="FFFFFF"/>
                </a:solidFill>
              </a:rPr>
              <a:t>Prüft &amp; korrigiert</a:t>
            </a:r>
          </a:p>
        </p:txBody>
      </p:sp>
      <p:sp>
        <p:nvSpPr>
          <p:cNvPr id="105" name="Box 105"/>
          <p:cNvSpPr/>
          <p:nvPr/>
        </p:nvSpPr>
        <p:spPr>
          <a:xfrm>
            <a:off x="6170000" y="4220000"/>
            <a:ext cx="1780000" cy="168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050" b="1" dirty="0">
                <a:solidFill>
                  <a:srgbClr val="FFFFFF"/>
                </a:solidFill>
              </a:rPr>
              <a:t>4</a:t>
            </a:r>
          </a:p>
          <a:p>
            <a:pPr algn="ctr"/>
            <a:r>
              <a:rPr lang="de-DE" sz="1050" b="1" dirty="0">
                <a:solidFill>
                  <a:srgbClr val="FFFFFF"/>
                </a:solidFill>
              </a:rPr>
              <a:t>Agentic RAG</a:t>
            </a:r>
          </a:p>
          <a:p>
            <a:pPr algn="ctr"/>
            <a:r>
              <a:rPr lang="de-DE" sz="1050" dirty="0">
                <a:solidFill>
                  <a:srgbClr val="FFFFFF"/>
                </a:solidFill>
              </a:rPr>
              <a:t>Plant mehrere Schritte</a:t>
            </a:r>
          </a:p>
        </p:txBody>
      </p:sp>
      <p:sp>
        <p:nvSpPr>
          <p:cNvPr id="106" name="Box 106"/>
          <p:cNvSpPr/>
          <p:nvPr/>
        </p:nvSpPr>
        <p:spPr>
          <a:xfrm>
            <a:off x="8100000" y="3960000"/>
            <a:ext cx="1780000" cy="194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5</a:t>
            </a:r>
          </a:p>
          <a:p>
            <a:pPr algn="ctr"/>
            <a:r>
              <a:rPr lang="de-DE" sz="1050" b="1" dirty="0">
                <a:solidFill>
                  <a:srgbClr val="FFFFFF"/>
                </a:solidFill>
              </a:rPr>
              <a:t>Graph Enhanced</a:t>
            </a:r>
          </a:p>
          <a:p>
            <a:pPr algn="ctr"/>
            <a:r>
              <a:rPr lang="de-DE" sz="1050" dirty="0">
                <a:solidFill>
                  <a:srgbClr val="FFFFFF"/>
                </a:solidFill>
              </a:rPr>
              <a:t>Nutzt Beziehungen</a:t>
            </a:r>
          </a:p>
        </p:txBody>
      </p:sp>
      <p:sp>
        <p:nvSpPr>
          <p:cNvPr id="107" name="Box 107"/>
          <p:cNvSpPr/>
          <p:nvPr/>
        </p:nvSpPr>
        <p:spPr>
          <a:xfrm>
            <a:off x="10030000" y="3700000"/>
            <a:ext cx="1780000" cy="22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050" b="1" dirty="0">
                <a:solidFill>
                  <a:srgbClr val="FFFFFF"/>
                </a:solidFill>
              </a:rPr>
              <a:t>6</a:t>
            </a:r>
          </a:p>
          <a:p>
            <a:pPr algn="ctr"/>
            <a:r>
              <a:rPr lang="de-DE" sz="1050" b="1" dirty="0">
                <a:solidFill>
                  <a:srgbClr val="FFFFFF"/>
                </a:solidFill>
              </a:rPr>
              <a:t>Multi-Agent RAG</a:t>
            </a:r>
          </a:p>
          <a:p>
            <a:pPr algn="ctr"/>
            <a:r>
              <a:rPr lang="de-DE" sz="1050" dirty="0">
                <a:solidFill>
                  <a:srgbClr val="FFFFFF"/>
                </a:solidFill>
              </a:rPr>
              <a:t>Mehrere Spezialisten</a:t>
            </a:r>
          </a:p>
        </p:txBody>
      </p:sp>
      <p:sp>
        <p:nvSpPr>
          <p:cNvPr id="109" name="Text 109"/>
          <p:cNvSpPr txBox="1"/>
          <p:nvPr/>
        </p:nvSpPr>
        <p:spPr>
          <a:xfrm>
            <a:off x="380000" y="6160000"/>
            <a:ext cx="3000000" cy="300000"/>
          </a:xfrm>
          <a:prstGeom prst="rect">
            <a:avLst/>
          </a:prstGeom>
          <a:noFill/>
        </p:spPr>
        <p:txBody>
          <a:bodyPr wrap="square" lIns="0" tIns="0" rIns="0" bIns="0">
            <a:normAutofit/>
          </a:bodyPr>
          <a:lstStyle/>
          <a:p>
            <a:pPr algn="l"/>
            <a:r>
              <a:rPr lang="de-DE" sz="1050" dirty="0">
                <a:solidFill>
                  <a:srgbClr val="595959"/>
                </a:solidFill>
              </a:rPr>
              <a:t>steigende Komplexität &amp; Autonomie</a:t>
            </a:r>
          </a:p>
        </p:txBody>
      </p:sp>
    </p:spTree>
    <p:extLst>
      <p:ext uri="{BB962C8B-B14F-4D97-AF65-F5344CB8AC3E}">
        <p14:creationId xmlns:p14="http://schemas.microsoft.com/office/powerpoint/2010/main" val="31967249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42</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Level 1, Naive RAG</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p:txBody>
          <a:bodyPr/>
          <a:lstStyle/>
          <a:p>
            <a:pPr marL="285750" indent="-285750">
              <a:buFont typeface="Arial" panose="020B0604020202020204" pitchFamily="34" charset="0"/>
              <a:buChar char="•"/>
            </a:pPr>
            <a:endParaRPr lang="de-DE" dirty="0"/>
          </a:p>
        </p:txBody>
      </p:sp>
      <p:sp>
        <p:nvSpPr>
          <p:cNvPr id="101" name="Box 101"/>
          <p:cNvSpPr/>
          <p:nvPr/>
        </p:nvSpPr>
        <p:spPr>
          <a:xfrm>
            <a:off x="380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Frage</a:t>
            </a:r>
          </a:p>
        </p:txBody>
      </p:sp>
      <p:cxnSp>
        <p:nvCxnSpPr>
          <p:cNvPr id="102" name="Connector 102"/>
          <p:cNvCxnSpPr/>
          <p:nvPr/>
        </p:nvCxnSpPr>
        <p:spPr>
          <a:xfrm>
            <a:off x="2185000" y="2225000"/>
            <a:ext cx="120000" cy="1"/>
          </a:xfrm>
          <a:prstGeom prst="straightConnector1">
            <a:avLst/>
          </a:prstGeom>
          <a:ln w="15000">
            <a:solidFill>
              <a:srgbClr val="9A9FA1"/>
            </a:solidFill>
            <a:tailEnd type="triangle" w="med" len="med"/>
          </a:ln>
        </p:spPr>
      </p:cxnSp>
      <p:sp>
        <p:nvSpPr>
          <p:cNvPr id="103" name="Box 103"/>
          <p:cNvSpPr/>
          <p:nvPr/>
        </p:nvSpPr>
        <p:spPr>
          <a:xfrm>
            <a:off x="2305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Embedding</a:t>
            </a:r>
          </a:p>
        </p:txBody>
      </p:sp>
      <p:cxnSp>
        <p:nvCxnSpPr>
          <p:cNvPr id="104" name="Connector 104"/>
          <p:cNvCxnSpPr/>
          <p:nvPr/>
        </p:nvCxnSpPr>
        <p:spPr>
          <a:xfrm>
            <a:off x="4110000" y="2225000"/>
            <a:ext cx="120000" cy="1"/>
          </a:xfrm>
          <a:prstGeom prst="straightConnector1">
            <a:avLst/>
          </a:prstGeom>
          <a:ln w="15000">
            <a:solidFill>
              <a:srgbClr val="9A9FA1"/>
            </a:solidFill>
            <a:tailEnd type="triangle" w="med" len="med"/>
          </a:ln>
        </p:spPr>
      </p:cxnSp>
      <p:sp>
        <p:nvSpPr>
          <p:cNvPr id="105" name="Box 105"/>
          <p:cNvSpPr/>
          <p:nvPr/>
        </p:nvSpPr>
        <p:spPr>
          <a:xfrm>
            <a:off x="4230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Vector Search</a:t>
            </a:r>
          </a:p>
          <a:p>
            <a:pPr algn="ctr"/>
            <a:r>
              <a:rPr lang="de-DE" sz="1150" dirty="0">
                <a:solidFill>
                  <a:srgbClr val="FFFFFF"/>
                </a:solidFill>
              </a:rPr>
              <a:t>(Top-K)</a:t>
            </a:r>
          </a:p>
        </p:txBody>
      </p:sp>
      <p:cxnSp>
        <p:nvCxnSpPr>
          <p:cNvPr id="106" name="Connector 106"/>
          <p:cNvCxnSpPr/>
          <p:nvPr/>
        </p:nvCxnSpPr>
        <p:spPr>
          <a:xfrm>
            <a:off x="6035000" y="2225000"/>
            <a:ext cx="120000" cy="1"/>
          </a:xfrm>
          <a:prstGeom prst="straightConnector1">
            <a:avLst/>
          </a:prstGeom>
          <a:ln w="15000">
            <a:solidFill>
              <a:srgbClr val="9A9FA1"/>
            </a:solidFill>
            <a:tailEnd type="triangle" w="med" len="med"/>
          </a:ln>
        </p:spPr>
      </p:cxnSp>
      <p:sp>
        <p:nvSpPr>
          <p:cNvPr id="107" name="Box 107"/>
          <p:cNvSpPr/>
          <p:nvPr/>
        </p:nvSpPr>
        <p:spPr>
          <a:xfrm>
            <a:off x="6155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Kontext +</a:t>
            </a:r>
          </a:p>
          <a:p>
            <a:pPr algn="ctr"/>
            <a:r>
              <a:rPr lang="de-DE" sz="1150" dirty="0">
                <a:solidFill>
                  <a:srgbClr val="FFFFFF"/>
                </a:solidFill>
              </a:rPr>
              <a:t>Frage</a:t>
            </a:r>
          </a:p>
        </p:txBody>
      </p:sp>
      <p:cxnSp>
        <p:nvCxnSpPr>
          <p:cNvPr id="108" name="Connector 108"/>
          <p:cNvCxnSpPr/>
          <p:nvPr/>
        </p:nvCxnSpPr>
        <p:spPr>
          <a:xfrm>
            <a:off x="7960000" y="2225000"/>
            <a:ext cx="120000" cy="1"/>
          </a:xfrm>
          <a:prstGeom prst="straightConnector1">
            <a:avLst/>
          </a:prstGeom>
          <a:ln w="15000">
            <a:solidFill>
              <a:srgbClr val="9A9FA1"/>
            </a:solidFill>
            <a:tailEnd type="triangle" w="med" len="med"/>
          </a:ln>
        </p:spPr>
      </p:cxnSp>
      <p:sp>
        <p:nvSpPr>
          <p:cNvPr id="109" name="Box 109"/>
          <p:cNvSpPr/>
          <p:nvPr/>
        </p:nvSpPr>
        <p:spPr>
          <a:xfrm>
            <a:off x="8080000" y="1750000"/>
            <a:ext cx="1805000" cy="95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50" dirty="0">
                <a:solidFill>
                  <a:srgbClr val="FFFFFF"/>
                </a:solidFill>
              </a:rPr>
              <a:t>LLM</a:t>
            </a:r>
          </a:p>
        </p:txBody>
      </p:sp>
      <p:cxnSp>
        <p:nvCxnSpPr>
          <p:cNvPr id="110" name="Connector 110"/>
          <p:cNvCxnSpPr/>
          <p:nvPr/>
        </p:nvCxnSpPr>
        <p:spPr>
          <a:xfrm>
            <a:off x="9885000" y="2225000"/>
            <a:ext cx="120000" cy="1"/>
          </a:xfrm>
          <a:prstGeom prst="straightConnector1">
            <a:avLst/>
          </a:prstGeom>
          <a:ln w="15000">
            <a:solidFill>
              <a:srgbClr val="9A9FA1"/>
            </a:solidFill>
            <a:tailEnd type="triangle" w="med" len="med"/>
          </a:ln>
        </p:spPr>
      </p:cxnSp>
      <p:sp>
        <p:nvSpPr>
          <p:cNvPr id="111" name="Box 111"/>
          <p:cNvSpPr/>
          <p:nvPr/>
        </p:nvSpPr>
        <p:spPr>
          <a:xfrm>
            <a:off x="10005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Antwort</a:t>
            </a:r>
          </a:p>
        </p:txBody>
      </p:sp>
      <p:sp>
        <p:nvSpPr>
          <p:cNvPr id="112" name="Card 112"/>
          <p:cNvSpPr/>
          <p:nvPr/>
        </p:nvSpPr>
        <p:spPr>
          <a:xfrm>
            <a:off x="380000" y="3200000"/>
            <a:ext cx="5550000" cy="21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dirty="0">
                <a:solidFill>
                  <a:srgbClr val="3D6DA8"/>
                </a:solidFill>
              </a:rPr>
              <a:t>Typischer Einsatz</a:t>
            </a:r>
          </a:p>
          <a:p>
            <a:pPr marL="228600" indent="-228600" algn="l">
              <a:buFont typeface="Arial" panose="020B0604020202020204" pitchFamily="34" charset="0"/>
              <a:buChar char="•"/>
            </a:pPr>
            <a:r>
              <a:rPr lang="de-DE" sz="1200" dirty="0">
                <a:solidFill>
                  <a:srgbClr val="404040"/>
                </a:solidFill>
              </a:rPr>
              <a:t>Einfache Chatbots für Kundenanfragen</a:t>
            </a:r>
          </a:p>
          <a:p>
            <a:pPr marL="228600" indent="-228600" algn="l">
              <a:buFont typeface="Arial" panose="020B0604020202020204" pitchFamily="34" charset="0"/>
              <a:buChar char="•"/>
            </a:pPr>
            <a:r>
              <a:rPr lang="de-DE" sz="1200" dirty="0">
                <a:solidFill>
                  <a:srgbClr val="404040"/>
                </a:solidFill>
              </a:rPr>
              <a:t>Schnelle Zusammenfassung von Dokumenten</a:t>
            </a:r>
          </a:p>
          <a:p>
            <a:pPr marL="228600" indent="-228600" algn="l">
              <a:buFont typeface="Arial" panose="020B0604020202020204" pitchFamily="34" charset="0"/>
              <a:buChar char="•"/>
            </a:pPr>
            <a:r>
              <a:rPr lang="de-DE" sz="1200" dirty="0">
                <a:solidFill>
                  <a:srgbClr val="404040"/>
                </a:solidFill>
              </a:rPr>
              <a:t>Informationsabruf bei klar formulierten Fragen</a:t>
            </a:r>
          </a:p>
        </p:txBody>
      </p:sp>
      <p:sp>
        <p:nvSpPr>
          <p:cNvPr id="113" name="Card 113"/>
          <p:cNvSpPr/>
          <p:nvPr/>
        </p:nvSpPr>
        <p:spPr>
          <a:xfrm>
            <a:off x="6230000" y="3200000"/>
            <a:ext cx="5580000" cy="21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dirty="0">
                <a:solidFill>
                  <a:srgbClr val="B04A4A"/>
                </a:solidFill>
              </a:rPr>
              <a:t>Grenze</a:t>
            </a:r>
          </a:p>
          <a:p>
            <a:pPr marL="228600" indent="-228600" algn="l">
              <a:buFont typeface="Arial" panose="020B0604020202020204" pitchFamily="34" charset="0"/>
              <a:buChar char="•"/>
            </a:pPr>
            <a:r>
              <a:rPr lang="de-DE" sz="1200" dirty="0">
                <a:solidFill>
                  <a:srgbClr val="404040"/>
                </a:solidFill>
              </a:rPr>
              <a:t>Nur ein Retrieval-Schritt, keine Qualitätsprüfung</a:t>
            </a:r>
          </a:p>
          <a:p>
            <a:pPr marL="228600" indent="-228600" algn="l">
              <a:buFont typeface="Arial" panose="020B0604020202020204" pitchFamily="34" charset="0"/>
              <a:buChar char="•"/>
            </a:pPr>
            <a:r>
              <a:rPr lang="de-DE" sz="1200" dirty="0">
                <a:solidFill>
                  <a:srgbClr val="404040"/>
                </a:solidFill>
              </a:rPr>
              <a:t>Anfällig für schlechtes Chunking und mehrere Quellen</a:t>
            </a:r>
          </a:p>
          <a:p>
            <a:pPr marL="228600" indent="-228600" algn="l">
              <a:buFont typeface="Arial" panose="020B0604020202020204" pitchFamily="34" charset="0"/>
              <a:buChar char="•"/>
            </a:pPr>
            <a:r>
              <a:rPr lang="de-DE" sz="1200" dirty="0">
                <a:solidFill>
                  <a:srgbClr val="404040"/>
                </a:solidFill>
              </a:rPr>
              <a:t>→ siehe nächste Folie: Schwierigkeiten</a:t>
            </a:r>
          </a:p>
        </p:txBody>
      </p:sp>
    </p:spTree>
    <p:extLst>
      <p:ext uri="{BB962C8B-B14F-4D97-AF65-F5344CB8AC3E}">
        <p14:creationId xmlns:p14="http://schemas.microsoft.com/office/powerpoint/2010/main" val="6956380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43</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Level 2, </a:t>
            </a:r>
            <a:r>
              <a:rPr lang="de-DE" dirty="0" err="1"/>
              <a:t>Improved</a:t>
            </a:r>
            <a:r>
              <a:rPr lang="de-DE" dirty="0"/>
              <a:t> RAG</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graphicFrame>
        <p:nvGraphicFramePr>
          <p:cNvPr id="5" name="Diagramm 4">
            <a:extLst>
              <a:ext uri="{FF2B5EF4-FFF2-40B4-BE49-F238E27FC236}">
                <a16:creationId xmlns:a16="http://schemas.microsoft.com/office/drawing/2014/main" id="{768B6B5F-CC41-11F1-8885-FFC866E16EDC}"/>
              </a:ext>
            </a:extLst>
          </p:cNvPr>
          <p:cNvGraphicFramePr/>
          <p:nvPr/>
        </p:nvGraphicFramePr>
        <p:xfrm>
          <a:off x="2454605" y="2354580"/>
          <a:ext cx="3698241" cy="1798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 6">
            <a:extLst>
              <a:ext uri="{FF2B5EF4-FFF2-40B4-BE49-F238E27FC236}">
                <a16:creationId xmlns:a16="http://schemas.microsoft.com/office/drawing/2014/main" id="{0BF4CF20-5D69-9805-2781-3679B36E3ACC}"/>
              </a:ext>
            </a:extLst>
          </p:cNvPr>
          <p:cNvGraphicFramePr/>
          <p:nvPr/>
        </p:nvGraphicFramePr>
        <p:xfrm>
          <a:off x="449580" y="2118360"/>
          <a:ext cx="3698240" cy="22902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m 7">
            <a:extLst>
              <a:ext uri="{FF2B5EF4-FFF2-40B4-BE49-F238E27FC236}">
                <a16:creationId xmlns:a16="http://schemas.microsoft.com/office/drawing/2014/main" id="{CD3E5068-D25D-0F4F-A38C-2A24AC6384CF}"/>
              </a:ext>
            </a:extLst>
          </p:cNvPr>
          <p:cNvGraphicFramePr/>
          <p:nvPr/>
        </p:nvGraphicFramePr>
        <p:xfrm>
          <a:off x="6431280" y="1565910"/>
          <a:ext cx="5471160" cy="337566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8300" name="Inhalt: Filter begrenzen die Kandidaten. Hybrid Searc">
            <a:extLst>
              <a:ext uri="{FF2B5EF4-FFF2-40B4-BE49-F238E27FC236}">
                <a16:creationId xmlns:a16="http://schemas.microsoft.com/office/drawing/2014/main" id="{379D981E-342E-492A-96A4-5119FAC94EE1}"/>
              </a:ext>
            </a:extLst>
          </p:cNvPr>
          <p:cNvSpPr>
            <a:spLocks noGrp="1"/>
          </p:cNvSpPr>
          <p:nvPr/>
        </p:nvSpPr>
        <p:spPr>
          <a:xfrm>
            <a:off x="904875" y="4572000"/>
            <a:ext cx="10382250" cy="952500"/>
          </a:xfrm>
          <a:prstGeom prst="rect">
            <a:avLst/>
          </a:prstGeom>
          <a:noFill/>
          <a:ln w="0">
            <a:noFill/>
          </a:ln>
        </p:spPr>
        <p:txBody>
          <a:bodyPr wrap="square" lIns="0" tIns="0" rIns="0" bIns="0" anchor="t">
            <a:noAutofit/>
          </a:bodyPr>
          <a:lstStyle/>
          <a:p>
            <a:pPr>
              <a:defRPr sz="2025" b="0">
                <a:solidFill>
                  <a:srgbClr val="586165"/>
                </a:solidFill>
                <a:latin typeface="Arial"/>
                <a:ea typeface="Arial"/>
                <a:cs typeface="Arial"/>
              </a:defRPr>
            </a:pPr>
            <a:r>
              <a:rPr sz="2025" b="0">
                <a:solidFill>
                  <a:srgbClr val="586165"/>
                </a:solidFill>
                <a:latin typeface="Arial"/>
                <a:ea typeface="Arial"/>
                <a:cs typeface="Arial"/>
              </a:rPr>
              <a:t>Filter begrenzen die Kandidaten. Hybrid Search kombiniert Suchsignale. Reranking wählt den nützlichsten Kontext.</a:t>
            </a:r>
          </a:p>
        </p:txBody>
      </p:sp>
      <p:sp>
        <p:nvSpPr>
          <p:cNvPr id="18301" name="Inhalt: Top-k und Kontextumfang werden anhand der Tes">
            <a:extLst>
              <a:ext uri="{FF2B5EF4-FFF2-40B4-BE49-F238E27FC236}">
                <a16:creationId xmlns:a16="http://schemas.microsoft.com/office/drawing/2014/main" id="{6ECABEBF-B2C7-482C-ABF0-0F19E1F14558}"/>
              </a:ext>
            </a:extLst>
          </p:cNvPr>
          <p:cNvSpPr>
            <a:spLocks noGrp="1"/>
          </p:cNvSpPr>
          <p:nvPr/>
        </p:nvSpPr>
        <p:spPr>
          <a:xfrm>
            <a:off x="571500" y="5867400"/>
            <a:ext cx="10858500" cy="457200"/>
          </a:xfrm>
          <a:prstGeom prst="rect">
            <a:avLst/>
          </a:prstGeom>
          <a:noFill/>
          <a:ln w="0">
            <a:noFill/>
          </a:ln>
        </p:spPr>
        <p:txBody>
          <a:bodyPr wrap="square" lIns="0" tIns="0" rIns="0" bIns="0" anchor="t">
            <a:noAutofit/>
          </a:bodyPr>
          <a:lstStyle/>
          <a:p>
            <a:pPr>
              <a:defRPr sz="1425" b="0">
                <a:solidFill>
                  <a:srgbClr val="3D6DA8"/>
                </a:solidFill>
                <a:latin typeface="Arial"/>
                <a:ea typeface="Arial"/>
                <a:cs typeface="Arial"/>
              </a:defRPr>
            </a:pPr>
            <a:r>
              <a:rPr sz="1425" b="0">
                <a:solidFill>
                  <a:srgbClr val="3D6DA8"/>
                </a:solidFill>
                <a:latin typeface="Arial"/>
                <a:ea typeface="Arial"/>
                <a:cs typeface="Arial"/>
              </a:rPr>
              <a:t>Top-k und Kontextumfang werden anhand der Testfragen abgestimmt, nicht pauschal maximiert.</a:t>
            </a:r>
          </a:p>
        </p:txBody>
      </p:sp>
    </p:spTree>
    <p:extLst>
      <p:ext uri="{BB962C8B-B14F-4D97-AF65-F5344CB8AC3E}">
        <p14:creationId xmlns:p14="http://schemas.microsoft.com/office/powerpoint/2010/main" val="3849024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44</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Level 3, Adaptive und </a:t>
            </a:r>
            <a:r>
              <a:rPr lang="de-DE" dirty="0" err="1"/>
              <a:t>Corrective</a:t>
            </a:r>
            <a:r>
              <a:rPr lang="de-DE" dirty="0"/>
              <a:t> RAG</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sp>
        <p:nvSpPr>
          <p:cNvPr id="101" name="Box 101"/>
          <p:cNvSpPr/>
          <p:nvPr/>
        </p:nvSpPr>
        <p:spPr>
          <a:xfrm>
            <a:off x="3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dirty="0">
                <a:solidFill>
                  <a:srgbClr val="FFFFFF"/>
                </a:solidFill>
              </a:rPr>
              <a:t>Frage</a:t>
            </a:r>
          </a:p>
        </p:txBody>
      </p:sp>
      <p:cxnSp>
        <p:nvCxnSpPr>
          <p:cNvPr id="102" name="Connector 102"/>
          <p:cNvCxnSpPr/>
          <p:nvPr/>
        </p:nvCxnSpPr>
        <p:spPr>
          <a:xfrm>
            <a:off x="2130000" y="1975000"/>
            <a:ext cx="350000" cy="1"/>
          </a:xfrm>
          <a:prstGeom prst="straightConnector1">
            <a:avLst/>
          </a:prstGeom>
          <a:ln w="19050">
            <a:solidFill>
              <a:srgbClr val="9A9FA1"/>
            </a:solidFill>
            <a:tailEnd type="triangle" w="med" len="med"/>
          </a:ln>
        </p:spPr>
      </p:cxnSp>
      <p:sp>
        <p:nvSpPr>
          <p:cNvPr id="103" name="Box 103"/>
          <p:cNvSpPr/>
          <p:nvPr/>
        </p:nvSpPr>
        <p:spPr>
          <a:xfrm>
            <a:off x="24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dirty="0">
                <a:solidFill>
                  <a:srgbClr val="FFFFFF"/>
                </a:solidFill>
              </a:rPr>
              <a:t>Retrieval</a:t>
            </a:r>
          </a:p>
        </p:txBody>
      </p:sp>
      <p:cxnSp>
        <p:nvCxnSpPr>
          <p:cNvPr id="104" name="Connector 104"/>
          <p:cNvCxnSpPr/>
          <p:nvPr/>
        </p:nvCxnSpPr>
        <p:spPr>
          <a:xfrm>
            <a:off x="4230000" y="1975000"/>
            <a:ext cx="350000" cy="1"/>
          </a:xfrm>
          <a:prstGeom prst="straightConnector1">
            <a:avLst/>
          </a:prstGeom>
          <a:ln w="19050">
            <a:solidFill>
              <a:srgbClr val="9A9FA1"/>
            </a:solidFill>
            <a:tailEnd type="triangle" w="med" len="med"/>
          </a:ln>
        </p:spPr>
      </p:cxnSp>
      <p:sp>
        <p:nvSpPr>
          <p:cNvPr id="105" name="Box 105"/>
          <p:cNvSpPr/>
          <p:nvPr/>
        </p:nvSpPr>
        <p:spPr>
          <a:xfrm>
            <a:off x="4580000" y="1400000"/>
            <a:ext cx="2150000" cy="115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50" dirty="0">
                <a:solidFill>
                  <a:srgbClr val="FFFFFF"/>
                </a:solidFill>
              </a:rPr>
              <a:t>Reicht die</a:t>
            </a:r>
          </a:p>
          <a:p>
            <a:pPr algn="ctr"/>
            <a:r>
              <a:rPr lang="de-DE" sz="1150" dirty="0">
                <a:solidFill>
                  <a:srgbClr val="FFFFFF"/>
                </a:solidFill>
              </a:rPr>
              <a:t>Qualität aus?</a:t>
            </a:r>
          </a:p>
        </p:txBody>
      </p:sp>
      <p:cxnSp>
        <p:nvCxnSpPr>
          <p:cNvPr id="106" name="Connector 106"/>
          <p:cNvCxnSpPr/>
          <p:nvPr/>
        </p:nvCxnSpPr>
        <p:spPr>
          <a:xfrm>
            <a:off x="6730000" y="1975000"/>
            <a:ext cx="350000" cy="1"/>
          </a:xfrm>
          <a:prstGeom prst="straightConnector1">
            <a:avLst/>
          </a:prstGeom>
          <a:ln w="19050">
            <a:solidFill>
              <a:srgbClr val="9A9FA1"/>
            </a:solidFill>
            <a:tailEnd type="triangle" w="med" len="med"/>
          </a:ln>
        </p:spPr>
      </p:cxnSp>
      <p:sp>
        <p:nvSpPr>
          <p:cNvPr id="107" name="Text 107"/>
          <p:cNvSpPr txBox="1"/>
          <p:nvPr/>
        </p:nvSpPr>
        <p:spPr>
          <a:xfrm>
            <a:off x="6750000" y="1490000"/>
            <a:ext cx="500000" cy="250000"/>
          </a:xfrm>
          <a:prstGeom prst="rect">
            <a:avLst/>
          </a:prstGeom>
          <a:noFill/>
        </p:spPr>
        <p:txBody>
          <a:bodyPr wrap="square" lIns="0" tIns="0" rIns="0" bIns="0">
            <a:normAutofit/>
          </a:bodyPr>
          <a:lstStyle/>
          <a:p>
            <a:pPr algn="ctr"/>
            <a:r>
              <a:rPr lang="de-DE" sz="1050" b="1" dirty="0">
                <a:solidFill>
                  <a:srgbClr val="2E7D32"/>
                </a:solidFill>
              </a:rPr>
              <a:t>Ja</a:t>
            </a:r>
          </a:p>
        </p:txBody>
      </p:sp>
      <p:sp>
        <p:nvSpPr>
          <p:cNvPr id="108" name="Box 108"/>
          <p:cNvSpPr/>
          <p:nvPr/>
        </p:nvSpPr>
        <p:spPr>
          <a:xfrm>
            <a:off x="70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dirty="0">
                <a:solidFill>
                  <a:srgbClr val="FFFFFF"/>
                </a:solidFill>
              </a:rPr>
              <a:t>LLM</a:t>
            </a:r>
          </a:p>
        </p:txBody>
      </p:sp>
      <p:cxnSp>
        <p:nvCxnSpPr>
          <p:cNvPr id="109" name="Connector 109"/>
          <p:cNvCxnSpPr/>
          <p:nvPr/>
        </p:nvCxnSpPr>
        <p:spPr>
          <a:xfrm>
            <a:off x="8830000" y="1975000"/>
            <a:ext cx="350000" cy="1"/>
          </a:xfrm>
          <a:prstGeom prst="straightConnector1">
            <a:avLst/>
          </a:prstGeom>
          <a:ln w="19050">
            <a:solidFill>
              <a:srgbClr val="9A9FA1"/>
            </a:solidFill>
            <a:tailEnd type="triangle" w="med" len="med"/>
          </a:ln>
        </p:spPr>
      </p:cxnSp>
      <p:sp>
        <p:nvSpPr>
          <p:cNvPr id="110" name="Box 110"/>
          <p:cNvSpPr/>
          <p:nvPr/>
        </p:nvSpPr>
        <p:spPr>
          <a:xfrm>
            <a:off x="91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dirty="0">
                <a:solidFill>
                  <a:srgbClr val="FFFFFF"/>
                </a:solidFill>
              </a:rPr>
              <a:t>Antwort</a:t>
            </a:r>
          </a:p>
        </p:txBody>
      </p:sp>
      <p:sp>
        <p:nvSpPr>
          <p:cNvPr id="111" name="Box 111"/>
          <p:cNvSpPr/>
          <p:nvPr/>
        </p:nvSpPr>
        <p:spPr>
          <a:xfrm>
            <a:off x="2480000" y="3300000"/>
            <a:ext cx="2450000" cy="900000"/>
          </a:xfrm>
          <a:prstGeom prst="roundRect">
            <a:avLst>
              <a:gd name="adj" fmla="val 8000"/>
            </a:avLst>
          </a:prstGeom>
          <a:solidFill>
            <a:srgbClr val="C97A3D"/>
          </a:solidFill>
          <a:ln>
            <a:noFill/>
          </a:ln>
        </p:spPr>
        <p:txBody>
          <a:bodyPr wrap="square" lIns="91440" tIns="45720" rIns="91440" bIns="45720" anchor="ctr">
            <a:normAutofit/>
          </a:bodyPr>
          <a:lstStyle/>
          <a:p>
            <a:pPr algn="ctr"/>
            <a:r>
              <a:rPr lang="de-DE" sz="1100" dirty="0">
                <a:solidFill>
                  <a:srgbClr val="FFFFFF"/>
                </a:solidFill>
              </a:rPr>
              <a:t>Query umschreiben /</a:t>
            </a:r>
          </a:p>
          <a:p>
            <a:pPr algn="ctr"/>
            <a:r>
              <a:rPr lang="de-DE" sz="1100" dirty="0">
                <a:solidFill>
                  <a:srgbClr val="FFFFFF"/>
                </a:solidFill>
              </a:rPr>
              <a:t>andere Quelle wählen</a:t>
            </a:r>
          </a:p>
        </p:txBody>
      </p:sp>
      <p:cxnSp>
        <p:nvCxnSpPr>
          <p:cNvPr id="112" name="Connector 112"/>
          <p:cNvCxnSpPr/>
          <p:nvPr/>
        </p:nvCxnSpPr>
        <p:spPr>
          <a:xfrm>
            <a:off x="5655000" y="2700000"/>
            <a:ext cx="1" cy="600000"/>
          </a:xfrm>
          <a:prstGeom prst="straightConnector1">
            <a:avLst/>
          </a:prstGeom>
          <a:ln w="19050">
            <a:solidFill>
              <a:srgbClr val="C97A3D"/>
            </a:solidFill>
            <a:tailEnd type="triangle" w="med" len="med"/>
          </a:ln>
        </p:spPr>
      </p:cxnSp>
      <p:sp>
        <p:nvSpPr>
          <p:cNvPr id="113" name="Text 113"/>
          <p:cNvSpPr txBox="1"/>
          <p:nvPr/>
        </p:nvSpPr>
        <p:spPr>
          <a:xfrm>
            <a:off x="5735000" y="2720000"/>
            <a:ext cx="400000" cy="250000"/>
          </a:xfrm>
          <a:prstGeom prst="rect">
            <a:avLst/>
          </a:prstGeom>
          <a:noFill/>
        </p:spPr>
        <p:txBody>
          <a:bodyPr wrap="square" lIns="0" tIns="0" rIns="0" bIns="0">
            <a:normAutofit/>
          </a:bodyPr>
          <a:lstStyle/>
          <a:p>
            <a:pPr algn="l"/>
            <a:r>
              <a:rPr lang="de-DE" sz="1050" b="1" dirty="0">
                <a:solidFill>
                  <a:srgbClr val="B04A4A"/>
                </a:solidFill>
              </a:rPr>
              <a:t>Nein</a:t>
            </a:r>
          </a:p>
        </p:txBody>
      </p:sp>
      <p:cxnSp>
        <p:nvCxnSpPr>
          <p:cNvPr id="114" name="Connector 114"/>
          <p:cNvCxnSpPr/>
          <p:nvPr/>
        </p:nvCxnSpPr>
        <p:spPr>
          <a:xfrm flipV="1">
            <a:off x="2680000" y="2400000"/>
            <a:ext cx="1" cy="900000"/>
          </a:xfrm>
          <a:prstGeom prst="straightConnector1">
            <a:avLst/>
          </a:prstGeom>
          <a:ln w="19050">
            <a:solidFill>
              <a:srgbClr val="C97A3D"/>
            </a:solidFill>
            <a:tailEnd type="triangle" w="med" len="med"/>
          </a:ln>
        </p:spPr>
      </p:cxnSp>
      <p:sp>
        <p:nvSpPr>
          <p:cNvPr id="115" name="Card 115"/>
          <p:cNvSpPr/>
          <p:nvPr/>
        </p:nvSpPr>
        <p:spPr>
          <a:xfrm>
            <a:off x="380000" y="4450000"/>
            <a:ext cx="5550000" cy="165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dirty="0">
                <a:solidFill>
                  <a:srgbClr val="3D6DA8"/>
                </a:solidFill>
              </a:rPr>
              <a:t>Adaptive RAG</a:t>
            </a:r>
          </a:p>
          <a:p>
            <a:pPr marL="228600" indent="-228600" algn="l">
              <a:buFont typeface="Arial" panose="020B0604020202020204" pitchFamily="34" charset="0"/>
              <a:buChar char="•"/>
            </a:pPr>
            <a:r>
              <a:rPr lang="de-DE" sz="1200" dirty="0">
                <a:solidFill>
                  <a:srgbClr val="404040"/>
                </a:solidFill>
              </a:rPr>
              <a:t>Entscheidet vor der Suche: ist Retrieval nötig, und wie soll gesucht werden?</a:t>
            </a:r>
          </a:p>
        </p:txBody>
      </p:sp>
      <p:sp>
        <p:nvSpPr>
          <p:cNvPr id="116" name="Card 116"/>
          <p:cNvSpPr/>
          <p:nvPr/>
        </p:nvSpPr>
        <p:spPr>
          <a:xfrm>
            <a:off x="6230000" y="4450000"/>
            <a:ext cx="5580000" cy="165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dirty="0">
                <a:solidFill>
                  <a:srgbClr val="3D6DA8"/>
                </a:solidFill>
              </a:rPr>
              <a:t>Corrective RAG</a:t>
            </a:r>
          </a:p>
          <a:p>
            <a:pPr marL="228600" indent="-228600" algn="l">
              <a:buFont typeface="Arial" panose="020B0604020202020204" pitchFamily="34" charset="0"/>
              <a:buChar char="•"/>
            </a:pPr>
            <a:r>
              <a:rPr lang="de-DE" sz="1200" dirty="0">
                <a:solidFill>
                  <a:srgbClr val="404040"/>
                </a:solidFill>
              </a:rPr>
              <a:t>Prüft nach dem Retrieval, ob das Ergebnis ausreicht, und korrigiert bei Bedarf.</a:t>
            </a:r>
          </a:p>
        </p:txBody>
      </p:sp>
    </p:spTree>
    <p:extLst>
      <p:ext uri="{BB962C8B-B14F-4D97-AF65-F5344CB8AC3E}">
        <p14:creationId xmlns:p14="http://schemas.microsoft.com/office/powerpoint/2010/main" val="36380284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45</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Level 4, </a:t>
            </a:r>
            <a:r>
              <a:rPr lang="de-DE" dirty="0" err="1"/>
              <a:t>Agentic</a:t>
            </a:r>
            <a:r>
              <a:rPr lang="de-DE" dirty="0"/>
              <a:t> RAG</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graphicFrame>
        <p:nvGraphicFramePr>
          <p:cNvPr id="10" name="Diagramm 9">
            <a:extLst>
              <a:ext uri="{FF2B5EF4-FFF2-40B4-BE49-F238E27FC236}">
                <a16:creationId xmlns:a16="http://schemas.microsoft.com/office/drawing/2014/main" id="{29D4A93F-C83A-BCEA-6898-C78C53578642}"/>
              </a:ext>
            </a:extLst>
          </p:cNvPr>
          <p:cNvGraphicFramePr/>
          <p:nvPr/>
        </p:nvGraphicFramePr>
        <p:xfrm>
          <a:off x="4129405" y="3857396"/>
          <a:ext cx="3023870" cy="2301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m 8">
            <a:extLst>
              <a:ext uri="{FF2B5EF4-FFF2-40B4-BE49-F238E27FC236}">
                <a16:creationId xmlns:a16="http://schemas.microsoft.com/office/drawing/2014/main" id="{D8FB4022-D873-CBA4-3315-EC1C8A0B63AA}"/>
              </a:ext>
            </a:extLst>
          </p:cNvPr>
          <p:cNvGraphicFramePr/>
          <p:nvPr/>
        </p:nvGraphicFramePr>
        <p:xfrm>
          <a:off x="4478020" y="699364"/>
          <a:ext cx="2326640" cy="413427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24" name="Verbinder: gewinkelt 23">
            <a:extLst>
              <a:ext uri="{FF2B5EF4-FFF2-40B4-BE49-F238E27FC236}">
                <a16:creationId xmlns:a16="http://schemas.microsoft.com/office/drawing/2014/main" id="{2B03358F-65B5-7CFF-FA95-A3EF15189AFB}"/>
              </a:ext>
            </a:extLst>
          </p:cNvPr>
          <p:cNvCxnSpPr>
            <a:cxnSpLocks/>
          </p:cNvCxnSpPr>
          <p:nvPr/>
        </p:nvCxnSpPr>
        <p:spPr>
          <a:xfrm rot="16200000" flipV="1">
            <a:off x="2967992" y="3966209"/>
            <a:ext cx="1866901" cy="1844044"/>
          </a:xfrm>
          <a:prstGeom prst="bentConnector3">
            <a:avLst>
              <a:gd name="adj1" fmla="val -16939"/>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9" name="Verbinder: gewinkelt 38">
            <a:extLst>
              <a:ext uri="{FF2B5EF4-FFF2-40B4-BE49-F238E27FC236}">
                <a16:creationId xmlns:a16="http://schemas.microsoft.com/office/drawing/2014/main" id="{9C204E2A-7E60-76FC-2442-95BE75549015}"/>
              </a:ext>
            </a:extLst>
          </p:cNvPr>
          <p:cNvCxnSpPr>
            <a:endCxn id="9" idx="3"/>
          </p:cNvCxnSpPr>
          <p:nvPr/>
        </p:nvCxnSpPr>
        <p:spPr>
          <a:xfrm rot="5400000" flipH="1" flipV="1">
            <a:off x="5120860" y="4137882"/>
            <a:ext cx="3055181" cy="312420"/>
          </a:xfrm>
          <a:prstGeom prst="bentConnector4">
            <a:avLst>
              <a:gd name="adj1" fmla="val -10517"/>
              <a:gd name="adj2" fmla="val 490244"/>
            </a:avLst>
          </a:prstGeom>
          <a:ln>
            <a:tailEnd type="triangle"/>
          </a:ln>
        </p:spPr>
        <p:style>
          <a:lnRef idx="2">
            <a:schemeClr val="accent6"/>
          </a:lnRef>
          <a:fillRef idx="0">
            <a:schemeClr val="accent6"/>
          </a:fillRef>
          <a:effectRef idx="1">
            <a:schemeClr val="accent6"/>
          </a:effectRef>
          <a:fontRef idx="minor">
            <a:schemeClr val="tx1"/>
          </a:fontRef>
        </p:style>
      </p:cxnSp>
      <p:graphicFrame>
        <p:nvGraphicFramePr>
          <p:cNvPr id="42" name="Diagramm 41">
            <a:extLst>
              <a:ext uri="{FF2B5EF4-FFF2-40B4-BE49-F238E27FC236}">
                <a16:creationId xmlns:a16="http://schemas.microsoft.com/office/drawing/2014/main" id="{EE567928-162E-24F9-0A1E-391102AFDA34}"/>
              </a:ext>
            </a:extLst>
          </p:cNvPr>
          <p:cNvGraphicFramePr/>
          <p:nvPr/>
        </p:nvGraphicFramePr>
        <p:xfrm>
          <a:off x="2317750" y="3279969"/>
          <a:ext cx="1323340" cy="57742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8600" name="Inhalt: Steuerung und Abbruch">
            <a:extLst>
              <a:ext uri="{FF2B5EF4-FFF2-40B4-BE49-F238E27FC236}">
                <a16:creationId xmlns:a16="http://schemas.microsoft.com/office/drawing/2014/main" id="{A882104A-9F83-4366-ADF7-27E374F5155C}"/>
              </a:ext>
            </a:extLst>
          </p:cNvPr>
          <p:cNvSpPr>
            <a:spLocks noGrp="1"/>
          </p:cNvSpPr>
          <p:nvPr/>
        </p:nvSpPr>
        <p:spPr>
          <a:xfrm>
            <a:off x="8429625" y="2190750"/>
            <a:ext cx="3190875"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Steuerung und Abbruch</a:t>
            </a:r>
          </a:p>
        </p:txBody>
      </p:sp>
      <p:sp>
        <p:nvSpPr>
          <p:cNvPr id="18601" name="Inhalt: ">
            <a:extLst>
              <a:ext uri="{FF2B5EF4-FFF2-40B4-BE49-F238E27FC236}">
                <a16:creationId xmlns:a16="http://schemas.microsoft.com/office/drawing/2014/main" id="{DE741D4B-76A2-44A9-A552-D046A21F5BFC}"/>
              </a:ext>
            </a:extLst>
          </p:cNvPr>
          <p:cNvSpPr>
            <a:spLocks noGrp="1"/>
          </p:cNvSpPr>
          <p:nvPr/>
        </p:nvSpPr>
        <p:spPr>
          <a:xfrm>
            <a:off x="8429625" y="2771775"/>
            <a:ext cx="3190875" cy="3333750"/>
          </a:xfrm>
          <a:prstGeom prst="rect">
            <a:avLst/>
          </a:prstGeom>
          <a:noFill/>
          <a:ln w="0">
            <a:noFill/>
          </a:ln>
        </p:spPr>
        <p:txBody>
          <a:bodyPr wrap="square" lIns="0" tIns="0" rIns="0" bIns="0" anchor="t">
            <a:noAutofit/>
          </a:bodyPr>
          <a:lstStyle/>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Ziel und erlaubte Tools begrenzen</a:t>
            </a:r>
          </a:p>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Zwischenergebnisse auf ausreichende Belege prüfen</a:t>
            </a:r>
          </a:p>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Schrittzahl, Zeit und Kosten begrenzen</a:t>
            </a:r>
          </a:p>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Bei fehlender Evidenz abbrechen oder nachfragen</a:t>
            </a:r>
          </a:p>
        </p:txBody>
      </p:sp>
    </p:spTree>
    <p:extLst>
      <p:ext uri="{BB962C8B-B14F-4D97-AF65-F5344CB8AC3E}">
        <p14:creationId xmlns:p14="http://schemas.microsoft.com/office/powerpoint/2010/main" val="733407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46</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Level 5, Graph Enhanced RAG</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sp>
        <p:nvSpPr>
          <p:cNvPr id="101" name="Box 101"/>
          <p:cNvSpPr/>
          <p:nvPr/>
        </p:nvSpPr>
        <p:spPr>
          <a:xfrm>
            <a:off x="380000" y="2450000"/>
            <a:ext cx="165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dirty="0">
                <a:solidFill>
                  <a:srgbClr val="FFFFFF"/>
                </a:solidFill>
              </a:rPr>
              <a:t>Frage</a:t>
            </a:r>
          </a:p>
        </p:txBody>
      </p:sp>
      <p:sp>
        <p:nvSpPr>
          <p:cNvPr id="102" name="Box 102"/>
          <p:cNvSpPr/>
          <p:nvPr/>
        </p:nvSpPr>
        <p:spPr>
          <a:xfrm>
            <a:off x="2530000" y="1550000"/>
            <a:ext cx="27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00" dirty="0">
                <a:solidFill>
                  <a:srgbClr val="FFFFFF"/>
                </a:solidFill>
              </a:rPr>
              <a:t>Vector Search</a:t>
            </a:r>
          </a:p>
          <a:p>
            <a:pPr algn="ctr"/>
            <a:r>
              <a:rPr lang="de-DE" sz="1100" dirty="0">
                <a:solidFill>
                  <a:srgbClr val="FFFFFF"/>
                </a:solidFill>
              </a:rPr>
              <a:t>(Ähnlichkeit)</a:t>
            </a:r>
          </a:p>
        </p:txBody>
      </p:sp>
      <p:sp>
        <p:nvSpPr>
          <p:cNvPr id="103" name="Box 103"/>
          <p:cNvSpPr/>
          <p:nvPr/>
        </p:nvSpPr>
        <p:spPr>
          <a:xfrm>
            <a:off x="2530000" y="3350000"/>
            <a:ext cx="27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00" dirty="0">
                <a:solidFill>
                  <a:srgbClr val="FFFFFF"/>
                </a:solidFill>
              </a:rPr>
              <a:t>Graph Traversal</a:t>
            </a:r>
          </a:p>
          <a:p>
            <a:pPr algn="ctr"/>
            <a:r>
              <a:rPr lang="de-DE" sz="1100" dirty="0">
                <a:solidFill>
                  <a:srgbClr val="FFFFFF"/>
                </a:solidFill>
              </a:rPr>
              <a:t>(Entitäten &amp; Beziehungen)</a:t>
            </a:r>
          </a:p>
        </p:txBody>
      </p:sp>
      <p:cxnSp>
        <p:nvCxnSpPr>
          <p:cNvPr id="104" name="Connector 104"/>
          <p:cNvCxnSpPr/>
          <p:nvPr/>
        </p:nvCxnSpPr>
        <p:spPr>
          <a:xfrm flipV="1">
            <a:off x="2030000" y="1950000"/>
            <a:ext cx="500000" cy="900000"/>
          </a:xfrm>
          <a:prstGeom prst="straightConnector1">
            <a:avLst/>
          </a:prstGeom>
          <a:ln w="19050">
            <a:solidFill>
              <a:srgbClr val="9A9FA1"/>
            </a:solidFill>
            <a:tailEnd type="triangle" w="med" len="med"/>
          </a:ln>
        </p:spPr>
      </p:cxnSp>
      <p:cxnSp>
        <p:nvCxnSpPr>
          <p:cNvPr id="105" name="Connector 105"/>
          <p:cNvCxnSpPr/>
          <p:nvPr/>
        </p:nvCxnSpPr>
        <p:spPr>
          <a:xfrm>
            <a:off x="2030000" y="2850000"/>
            <a:ext cx="500000" cy="900000"/>
          </a:xfrm>
          <a:prstGeom prst="straightConnector1">
            <a:avLst/>
          </a:prstGeom>
          <a:ln w="19050">
            <a:solidFill>
              <a:srgbClr val="9A9FA1"/>
            </a:solidFill>
            <a:tailEnd type="triangle" w="med" len="med"/>
          </a:ln>
        </p:spPr>
      </p:cxnSp>
      <p:sp>
        <p:nvSpPr>
          <p:cNvPr id="106" name="Box 106"/>
          <p:cNvSpPr/>
          <p:nvPr/>
        </p:nvSpPr>
        <p:spPr>
          <a:xfrm>
            <a:off x="5730000" y="2450000"/>
            <a:ext cx="2200000" cy="8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00" dirty="0">
                <a:solidFill>
                  <a:srgbClr val="FFFFFF"/>
                </a:solidFill>
              </a:rPr>
              <a:t>Kombinierter</a:t>
            </a:r>
          </a:p>
          <a:p>
            <a:pPr algn="ctr"/>
            <a:r>
              <a:rPr lang="de-DE" sz="1100" dirty="0">
                <a:solidFill>
                  <a:srgbClr val="FFFFFF"/>
                </a:solidFill>
              </a:rPr>
              <a:t>Kontext</a:t>
            </a:r>
          </a:p>
        </p:txBody>
      </p:sp>
      <p:cxnSp>
        <p:nvCxnSpPr>
          <p:cNvPr id="107" name="Connector 107"/>
          <p:cNvCxnSpPr/>
          <p:nvPr/>
        </p:nvCxnSpPr>
        <p:spPr>
          <a:xfrm>
            <a:off x="5230000" y="1950000"/>
            <a:ext cx="500000" cy="900000"/>
          </a:xfrm>
          <a:prstGeom prst="straightConnector1">
            <a:avLst/>
          </a:prstGeom>
          <a:ln w="19050">
            <a:solidFill>
              <a:srgbClr val="9A9FA1"/>
            </a:solidFill>
            <a:tailEnd type="triangle" w="med" len="med"/>
          </a:ln>
        </p:spPr>
      </p:cxnSp>
      <p:cxnSp>
        <p:nvCxnSpPr>
          <p:cNvPr id="108" name="Connector 108"/>
          <p:cNvCxnSpPr/>
          <p:nvPr/>
        </p:nvCxnSpPr>
        <p:spPr>
          <a:xfrm flipV="1">
            <a:off x="5230000" y="2850000"/>
            <a:ext cx="500000" cy="900000"/>
          </a:xfrm>
          <a:prstGeom prst="straightConnector1">
            <a:avLst/>
          </a:prstGeom>
          <a:ln w="19050">
            <a:solidFill>
              <a:srgbClr val="9A9FA1"/>
            </a:solidFill>
            <a:tailEnd type="triangle" w="med" len="med"/>
          </a:ln>
        </p:spPr>
      </p:cxnSp>
      <p:sp>
        <p:nvSpPr>
          <p:cNvPr id="109" name="Box 109"/>
          <p:cNvSpPr/>
          <p:nvPr/>
        </p:nvSpPr>
        <p:spPr>
          <a:xfrm>
            <a:off x="8430000" y="2450000"/>
            <a:ext cx="15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dirty="0">
                <a:solidFill>
                  <a:srgbClr val="FFFFFF"/>
                </a:solidFill>
              </a:rPr>
              <a:t>LLM</a:t>
            </a:r>
          </a:p>
        </p:txBody>
      </p:sp>
      <p:cxnSp>
        <p:nvCxnSpPr>
          <p:cNvPr id="110" name="Connector 110"/>
          <p:cNvCxnSpPr/>
          <p:nvPr/>
        </p:nvCxnSpPr>
        <p:spPr>
          <a:xfrm>
            <a:off x="7930000" y="2850000"/>
            <a:ext cx="500000" cy="1"/>
          </a:xfrm>
          <a:prstGeom prst="straightConnector1">
            <a:avLst/>
          </a:prstGeom>
          <a:ln w="19050">
            <a:solidFill>
              <a:srgbClr val="9A9FA1"/>
            </a:solidFill>
            <a:tailEnd type="triangle" w="med" len="med"/>
          </a:ln>
        </p:spPr>
      </p:cxnSp>
      <p:sp>
        <p:nvSpPr>
          <p:cNvPr id="111" name="Box 111"/>
          <p:cNvSpPr/>
          <p:nvPr/>
        </p:nvSpPr>
        <p:spPr>
          <a:xfrm>
            <a:off x="10430000" y="2450000"/>
            <a:ext cx="165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dirty="0">
                <a:solidFill>
                  <a:srgbClr val="FFFFFF"/>
                </a:solidFill>
              </a:rPr>
              <a:t>Antwort</a:t>
            </a:r>
          </a:p>
        </p:txBody>
      </p:sp>
      <p:cxnSp>
        <p:nvCxnSpPr>
          <p:cNvPr id="112" name="Connector 112"/>
          <p:cNvCxnSpPr/>
          <p:nvPr/>
        </p:nvCxnSpPr>
        <p:spPr>
          <a:xfrm>
            <a:off x="9930000" y="2850000"/>
            <a:ext cx="500000" cy="1"/>
          </a:xfrm>
          <a:prstGeom prst="straightConnector1">
            <a:avLst/>
          </a:prstGeom>
          <a:ln w="19050">
            <a:solidFill>
              <a:srgbClr val="9A9FA1"/>
            </a:solidFill>
            <a:tailEnd type="triangle" w="med" len="med"/>
          </a:ln>
        </p:spPr>
      </p:cxnSp>
      <p:sp>
        <p:nvSpPr>
          <p:cNvPr id="113" name="Card 113"/>
          <p:cNvSpPr/>
          <p:nvPr/>
        </p:nvSpPr>
        <p:spPr>
          <a:xfrm>
            <a:off x="380000" y="4450000"/>
            <a:ext cx="11430000" cy="19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250" b="1" dirty="0">
                <a:solidFill>
                  <a:srgbClr val="3D6DA8"/>
                </a:solidFill>
              </a:rPr>
              <a:t>InnoHub-Beispiel</a:t>
            </a:r>
          </a:p>
          <a:p>
            <a:pPr marL="228600" indent="-228600" algn="l">
              <a:buFont typeface="Arial" panose="020B0604020202020204" pitchFamily="34" charset="0"/>
              <a:buChar char="•"/>
            </a:pPr>
            <a:r>
              <a:rPr lang="de-DE" sz="1150" dirty="0">
                <a:solidFill>
                  <a:srgbClr val="404040"/>
                </a:solidFill>
              </a:rPr>
              <a:t>„Welcher Trend betrifft Projekt A?“ — Vector Search allein findet ähnliche Textstellen, aber nicht die Kette Projekt A → Technologie X → Trend Y.</a:t>
            </a:r>
          </a:p>
          <a:p>
            <a:pPr marL="228600" indent="-228600" algn="l">
              <a:buFont typeface="Arial" panose="020B0604020202020204" pitchFamily="34" charset="0"/>
              <a:buChar char="•"/>
            </a:pPr>
            <a:r>
              <a:rPr lang="de-DE" sz="1150" dirty="0">
                <a:solidFill>
                  <a:srgbClr val="404040"/>
                </a:solidFill>
              </a:rPr>
              <a:t>Graph-Traversal folgt genau diesen Beziehungen zwischen Entitäten über mehrere Dokumente hinweg.</a:t>
            </a:r>
          </a:p>
        </p:txBody>
      </p:sp>
    </p:spTree>
    <p:extLst>
      <p:ext uri="{BB962C8B-B14F-4D97-AF65-F5344CB8AC3E}">
        <p14:creationId xmlns:p14="http://schemas.microsoft.com/office/powerpoint/2010/main" val="19318360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47</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Level 6, Multi Agent RAG</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RAG Patterns</a:t>
            </a:r>
          </a:p>
        </p:txBody>
      </p:sp>
      <p:sp>
        <p:nvSpPr>
          <p:cNvPr id="101" name="Box 101"/>
          <p:cNvSpPr/>
          <p:nvPr/>
        </p:nvSpPr>
        <p:spPr>
          <a:xfrm>
            <a:off x="380000" y="2500000"/>
            <a:ext cx="2000000" cy="8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50" dirty="0">
                <a:solidFill>
                  <a:srgbClr val="FFFFFF"/>
                </a:solidFill>
              </a:rPr>
              <a:t>Orchestrator</a:t>
            </a:r>
          </a:p>
          <a:p>
            <a:pPr algn="ctr"/>
            <a:r>
              <a:rPr lang="de-DE" sz="1150" dirty="0">
                <a:solidFill>
                  <a:srgbClr val="FFFFFF"/>
                </a:solidFill>
              </a:rPr>
              <a:t>(erhält Ziel)</a:t>
            </a:r>
          </a:p>
        </p:txBody>
      </p:sp>
      <p:sp>
        <p:nvSpPr>
          <p:cNvPr id="102" name="Box 102"/>
          <p:cNvSpPr/>
          <p:nvPr/>
        </p:nvSpPr>
        <p:spPr>
          <a:xfrm>
            <a:off x="2830000" y="1550000"/>
            <a:ext cx="2400000" cy="7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Technology Agent</a:t>
            </a:r>
          </a:p>
          <a:p>
            <a:pPr algn="ctr"/>
            <a:r>
              <a:rPr lang="de-DE" sz="1050" dirty="0">
                <a:solidFill>
                  <a:srgbClr val="FFFFFF"/>
                </a:solidFill>
              </a:rPr>
              <a:t>Technologiesuche</a:t>
            </a:r>
          </a:p>
        </p:txBody>
      </p:sp>
      <p:cxnSp>
        <p:nvCxnSpPr>
          <p:cNvPr id="103" name="Connector 103"/>
          <p:cNvCxnSpPr/>
          <p:nvPr/>
        </p:nvCxnSpPr>
        <p:spPr>
          <a:xfrm flipV="1">
            <a:off x="2380000" y="1925000"/>
            <a:ext cx="450000" cy="975000"/>
          </a:xfrm>
          <a:prstGeom prst="straightConnector1">
            <a:avLst/>
          </a:prstGeom>
          <a:ln w="12700">
            <a:solidFill>
              <a:srgbClr val="9A9FA1"/>
            </a:solidFill>
            <a:tailEnd type="triangle" w="med" len="med"/>
          </a:ln>
        </p:spPr>
      </p:cxnSp>
      <p:sp>
        <p:nvSpPr>
          <p:cNvPr id="104" name="Box 104"/>
          <p:cNvSpPr/>
          <p:nvPr/>
        </p:nvSpPr>
        <p:spPr>
          <a:xfrm>
            <a:off x="2830000" y="2400000"/>
            <a:ext cx="2400000" cy="7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Project Agent</a:t>
            </a:r>
          </a:p>
          <a:p>
            <a:pPr algn="ctr"/>
            <a:r>
              <a:rPr lang="de-DE" sz="1050" dirty="0">
                <a:solidFill>
                  <a:srgbClr val="FFFFFF"/>
                </a:solidFill>
              </a:rPr>
              <a:t>Projektinformationen</a:t>
            </a:r>
          </a:p>
        </p:txBody>
      </p:sp>
      <p:cxnSp>
        <p:nvCxnSpPr>
          <p:cNvPr id="105" name="Connector 105"/>
          <p:cNvCxnSpPr/>
          <p:nvPr/>
        </p:nvCxnSpPr>
        <p:spPr>
          <a:xfrm flipV="1">
            <a:off x="2380000" y="2775000"/>
            <a:ext cx="450000" cy="125000"/>
          </a:xfrm>
          <a:prstGeom prst="straightConnector1">
            <a:avLst/>
          </a:prstGeom>
          <a:ln w="12700">
            <a:solidFill>
              <a:srgbClr val="9A9FA1"/>
            </a:solidFill>
            <a:tailEnd type="triangle" w="med" len="med"/>
          </a:ln>
        </p:spPr>
      </p:cxnSp>
      <p:sp>
        <p:nvSpPr>
          <p:cNvPr id="106" name="Box 106"/>
          <p:cNvSpPr/>
          <p:nvPr/>
        </p:nvSpPr>
        <p:spPr>
          <a:xfrm>
            <a:off x="2830000" y="3250000"/>
            <a:ext cx="2400000" cy="7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Analysis Agent</a:t>
            </a:r>
          </a:p>
          <a:p>
            <a:pPr algn="ctr"/>
            <a:r>
              <a:rPr lang="de-DE" sz="1050" dirty="0">
                <a:solidFill>
                  <a:srgbClr val="FFFFFF"/>
                </a:solidFill>
              </a:rPr>
              <a:t>Zusammenhänge bewerten</a:t>
            </a:r>
          </a:p>
        </p:txBody>
      </p:sp>
      <p:cxnSp>
        <p:nvCxnSpPr>
          <p:cNvPr id="107" name="Connector 107"/>
          <p:cNvCxnSpPr/>
          <p:nvPr/>
        </p:nvCxnSpPr>
        <p:spPr>
          <a:xfrm>
            <a:off x="2380000" y="2900000"/>
            <a:ext cx="450000" cy="725000"/>
          </a:xfrm>
          <a:prstGeom prst="straightConnector1">
            <a:avLst/>
          </a:prstGeom>
          <a:ln w="12700">
            <a:solidFill>
              <a:srgbClr val="9A9FA1"/>
            </a:solidFill>
            <a:tailEnd type="triangle" w="med" len="med"/>
          </a:ln>
        </p:spPr>
      </p:cxnSp>
      <p:sp>
        <p:nvSpPr>
          <p:cNvPr id="108" name="Box 108"/>
          <p:cNvSpPr/>
          <p:nvPr/>
        </p:nvSpPr>
        <p:spPr>
          <a:xfrm>
            <a:off x="5680000" y="2500000"/>
            <a:ext cx="1850000" cy="8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050" dirty="0">
                <a:solidFill>
                  <a:srgbClr val="FFFFFF"/>
                </a:solidFill>
              </a:rPr>
              <a:t>Ergebnisse</a:t>
            </a:r>
          </a:p>
          <a:p>
            <a:pPr algn="ctr"/>
            <a:r>
              <a:rPr lang="de-DE" sz="1050" dirty="0">
                <a:solidFill>
                  <a:srgbClr val="FFFFFF"/>
                </a:solidFill>
              </a:rPr>
              <a:t>zusammenführen</a:t>
            </a:r>
          </a:p>
        </p:txBody>
      </p:sp>
      <p:cxnSp>
        <p:nvCxnSpPr>
          <p:cNvPr id="109" name="Connector 109"/>
          <p:cNvCxnSpPr/>
          <p:nvPr/>
        </p:nvCxnSpPr>
        <p:spPr>
          <a:xfrm>
            <a:off x="5230000" y="1925000"/>
            <a:ext cx="450000" cy="975000"/>
          </a:xfrm>
          <a:prstGeom prst="straightConnector1">
            <a:avLst/>
          </a:prstGeom>
          <a:ln w="12700">
            <a:solidFill>
              <a:srgbClr val="9A9FA1"/>
            </a:solidFill>
            <a:tailEnd type="triangle" w="med" len="med"/>
          </a:ln>
        </p:spPr>
      </p:cxnSp>
      <p:cxnSp>
        <p:nvCxnSpPr>
          <p:cNvPr id="110" name="Connector 110"/>
          <p:cNvCxnSpPr/>
          <p:nvPr/>
        </p:nvCxnSpPr>
        <p:spPr>
          <a:xfrm>
            <a:off x="5230000" y="2775000"/>
            <a:ext cx="450000" cy="125000"/>
          </a:xfrm>
          <a:prstGeom prst="straightConnector1">
            <a:avLst/>
          </a:prstGeom>
          <a:ln w="12700">
            <a:solidFill>
              <a:srgbClr val="9A9FA1"/>
            </a:solidFill>
            <a:tailEnd type="triangle" w="med" len="med"/>
          </a:ln>
        </p:spPr>
      </p:cxnSp>
      <p:cxnSp>
        <p:nvCxnSpPr>
          <p:cNvPr id="111" name="Connector 111"/>
          <p:cNvCxnSpPr/>
          <p:nvPr/>
        </p:nvCxnSpPr>
        <p:spPr>
          <a:xfrm flipV="1">
            <a:off x="5230000" y="2900000"/>
            <a:ext cx="450000" cy="725000"/>
          </a:xfrm>
          <a:prstGeom prst="straightConnector1">
            <a:avLst/>
          </a:prstGeom>
          <a:ln w="12700">
            <a:solidFill>
              <a:srgbClr val="9A9FA1"/>
            </a:solidFill>
            <a:tailEnd type="triangle" w="med" len="med"/>
          </a:ln>
        </p:spPr>
      </p:cxnSp>
      <p:sp>
        <p:nvSpPr>
          <p:cNvPr id="112" name="Box 112"/>
          <p:cNvSpPr/>
          <p:nvPr/>
        </p:nvSpPr>
        <p:spPr>
          <a:xfrm>
            <a:off x="7980000" y="2500000"/>
            <a:ext cx="14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dirty="0">
                <a:solidFill>
                  <a:srgbClr val="FFFFFF"/>
                </a:solidFill>
              </a:rPr>
              <a:t>LLM</a:t>
            </a:r>
          </a:p>
          <a:p>
            <a:pPr algn="ctr"/>
            <a:r>
              <a:rPr lang="de-DE" sz="1050" dirty="0">
                <a:solidFill>
                  <a:srgbClr val="FFFFFF"/>
                </a:solidFill>
              </a:rPr>
              <a:t>Synthese</a:t>
            </a:r>
          </a:p>
        </p:txBody>
      </p:sp>
      <p:cxnSp>
        <p:nvCxnSpPr>
          <p:cNvPr id="113" name="Connector 113"/>
          <p:cNvCxnSpPr/>
          <p:nvPr/>
        </p:nvCxnSpPr>
        <p:spPr>
          <a:xfrm>
            <a:off x="7530000" y="2900000"/>
            <a:ext cx="450000" cy="1"/>
          </a:xfrm>
          <a:prstGeom prst="straightConnector1">
            <a:avLst/>
          </a:prstGeom>
          <a:ln w="19050">
            <a:solidFill>
              <a:srgbClr val="9A9FA1"/>
            </a:solidFill>
            <a:tailEnd type="triangle" w="med" len="med"/>
          </a:ln>
        </p:spPr>
      </p:cxnSp>
      <p:sp>
        <p:nvSpPr>
          <p:cNvPr id="114" name="Box 114"/>
          <p:cNvSpPr/>
          <p:nvPr/>
        </p:nvSpPr>
        <p:spPr>
          <a:xfrm>
            <a:off x="9830000" y="2500000"/>
            <a:ext cx="14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dirty="0">
                <a:solidFill>
                  <a:srgbClr val="FFFFFF"/>
                </a:solidFill>
              </a:rPr>
              <a:t>Antwort</a:t>
            </a:r>
          </a:p>
        </p:txBody>
      </p:sp>
      <p:cxnSp>
        <p:nvCxnSpPr>
          <p:cNvPr id="115" name="Connector 115"/>
          <p:cNvCxnSpPr/>
          <p:nvPr/>
        </p:nvCxnSpPr>
        <p:spPr>
          <a:xfrm>
            <a:off x="9380000" y="2900000"/>
            <a:ext cx="450000" cy="1"/>
          </a:xfrm>
          <a:prstGeom prst="straightConnector1">
            <a:avLst/>
          </a:prstGeom>
          <a:ln w="19050">
            <a:solidFill>
              <a:srgbClr val="9A9FA1"/>
            </a:solidFill>
            <a:tailEnd type="triangle" w="med" len="med"/>
          </a:ln>
        </p:spPr>
      </p:cxnSp>
      <p:sp>
        <p:nvSpPr>
          <p:cNvPr id="116" name="Card 116"/>
          <p:cNvSpPr/>
          <p:nvPr/>
        </p:nvSpPr>
        <p:spPr>
          <a:xfrm>
            <a:off x="380000" y="4450000"/>
            <a:ext cx="5550000" cy="19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dirty="0">
                <a:solidFill>
                  <a:srgbClr val="3D6DA8"/>
                </a:solidFill>
              </a:rPr>
              <a:t>Vorteil</a:t>
            </a:r>
          </a:p>
          <a:p>
            <a:pPr marL="228600" indent="-228600" algn="l">
              <a:buFont typeface="Arial" panose="020B0604020202020204" pitchFamily="34" charset="0"/>
              <a:buChar char="•"/>
            </a:pPr>
            <a:r>
              <a:rPr lang="de-DE" sz="1200" dirty="0">
                <a:solidFill>
                  <a:srgbClr val="404040"/>
                </a:solidFill>
              </a:rPr>
              <a:t>Spezialisierte Rollen, parallele Bearbeitung möglich</a:t>
            </a:r>
          </a:p>
          <a:p>
            <a:pPr marL="228600" indent="-228600" algn="l">
              <a:buFont typeface="Arial" panose="020B0604020202020204" pitchFamily="34" charset="0"/>
              <a:buChar char="•"/>
            </a:pPr>
            <a:r>
              <a:rPr lang="de-DE" sz="1200" dirty="0">
                <a:solidFill>
                  <a:srgbClr val="404040"/>
                </a:solidFill>
              </a:rPr>
              <a:t>Aufgaben werden verteilt und Ergebnisse zusammengeführt</a:t>
            </a:r>
          </a:p>
        </p:txBody>
      </p:sp>
      <p:sp>
        <p:nvSpPr>
          <p:cNvPr id="117" name="Card 117"/>
          <p:cNvSpPr/>
          <p:nvPr/>
        </p:nvSpPr>
        <p:spPr>
          <a:xfrm>
            <a:off x="6230000" y="4450000"/>
            <a:ext cx="5580000" cy="19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dirty="0">
                <a:solidFill>
                  <a:srgbClr val="B04A4A"/>
                </a:solidFill>
              </a:rPr>
              <a:t>Nachteil</a:t>
            </a:r>
          </a:p>
          <a:p>
            <a:pPr marL="228600" indent="-228600" algn="l">
              <a:buFont typeface="Arial" panose="020B0604020202020204" pitchFamily="34" charset="0"/>
              <a:buChar char="•"/>
            </a:pPr>
            <a:r>
              <a:rPr lang="de-DE" sz="1200" dirty="0">
                <a:solidFill>
                  <a:srgbClr val="404040"/>
                </a:solidFill>
              </a:rPr>
              <a:t>Deutlich höhere Koordinationskomplexität</a:t>
            </a:r>
          </a:p>
          <a:p>
            <a:pPr marL="228600" indent="-228600" algn="l">
              <a:buFont typeface="Arial" panose="020B0604020202020204" pitchFamily="34" charset="0"/>
              <a:buChar char="•"/>
            </a:pPr>
            <a:r>
              <a:rPr lang="de-DE" sz="1200" dirty="0">
                <a:solidFill>
                  <a:srgbClr val="404040"/>
                </a:solidFill>
              </a:rPr>
              <a:t>Mehr Agenten bedeuten nicht automatisch bessere Ergebnisse</a:t>
            </a:r>
          </a:p>
        </p:txBody>
      </p:sp>
    </p:spTree>
    <p:extLst>
      <p:ext uri="{BB962C8B-B14F-4D97-AF65-F5344CB8AC3E}">
        <p14:creationId xmlns:p14="http://schemas.microsoft.com/office/powerpoint/2010/main" val="1108085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48</a:t>
            </a:fld>
            <a:endParaRPr lang="en-US"/>
          </a:p>
        </p:txBody>
      </p:sp>
      <p:sp>
        <p:nvSpPr>
          <p:cNvPr id="18400" name="Inhalt: RAG Optimierung">
            <a:extLst>
              <a:ext uri="{FF2B5EF4-FFF2-40B4-BE49-F238E27FC236}">
                <a16:creationId xmlns:a16="http://schemas.microsoft.com/office/drawing/2014/main" id="{8FB7C7F1-9A2E-4059-B60D-BF3CED2434C3}"/>
              </a:ext>
            </a:extLst>
          </p:cNvPr>
          <p:cNvSpPr>
            <a:spLocks noGrp="1"/>
          </p:cNvSpPr>
          <p:nvPr/>
        </p:nvSpPr>
        <p:spPr>
          <a:xfrm>
            <a:off x="295275" y="247650"/>
            <a:ext cx="9763125" cy="438150"/>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sz="2400" b="1">
                <a:solidFill>
                  <a:srgbClr val="586165"/>
                </a:solidFill>
                <a:latin typeface="Arial"/>
                <a:ea typeface="Arial"/>
                <a:cs typeface="Arial"/>
              </a:rPr>
              <a:t>RAG Optimierung</a:t>
            </a:r>
          </a:p>
        </p:txBody>
      </p:sp>
      <p:sp>
        <p:nvSpPr>
          <p:cNvPr id="18401" name="Inhalt: RAG Patterns">
            <a:extLst>
              <a:ext uri="{FF2B5EF4-FFF2-40B4-BE49-F238E27FC236}">
                <a16:creationId xmlns:a16="http://schemas.microsoft.com/office/drawing/2014/main" id="{806EC5CE-41C7-4D83-A211-8C61C02BB11C}"/>
              </a:ext>
            </a:extLst>
          </p:cNvPr>
          <p:cNvSpPr>
            <a:spLocks noGrp="1"/>
          </p:cNvSpPr>
          <p:nvPr/>
        </p:nvSpPr>
        <p:spPr>
          <a:xfrm>
            <a:off x="295275" y="742950"/>
            <a:ext cx="9810750" cy="266700"/>
          </a:xfrm>
          <a:prstGeom prst="rect">
            <a:avLst/>
          </a:prstGeom>
          <a:noFill/>
          <a:ln w="0">
            <a:noFill/>
          </a:ln>
        </p:spPr>
        <p:txBody>
          <a:bodyPr wrap="square" lIns="0" tIns="0" rIns="0" bIns="0" anchor="t">
            <a:noAutofit/>
          </a:bodyPr>
          <a:lstStyle/>
          <a:p>
            <a:pPr>
              <a:defRPr sz="1500" b="0">
                <a:solidFill>
                  <a:srgbClr val="6193CD"/>
                </a:solidFill>
                <a:latin typeface="Arial"/>
                <a:ea typeface="Arial"/>
                <a:cs typeface="Arial"/>
              </a:defRPr>
            </a:pPr>
            <a:r>
              <a:rPr sz="1500" b="0">
                <a:solidFill>
                  <a:srgbClr val="6193CD"/>
                </a:solidFill>
                <a:latin typeface="Arial"/>
                <a:ea typeface="Arial"/>
                <a:cs typeface="Arial"/>
              </a:rPr>
              <a:t>RAG Patterns</a:t>
            </a:r>
          </a:p>
        </p:txBody>
      </p:sp>
      <p:sp>
        <p:nvSpPr>
          <p:cNvPr id="18402" name="Inhalt: Query">
            <a:extLst>
              <a:ext uri="{FF2B5EF4-FFF2-40B4-BE49-F238E27FC236}">
                <a16:creationId xmlns:a16="http://schemas.microsoft.com/office/drawing/2014/main" id="{363218DF-B933-425B-A077-8E70E9E83F78}"/>
              </a:ext>
            </a:extLst>
          </p:cNvPr>
          <p:cNvSpPr>
            <a:spLocks noGrp="1"/>
          </p:cNvSpPr>
          <p:nvPr/>
        </p:nvSpPr>
        <p:spPr>
          <a:xfrm>
            <a:off x="571500" y="1428750"/>
            <a:ext cx="3333750"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Query</a:t>
            </a:r>
          </a:p>
        </p:txBody>
      </p:sp>
      <p:sp>
        <p:nvSpPr>
          <p:cNvPr id="18403" name="Inhalt: Chunking">
            <a:extLst>
              <a:ext uri="{FF2B5EF4-FFF2-40B4-BE49-F238E27FC236}">
                <a16:creationId xmlns:a16="http://schemas.microsoft.com/office/drawing/2014/main" id="{14919D06-8BDB-416A-8020-F0A656A9D3BF}"/>
              </a:ext>
            </a:extLst>
          </p:cNvPr>
          <p:cNvSpPr>
            <a:spLocks noGrp="1"/>
          </p:cNvSpPr>
          <p:nvPr/>
        </p:nvSpPr>
        <p:spPr>
          <a:xfrm>
            <a:off x="4362450" y="1428750"/>
            <a:ext cx="3333750"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Chunking</a:t>
            </a:r>
          </a:p>
        </p:txBody>
      </p:sp>
      <p:sp>
        <p:nvSpPr>
          <p:cNvPr id="18404" name="Inhalt: Kontext">
            <a:extLst>
              <a:ext uri="{FF2B5EF4-FFF2-40B4-BE49-F238E27FC236}">
                <a16:creationId xmlns:a16="http://schemas.microsoft.com/office/drawing/2014/main" id="{7CAE5A36-292A-40E5-AFF0-0CFC58013804}"/>
              </a:ext>
            </a:extLst>
          </p:cNvPr>
          <p:cNvSpPr>
            <a:spLocks noGrp="1"/>
          </p:cNvSpPr>
          <p:nvPr/>
        </p:nvSpPr>
        <p:spPr>
          <a:xfrm>
            <a:off x="8172450" y="1428750"/>
            <a:ext cx="3333750"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Kontext</a:t>
            </a:r>
          </a:p>
        </p:txBody>
      </p:sp>
      <p:sp>
        <p:nvSpPr>
          <p:cNvPr id="18405" name="Inhalt: Absicht erhalten">
            <a:extLst>
              <a:ext uri="{FF2B5EF4-FFF2-40B4-BE49-F238E27FC236}">
                <a16:creationId xmlns:a16="http://schemas.microsoft.com/office/drawing/2014/main" id="{4C3999DC-9EF3-490D-92C3-CEAE5B614B4A}"/>
              </a:ext>
            </a:extLst>
          </p:cNvPr>
          <p:cNvSpPr>
            <a:spLocks noGrp="1"/>
          </p:cNvSpPr>
          <p:nvPr/>
        </p:nvSpPr>
        <p:spPr>
          <a:xfrm>
            <a:off x="571500" y="2028825"/>
            <a:ext cx="3333750" cy="381000"/>
          </a:xfrm>
          <a:prstGeom prst="rect">
            <a:avLst/>
          </a:prstGeom>
          <a:noFill/>
          <a:ln w="0">
            <a:noFill/>
          </a:ln>
        </p:spPr>
        <p:txBody>
          <a:bodyPr wrap="square" lIns="0" tIns="0" rIns="0" bIns="0" anchor="t">
            <a:noAutofit/>
          </a:bodyPr>
          <a:lstStyle/>
          <a:p>
            <a:pPr>
              <a:defRPr sz="1875" b="0">
                <a:solidFill>
                  <a:srgbClr val="586165"/>
                </a:solidFill>
                <a:latin typeface="Arial"/>
                <a:ea typeface="Arial"/>
                <a:cs typeface="Arial"/>
              </a:defRPr>
            </a:pPr>
            <a:r>
              <a:rPr sz="1875" b="0">
                <a:solidFill>
                  <a:srgbClr val="586165"/>
                </a:solidFill>
                <a:latin typeface="Arial"/>
                <a:ea typeface="Arial"/>
                <a:cs typeface="Arial"/>
              </a:rPr>
              <a:t>Absicht erhalten</a:t>
            </a:r>
          </a:p>
        </p:txBody>
      </p:sp>
      <p:sp>
        <p:nvSpPr>
          <p:cNvPr id="18406" name="Inhalt: ">
            <a:extLst>
              <a:ext uri="{FF2B5EF4-FFF2-40B4-BE49-F238E27FC236}">
                <a16:creationId xmlns:a16="http://schemas.microsoft.com/office/drawing/2014/main" id="{4CA7C645-6904-4482-9280-6BDBBAB8336F}"/>
              </a:ext>
            </a:extLst>
          </p:cNvPr>
          <p:cNvSpPr>
            <a:spLocks noGrp="1"/>
          </p:cNvSpPr>
          <p:nvPr/>
        </p:nvSpPr>
        <p:spPr>
          <a:xfrm>
            <a:off x="571500" y="2562225"/>
            <a:ext cx="3333750" cy="2133600"/>
          </a:xfrm>
          <a:prstGeom prst="rect">
            <a:avLst/>
          </a:prstGeom>
          <a:noFill/>
          <a:ln w="0">
            <a:noFill/>
          </a:ln>
        </p:spPr>
        <p:txBody>
          <a:bodyPr wrap="square" lIns="0" tIns="0" rIns="0" bIns="0" anchor="t">
            <a:noAutofit/>
          </a:bodyPr>
          <a:lstStyle/>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Namen und Filter beibehalten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Unklare Anfragen durch Rückfragen präzisieren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Synonyme gezielt ergänzen</a:t>
            </a:r>
          </a:p>
        </p:txBody>
      </p:sp>
      <p:sp>
        <p:nvSpPr>
          <p:cNvPr id="18407" name="Inhalt: Beispiel „Sensor Sachen“ reicht nicht, um ohn">
            <a:extLst>
              <a:ext uri="{FF2B5EF4-FFF2-40B4-BE49-F238E27FC236}">
                <a16:creationId xmlns:a16="http://schemas.microsoft.com/office/drawing/2014/main" id="{CD34D8B4-5C08-4E50-BAB2-28527A3AA41A}"/>
              </a:ext>
            </a:extLst>
          </p:cNvPr>
          <p:cNvSpPr>
            <a:spLocks noGrp="1"/>
          </p:cNvSpPr>
          <p:nvPr/>
        </p:nvSpPr>
        <p:spPr>
          <a:xfrm>
            <a:off x="571500" y="5095875"/>
            <a:ext cx="3333750" cy="904875"/>
          </a:xfrm>
          <a:prstGeom prst="rect">
            <a:avLst/>
          </a:prstGeom>
          <a:noFill/>
          <a:ln w="0">
            <a:noFill/>
          </a:ln>
        </p:spPr>
        <p:txBody>
          <a:bodyPr wrap="square" lIns="0" tIns="0" rIns="0" bIns="0" anchor="t">
            <a:noAutofit/>
          </a:bodyPr>
          <a:lstStyle/>
          <a:p>
            <a:pPr>
              <a:defRPr sz="1500" b="0">
                <a:solidFill>
                  <a:srgbClr val="586165"/>
                </a:solidFill>
                <a:latin typeface="Arial"/>
                <a:ea typeface="Arial"/>
                <a:cs typeface="Arial"/>
              </a:defRPr>
            </a:pPr>
            <a:r>
              <a:rPr sz="1500" b="0">
                <a:solidFill>
                  <a:srgbClr val="586165"/>
                </a:solidFill>
                <a:latin typeface="Arial"/>
                <a:ea typeface="Arial"/>
                <a:cs typeface="Arial"/>
              </a:rPr>
              <a:t>Beispiel</a:t>
            </a:r>
          </a:p>
          <a:p>
            <a:pPr>
              <a:defRPr sz="1500" b="0">
                <a:solidFill>
                  <a:srgbClr val="586165"/>
                </a:solidFill>
                <a:latin typeface="Arial"/>
                <a:ea typeface="Arial"/>
                <a:cs typeface="Arial"/>
              </a:defRPr>
            </a:pPr>
            <a:r>
              <a:rPr sz="1500" b="0">
                <a:solidFill>
                  <a:srgbClr val="586165"/>
                </a:solidFill>
                <a:latin typeface="Arial"/>
                <a:ea typeface="Arial"/>
                <a:cs typeface="Arial"/>
              </a:rPr>
              <a:t>„Sensor Sachen“ reicht nicht, um ohne Rückfrage Sensordatenfusion anzunehmen.</a:t>
            </a:r>
          </a:p>
        </p:txBody>
      </p:sp>
      <p:sp>
        <p:nvSpPr>
          <p:cNvPr id="18408" name="Inhalt: Aussagen zusammenhalten">
            <a:extLst>
              <a:ext uri="{FF2B5EF4-FFF2-40B4-BE49-F238E27FC236}">
                <a16:creationId xmlns:a16="http://schemas.microsoft.com/office/drawing/2014/main" id="{5742A251-5827-49DD-B831-EFD4F270C178}"/>
              </a:ext>
            </a:extLst>
          </p:cNvPr>
          <p:cNvSpPr>
            <a:spLocks noGrp="1"/>
          </p:cNvSpPr>
          <p:nvPr/>
        </p:nvSpPr>
        <p:spPr>
          <a:xfrm>
            <a:off x="4362450" y="2028825"/>
            <a:ext cx="3333750" cy="381000"/>
          </a:xfrm>
          <a:prstGeom prst="rect">
            <a:avLst/>
          </a:prstGeom>
          <a:noFill/>
          <a:ln w="0">
            <a:noFill/>
          </a:ln>
        </p:spPr>
        <p:txBody>
          <a:bodyPr wrap="square" lIns="0" tIns="0" rIns="0" bIns="0" anchor="t">
            <a:noAutofit/>
          </a:bodyPr>
          <a:lstStyle/>
          <a:p>
            <a:pPr>
              <a:defRPr sz="1875" b="0">
                <a:solidFill>
                  <a:srgbClr val="586165"/>
                </a:solidFill>
                <a:latin typeface="Arial"/>
                <a:ea typeface="Arial"/>
                <a:cs typeface="Arial"/>
              </a:defRPr>
            </a:pPr>
            <a:r>
              <a:rPr sz="1875" b="0">
                <a:solidFill>
                  <a:srgbClr val="586165"/>
                </a:solidFill>
                <a:latin typeface="Arial"/>
                <a:ea typeface="Arial"/>
                <a:cs typeface="Arial"/>
              </a:rPr>
              <a:t>Aussagen zusammenhalten</a:t>
            </a:r>
          </a:p>
        </p:txBody>
      </p:sp>
      <p:sp>
        <p:nvSpPr>
          <p:cNvPr id="18409" name="Inhalt: ">
            <a:extLst>
              <a:ext uri="{FF2B5EF4-FFF2-40B4-BE49-F238E27FC236}">
                <a16:creationId xmlns:a16="http://schemas.microsoft.com/office/drawing/2014/main" id="{549AAD7D-5AFE-4B7C-9913-DEB3E1B51702}"/>
              </a:ext>
            </a:extLst>
          </p:cNvPr>
          <p:cNvSpPr>
            <a:spLocks noGrp="1"/>
          </p:cNvSpPr>
          <p:nvPr/>
        </p:nvSpPr>
        <p:spPr>
          <a:xfrm>
            <a:off x="4362450" y="2562225"/>
            <a:ext cx="3333750" cy="2181225"/>
          </a:xfrm>
          <a:prstGeom prst="rect">
            <a:avLst/>
          </a:prstGeom>
          <a:noFill/>
          <a:ln w="0">
            <a:noFill/>
          </a:ln>
        </p:spPr>
        <p:txBody>
          <a:bodyPr wrap="square" lIns="0" tIns="0" rIns="0" bIns="0" anchor="t">
            <a:noAutofit/>
          </a:bodyPr>
          <a:lstStyle/>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Abschnitte nach Struktur teilen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Tabellen mit Überschrift und Einheiten erhalten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Größe und Überlappung testen</a:t>
            </a:r>
          </a:p>
        </p:txBody>
      </p:sp>
      <p:sp>
        <p:nvSpPr>
          <p:cNvPr id="18410" name="Inhalt: Objekt-ID, Quelle und Version bleiben jedem A">
            <a:extLst>
              <a:ext uri="{FF2B5EF4-FFF2-40B4-BE49-F238E27FC236}">
                <a16:creationId xmlns:a16="http://schemas.microsoft.com/office/drawing/2014/main" id="{98B364E5-BB9D-4547-8A16-25EF96B59EFA}"/>
              </a:ext>
            </a:extLst>
          </p:cNvPr>
          <p:cNvSpPr>
            <a:spLocks noGrp="1"/>
          </p:cNvSpPr>
          <p:nvPr/>
        </p:nvSpPr>
        <p:spPr>
          <a:xfrm>
            <a:off x="4362450" y="5267325"/>
            <a:ext cx="3333750" cy="695325"/>
          </a:xfrm>
          <a:prstGeom prst="rect">
            <a:avLst/>
          </a:prstGeom>
          <a:noFill/>
          <a:ln w="0">
            <a:noFill/>
          </a:ln>
        </p:spPr>
        <p:txBody>
          <a:bodyPr wrap="square" lIns="0" tIns="0" rIns="0" bIns="0" anchor="t">
            <a:noAutofit/>
          </a:bodyPr>
          <a:lstStyle/>
          <a:p>
            <a:pPr>
              <a:defRPr sz="1500" b="0">
                <a:solidFill>
                  <a:srgbClr val="586165"/>
                </a:solidFill>
                <a:latin typeface="Arial"/>
                <a:ea typeface="Arial"/>
                <a:cs typeface="Arial"/>
              </a:defRPr>
            </a:pPr>
            <a:r>
              <a:rPr sz="1500" b="0">
                <a:solidFill>
                  <a:srgbClr val="586165"/>
                </a:solidFill>
                <a:latin typeface="Arial"/>
                <a:ea typeface="Arial"/>
                <a:cs typeface="Arial"/>
              </a:rPr>
              <a:t>Objekt-ID, Quelle und Version bleiben jedem Abschnitt zugeordnet.</a:t>
            </a:r>
          </a:p>
        </p:txBody>
      </p:sp>
      <p:sp>
        <p:nvSpPr>
          <p:cNvPr id="18411" name="Inhalt: Belege auswählen">
            <a:extLst>
              <a:ext uri="{FF2B5EF4-FFF2-40B4-BE49-F238E27FC236}">
                <a16:creationId xmlns:a16="http://schemas.microsoft.com/office/drawing/2014/main" id="{A86308C3-B3C5-4E85-AE8A-398E971F0681}"/>
              </a:ext>
            </a:extLst>
          </p:cNvPr>
          <p:cNvSpPr>
            <a:spLocks noGrp="1"/>
          </p:cNvSpPr>
          <p:nvPr/>
        </p:nvSpPr>
        <p:spPr>
          <a:xfrm>
            <a:off x="8172450" y="2028825"/>
            <a:ext cx="3333750" cy="381000"/>
          </a:xfrm>
          <a:prstGeom prst="rect">
            <a:avLst/>
          </a:prstGeom>
          <a:noFill/>
          <a:ln w="0">
            <a:noFill/>
          </a:ln>
        </p:spPr>
        <p:txBody>
          <a:bodyPr wrap="square" lIns="0" tIns="0" rIns="0" bIns="0" anchor="t">
            <a:noAutofit/>
          </a:bodyPr>
          <a:lstStyle/>
          <a:p>
            <a:pPr>
              <a:defRPr sz="1875" b="0">
                <a:solidFill>
                  <a:srgbClr val="586165"/>
                </a:solidFill>
                <a:latin typeface="Arial"/>
                <a:ea typeface="Arial"/>
                <a:cs typeface="Arial"/>
              </a:defRPr>
            </a:pPr>
            <a:r>
              <a:rPr sz="1875" b="0">
                <a:solidFill>
                  <a:srgbClr val="586165"/>
                </a:solidFill>
                <a:latin typeface="Arial"/>
                <a:ea typeface="Arial"/>
                <a:cs typeface="Arial"/>
              </a:rPr>
              <a:t>Belege auswählen</a:t>
            </a:r>
          </a:p>
        </p:txBody>
      </p:sp>
      <p:sp>
        <p:nvSpPr>
          <p:cNvPr id="18412" name="Inhalt: ">
            <a:extLst>
              <a:ext uri="{FF2B5EF4-FFF2-40B4-BE49-F238E27FC236}">
                <a16:creationId xmlns:a16="http://schemas.microsoft.com/office/drawing/2014/main" id="{7F9FA626-5FA6-48EE-8354-24FB5B054642}"/>
              </a:ext>
            </a:extLst>
          </p:cNvPr>
          <p:cNvSpPr>
            <a:spLocks noGrp="1"/>
          </p:cNvSpPr>
          <p:nvPr/>
        </p:nvSpPr>
        <p:spPr>
          <a:xfrm>
            <a:off x="8172450" y="2562225"/>
            <a:ext cx="3333750" cy="2286000"/>
          </a:xfrm>
          <a:prstGeom prst="rect">
            <a:avLst/>
          </a:prstGeom>
          <a:noFill/>
          <a:ln w="0">
            <a:noFill/>
          </a:ln>
        </p:spPr>
        <p:txBody>
          <a:bodyPr wrap="square" lIns="0" tIns="0" rIns="0" bIns="0" anchor="t">
            <a:noAutofit/>
          </a:bodyPr>
          <a:lstStyle/>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Relevante Treffer priorisieren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Doppelte Passagen entfernen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Widersprüche und Quellen sichtbar halten</a:t>
            </a:r>
          </a:p>
        </p:txBody>
      </p:sp>
      <p:sp>
        <p:nvSpPr>
          <p:cNvPr id="18413" name="Inhalt: Nur erlaubte Inhalte dürfen als Kontext an da">
            <a:extLst>
              <a:ext uri="{FF2B5EF4-FFF2-40B4-BE49-F238E27FC236}">
                <a16:creationId xmlns:a16="http://schemas.microsoft.com/office/drawing/2014/main" id="{541820A4-C3CB-47B5-836D-9F15B57EE0D0}"/>
              </a:ext>
            </a:extLst>
          </p:cNvPr>
          <p:cNvSpPr>
            <a:spLocks noGrp="1"/>
          </p:cNvSpPr>
          <p:nvPr/>
        </p:nvSpPr>
        <p:spPr>
          <a:xfrm>
            <a:off x="8172450" y="5267325"/>
            <a:ext cx="3333750" cy="714375"/>
          </a:xfrm>
          <a:prstGeom prst="rect">
            <a:avLst/>
          </a:prstGeom>
          <a:noFill/>
          <a:ln w="0">
            <a:noFill/>
          </a:ln>
        </p:spPr>
        <p:txBody>
          <a:bodyPr wrap="square" lIns="0" tIns="0" rIns="0" bIns="0" anchor="t">
            <a:noAutofit/>
          </a:bodyPr>
          <a:lstStyle/>
          <a:p>
            <a:pPr>
              <a:defRPr sz="1500" b="0">
                <a:solidFill>
                  <a:srgbClr val="586165"/>
                </a:solidFill>
                <a:latin typeface="Arial"/>
                <a:ea typeface="Arial"/>
                <a:cs typeface="Arial"/>
              </a:defRPr>
            </a:pPr>
            <a:r>
              <a:rPr sz="1500" b="0">
                <a:solidFill>
                  <a:srgbClr val="586165"/>
                </a:solidFill>
                <a:latin typeface="Arial"/>
                <a:ea typeface="Arial"/>
                <a:cs typeface="Arial"/>
              </a:rPr>
              <a:t>Nur erlaubte Inhalte dürfen als Kontext an das Modell gelangen.</a:t>
            </a:r>
          </a:p>
        </p:txBody>
      </p:sp>
    </p:spTree>
    <p:extLst>
      <p:ext uri="{BB962C8B-B14F-4D97-AF65-F5344CB8AC3E}">
        <p14:creationId xmlns:p14="http://schemas.microsoft.com/office/powerpoint/2010/main" val="23595777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78E273E-1113-2F18-D97A-58AB53E285A4}"/>
              </a:ext>
            </a:extLst>
          </p:cNvPr>
          <p:cNvSpPr>
            <a:spLocks noGrp="1"/>
          </p:cNvSpPr>
          <p:nvPr>
            <p:ph type="body" sz="quarter" idx="10"/>
          </p:nvPr>
        </p:nvSpPr>
        <p:spPr/>
        <p:txBody>
          <a:bodyPr/>
          <a:lstStyle/>
          <a:p>
            <a:r>
              <a:rPr lang="de-DE" dirty="0"/>
              <a:t>06</a:t>
            </a:r>
          </a:p>
        </p:txBody>
      </p:sp>
      <p:sp>
        <p:nvSpPr>
          <p:cNvPr id="3" name="Textplatzhalter 2">
            <a:extLst>
              <a:ext uri="{FF2B5EF4-FFF2-40B4-BE49-F238E27FC236}">
                <a16:creationId xmlns:a16="http://schemas.microsoft.com/office/drawing/2014/main" id="{920450A1-9774-3F96-DBE9-351518736EFA}"/>
              </a:ext>
            </a:extLst>
          </p:cNvPr>
          <p:cNvSpPr>
            <a:spLocks noGrp="1"/>
          </p:cNvSpPr>
          <p:nvPr>
            <p:ph type="body" sz="quarter" idx="11"/>
          </p:nvPr>
        </p:nvSpPr>
        <p:spPr/>
        <p:txBody>
          <a:bodyPr/>
          <a:lstStyle/>
          <a:p>
            <a:r>
              <a:rPr lang="de-DE"/>
              <a:t>Architektur und Nutzen</a:t>
            </a:r>
          </a:p>
        </p:txBody>
      </p:sp>
      <p:sp>
        <p:nvSpPr>
          <p:cNvPr id="17700" name="Inhalt: Die passende Komplexität für Suche und Antwor">
            <a:extLst>
              <a:ext uri="{FF2B5EF4-FFF2-40B4-BE49-F238E27FC236}">
                <a16:creationId xmlns:a16="http://schemas.microsoft.com/office/drawing/2014/main" id="{C9EE35A1-0C9A-4682-B166-2E1A990B5E0F}"/>
              </a:ext>
            </a:extLst>
          </p:cNvPr>
          <p:cNvSpPr>
            <a:spLocks noGrp="1"/>
          </p:cNvSpPr>
          <p:nvPr/>
        </p:nvSpPr>
        <p:spPr>
          <a:xfrm>
            <a:off x="1200150" y="4381500"/>
            <a:ext cx="10382250" cy="819150"/>
          </a:xfrm>
          <a:prstGeom prst="rect">
            <a:avLst/>
          </a:prstGeom>
          <a:noFill/>
          <a:ln w="0">
            <a:noFill/>
          </a:ln>
        </p:spPr>
        <p:txBody>
          <a:bodyPr wrap="square" lIns="0" tIns="0" rIns="0" bIns="0" anchor="t">
            <a:noAutofit/>
          </a:bodyPr>
          <a:lstStyle/>
          <a:p>
            <a:pPr>
              <a:defRPr sz="2100" b="0">
                <a:solidFill>
                  <a:srgbClr val="586165"/>
                </a:solidFill>
                <a:latin typeface="Arial"/>
                <a:ea typeface="Arial"/>
                <a:cs typeface="Arial"/>
              </a:defRPr>
            </a:pPr>
            <a:r>
              <a:rPr sz="2100" b="0">
                <a:solidFill>
                  <a:srgbClr val="586165"/>
                </a:solidFill>
                <a:latin typeface="Arial"/>
                <a:ea typeface="Arial"/>
                <a:cs typeface="Arial"/>
              </a:rPr>
              <a:t>Empfohlene Pipeline, Erwartungen und Grenzen</a:t>
            </a:r>
          </a:p>
        </p:txBody>
      </p:sp>
    </p:spTree>
    <p:extLst>
      <p:ext uri="{BB962C8B-B14F-4D97-AF65-F5344CB8AC3E}">
        <p14:creationId xmlns:p14="http://schemas.microsoft.com/office/powerpoint/2010/main" val="31156972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50</a:t>
            </a:fld>
            <a:endParaRPr lang="en-US"/>
          </a:p>
        </p:txBody>
      </p:sp>
      <p:sp>
        <p:nvSpPr>
          <p:cNvPr id="1019" name="Empfohlene RAG/MCP-Pipeline">
            <a:extLst>
              <a:ext uri="{FF2B5EF4-FFF2-40B4-BE49-F238E27FC236}">
                <a16:creationId xmlns:a16="http://schemas.microsoft.com/office/drawing/2014/main" id="{E21B0A27-2FA1-4E62-AA14-34909AF11BA1}"/>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Empfohlene RAG/MCP-Pipeline</a:t>
            </a:r>
          </a:p>
        </p:txBody>
      </p:sp>
      <p:sp>
        <p:nvSpPr>
          <p:cNvPr id="1003" name="Datenaufbereitung">
            <a:extLst>
              <a:ext uri="{FF2B5EF4-FFF2-40B4-BE49-F238E27FC236}">
                <a16:creationId xmlns:a16="http://schemas.microsoft.com/office/drawing/2014/main" id="{C6B75E29-89C0-4968-B35E-BDEDF8A01F2D}"/>
              </a:ext>
            </a:extLst>
          </p:cNvPr>
          <p:cNvSpPr>
            <a:spLocks noGrp="1"/>
          </p:cNvSpPr>
          <p:nvPr/>
        </p:nvSpPr>
        <p:spPr>
          <a:xfrm>
            <a:off x="571500" y="1304925"/>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Datenaufbereitung</a:t>
            </a:r>
          </a:p>
        </p:txBody>
      </p:sp>
      <p:sp>
        <p:nvSpPr>
          <p:cNvPr id="1004" name="Diagramm: InnoHub und freigegebene Dokumente">
            <a:extLst>
              <a:ext uri="{FF2B5EF4-FFF2-40B4-BE49-F238E27FC236}">
                <a16:creationId xmlns:a16="http://schemas.microsoft.com/office/drawing/2014/main" id="{EB750437-872E-4B47-835D-25523FD85AA5}"/>
              </a:ext>
            </a:extLst>
          </p:cNvPr>
          <p:cNvSpPr>
            <a:spLocks noGrp="1"/>
          </p:cNvSpPr>
          <p:nvPr/>
        </p:nvSpPr>
        <p:spPr>
          <a:xfrm>
            <a:off x="571500" y="1885950"/>
            <a:ext cx="2762250" cy="9715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InnoHub und</a:t>
            </a:r>
          </a:p>
          <a:p>
            <a:pPr algn="ctr">
              <a:defRPr sz="1875" b="0">
                <a:solidFill>
                  <a:srgbClr val="FFFFFF"/>
                </a:solidFill>
                <a:latin typeface="Arial"/>
                <a:ea typeface="Arial"/>
                <a:cs typeface="Arial"/>
              </a:defRPr>
            </a:pPr>
            <a:r>
              <a:rPr sz="1875" b="0">
                <a:solidFill>
                  <a:srgbClr val="FFFFFF"/>
                </a:solidFill>
                <a:latin typeface="Arial"/>
                <a:ea typeface="Arial"/>
                <a:cs typeface="Arial"/>
              </a:rPr>
              <a:t>freigegebene Dokumente</a:t>
            </a:r>
          </a:p>
        </p:txBody>
      </p:sp>
      <p:sp>
        <p:nvSpPr>
          <p:cNvPr id="1005" name="Diagramm: Prüfen, Chunking und Embeddings">
            <a:extLst>
              <a:ext uri="{FF2B5EF4-FFF2-40B4-BE49-F238E27FC236}">
                <a16:creationId xmlns:a16="http://schemas.microsoft.com/office/drawing/2014/main" id="{5DD489DF-EF56-425A-B356-51040A9D391C}"/>
              </a:ext>
            </a:extLst>
          </p:cNvPr>
          <p:cNvSpPr>
            <a:spLocks noGrp="1"/>
          </p:cNvSpPr>
          <p:nvPr/>
        </p:nvSpPr>
        <p:spPr>
          <a:xfrm>
            <a:off x="4191000" y="1885950"/>
            <a:ext cx="2857500" cy="9715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Prüfen, Chunking</a:t>
            </a:r>
          </a:p>
          <a:p>
            <a:pPr algn="ctr">
              <a:defRPr sz="1875" b="0">
                <a:solidFill>
                  <a:srgbClr val="FFFFFF"/>
                </a:solidFill>
                <a:latin typeface="Arial"/>
                <a:ea typeface="Arial"/>
                <a:cs typeface="Arial"/>
              </a:defRPr>
            </a:pPr>
            <a:r>
              <a:rPr sz="1875" b="0">
                <a:solidFill>
                  <a:srgbClr val="FFFFFF"/>
                </a:solidFill>
                <a:latin typeface="Arial"/>
                <a:ea typeface="Arial"/>
                <a:cs typeface="Arial"/>
              </a:rPr>
              <a:t>und Embeddings</a:t>
            </a:r>
          </a:p>
        </p:txBody>
      </p:sp>
      <p:sp>
        <p:nvSpPr>
          <p:cNvPr id="1006" name="Diagramm: Suchindex Text, Vektoren, Metadaten">
            <a:extLst>
              <a:ext uri="{FF2B5EF4-FFF2-40B4-BE49-F238E27FC236}">
                <a16:creationId xmlns:a16="http://schemas.microsoft.com/office/drawing/2014/main" id="{7DF83874-C9F9-4980-8265-9DB88B3C3564}"/>
              </a:ext>
            </a:extLst>
          </p:cNvPr>
          <p:cNvSpPr>
            <a:spLocks noGrp="1"/>
          </p:cNvSpPr>
          <p:nvPr/>
        </p:nvSpPr>
        <p:spPr>
          <a:xfrm>
            <a:off x="8382000" y="1885950"/>
            <a:ext cx="3238500" cy="9715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Suchindex</a:t>
            </a:r>
          </a:p>
          <a:p>
            <a:pPr algn="ctr">
              <a:defRPr sz="1875" b="0">
                <a:solidFill>
                  <a:srgbClr val="FFFFFF"/>
                </a:solidFill>
                <a:latin typeface="Arial"/>
                <a:ea typeface="Arial"/>
                <a:cs typeface="Arial"/>
              </a:defRPr>
            </a:pPr>
            <a:r>
              <a:rPr sz="1875" b="0">
                <a:solidFill>
                  <a:srgbClr val="FFFFFF"/>
                </a:solidFill>
                <a:latin typeface="Arial"/>
                <a:ea typeface="Arial"/>
                <a:cs typeface="Arial"/>
              </a:rPr>
              <a:t>Text, Vektoren, Metadaten</a:t>
            </a:r>
          </a:p>
        </p:txBody>
      </p:sp>
      <p:cxnSp>
        <p:nvCxnSpPr>
          <p:cNvPr id="1025" name="Gerade Verbindung mit Pfeil 1024"/>
          <p:cNvCxnSpPr>
            <a:stCxn id="1004" idx="3"/>
            <a:endCxn id="1005" idx="1"/>
          </p:cNvCxnSpPr>
          <p:nvPr/>
        </p:nvCxnSpPr>
        <p:spPr>
          <a:xfrm>
            <a:off x="3333750" y="2371725"/>
            <a:ext cx="857250" cy="0"/>
          </a:xfrm>
          <a:prstGeom prst="straightConnector1">
            <a:avLst/>
          </a:prstGeom>
          <a:ln w="24765">
            <a:solidFill>
              <a:srgbClr val="7C98B5"/>
            </a:solidFill>
            <a:prstDash val="solid"/>
            <a:tailEnd type="triangle" w="med" len="med"/>
          </a:ln>
        </p:spPr>
      </p:cxnSp>
      <p:cxnSp>
        <p:nvCxnSpPr>
          <p:cNvPr id="1026" name="Gerade Verbindung mit Pfeil 1025"/>
          <p:cNvCxnSpPr>
            <a:stCxn id="1005" idx="3"/>
            <a:endCxn id="1006" idx="1"/>
          </p:cNvCxnSpPr>
          <p:nvPr/>
        </p:nvCxnSpPr>
        <p:spPr>
          <a:xfrm>
            <a:off x="7048500" y="2371725"/>
            <a:ext cx="1333500" cy="0"/>
          </a:xfrm>
          <a:prstGeom prst="straightConnector1">
            <a:avLst/>
          </a:prstGeom>
          <a:ln w="24765">
            <a:solidFill>
              <a:srgbClr val="7C98B5"/>
            </a:solidFill>
            <a:prstDash val="solid"/>
            <a:tailEnd type="triangle" w="med" len="med"/>
          </a:ln>
        </p:spPr>
      </p:cxnSp>
      <p:sp>
        <p:nvSpPr>
          <p:cNvPr id="1009" name="Bei einer Nutzerfrage">
            <a:extLst>
              <a:ext uri="{FF2B5EF4-FFF2-40B4-BE49-F238E27FC236}">
                <a16:creationId xmlns:a16="http://schemas.microsoft.com/office/drawing/2014/main" id="{858459AA-F25D-440F-97EF-EA1EDC703297}"/>
              </a:ext>
            </a:extLst>
          </p:cNvPr>
          <p:cNvSpPr>
            <a:spLocks noGrp="1"/>
          </p:cNvSpPr>
          <p:nvPr/>
        </p:nvSpPr>
        <p:spPr>
          <a:xfrm>
            <a:off x="571500" y="3514725"/>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Bei einer Nutzerfrage</a:t>
            </a:r>
          </a:p>
        </p:txBody>
      </p:sp>
      <p:sp>
        <p:nvSpPr>
          <p:cNvPr id="1010" name="Diagramm: DefenceGPT Orchestrierung, MCP-Client und LLM für die Antwort">
            <a:extLst>
              <a:ext uri="{FF2B5EF4-FFF2-40B4-BE49-F238E27FC236}">
                <a16:creationId xmlns:a16="http://schemas.microsoft.com/office/drawing/2014/main" id="{9826C833-7FC8-42CA-8244-EF3304C0E068}"/>
              </a:ext>
            </a:extLst>
          </p:cNvPr>
          <p:cNvSpPr>
            <a:spLocks noGrp="1"/>
          </p:cNvSpPr>
          <p:nvPr/>
        </p:nvSpPr>
        <p:spPr>
          <a:xfrm>
            <a:off x="571500" y="4114800"/>
            <a:ext cx="3143250" cy="1123950"/>
          </a:xfrm>
          <a:prstGeom prst="rect">
            <a:avLst/>
          </a:prstGeom>
          <a:solidFill>
            <a:srgbClr val="6193CD"/>
          </a:solidFill>
          <a:ln w="0">
            <a:noFill/>
          </a:ln>
        </p:spPr>
        <p:txBody>
          <a:bodyPr wrap="square" lIns="114300" tIns="85725" rIns="114300" bIns="85725" anchor="ctr">
            <a:noAutofit/>
          </a:bodyPr>
          <a:lstStyle/>
          <a:p>
            <a:pPr algn="ctr">
              <a:defRPr sz="1800" b="0">
                <a:solidFill>
                  <a:srgbClr val="FFFFFF"/>
                </a:solidFill>
                <a:latin typeface="Arial"/>
                <a:ea typeface="Arial"/>
                <a:cs typeface="Arial"/>
              </a:defRPr>
            </a:pPr>
            <a:r>
              <a:rPr sz="1800" b="0">
                <a:solidFill>
                  <a:srgbClr val="FFFFFF"/>
                </a:solidFill>
                <a:latin typeface="Arial"/>
                <a:ea typeface="Arial"/>
                <a:cs typeface="Arial"/>
              </a:rPr>
              <a:t>DefenceGPT</a:t>
            </a:r>
          </a:p>
          <a:p>
            <a:pPr algn="ctr">
              <a:defRPr sz="1800" b="0">
                <a:solidFill>
                  <a:srgbClr val="FFFFFF"/>
                </a:solidFill>
                <a:latin typeface="Arial"/>
                <a:ea typeface="Arial"/>
                <a:cs typeface="Arial"/>
              </a:defRPr>
            </a:pPr>
            <a:r>
              <a:rPr sz="1800" b="0">
                <a:solidFill>
                  <a:srgbClr val="FFFFFF"/>
                </a:solidFill>
                <a:latin typeface="Arial"/>
                <a:ea typeface="Arial"/>
                <a:cs typeface="Arial"/>
              </a:rPr>
              <a:t>Orchestrierung, MCP-Client</a:t>
            </a:r>
          </a:p>
          <a:p>
            <a:pPr algn="ctr">
              <a:defRPr sz="1800" b="0">
                <a:solidFill>
                  <a:srgbClr val="FFFFFF"/>
                </a:solidFill>
                <a:latin typeface="Arial"/>
                <a:ea typeface="Arial"/>
                <a:cs typeface="Arial"/>
              </a:defRPr>
            </a:pPr>
            <a:r>
              <a:rPr sz="1800" b="0">
                <a:solidFill>
                  <a:srgbClr val="FFFFFF"/>
                </a:solidFill>
                <a:latin typeface="Arial"/>
                <a:ea typeface="Arial"/>
                <a:cs typeface="Arial"/>
              </a:rPr>
              <a:t>und LLM für die Antwort</a:t>
            </a:r>
          </a:p>
        </p:txBody>
      </p:sp>
      <p:sp>
        <p:nvSpPr>
          <p:cNvPr id="1011" name="Diagramm: MCP-Server Lesendes Suchtool">
            <a:extLst>
              <a:ext uri="{FF2B5EF4-FFF2-40B4-BE49-F238E27FC236}">
                <a16:creationId xmlns:a16="http://schemas.microsoft.com/office/drawing/2014/main" id="{FB7BE393-96AA-4620-BFC4-BDF3B5685D3D}"/>
              </a:ext>
            </a:extLst>
          </p:cNvPr>
          <p:cNvSpPr>
            <a:spLocks noGrp="1"/>
          </p:cNvSpPr>
          <p:nvPr/>
        </p:nvSpPr>
        <p:spPr>
          <a:xfrm>
            <a:off x="4476750" y="4114800"/>
            <a:ext cx="2619375" cy="112395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MCP-Server</a:t>
            </a:r>
          </a:p>
          <a:p>
            <a:pPr algn="ctr">
              <a:defRPr sz="1875" b="0">
                <a:solidFill>
                  <a:srgbClr val="FFFFFF"/>
                </a:solidFill>
                <a:latin typeface="Arial"/>
                <a:ea typeface="Arial"/>
                <a:cs typeface="Arial"/>
              </a:defRPr>
            </a:pPr>
            <a:r>
              <a:rPr sz="1875" b="0">
                <a:solidFill>
                  <a:srgbClr val="FFFFFF"/>
                </a:solidFill>
                <a:latin typeface="Arial"/>
                <a:ea typeface="Arial"/>
                <a:cs typeface="Arial"/>
              </a:rPr>
              <a:t>Lesendes Suchtool</a:t>
            </a:r>
          </a:p>
        </p:txBody>
      </p:sp>
      <p:sp>
        <p:nvSpPr>
          <p:cNvPr id="1012" name="Diagramm: Suchdienst Rechtefilter, Hybrid Search und Reranking">
            <a:extLst>
              <a:ext uri="{FF2B5EF4-FFF2-40B4-BE49-F238E27FC236}">
                <a16:creationId xmlns:a16="http://schemas.microsoft.com/office/drawing/2014/main" id="{D72FEE44-854E-4503-BCE1-24A7C66B60F3}"/>
              </a:ext>
            </a:extLst>
          </p:cNvPr>
          <p:cNvSpPr>
            <a:spLocks noGrp="1"/>
          </p:cNvSpPr>
          <p:nvPr/>
        </p:nvSpPr>
        <p:spPr>
          <a:xfrm>
            <a:off x="8382000" y="4114800"/>
            <a:ext cx="3238500" cy="1123950"/>
          </a:xfrm>
          <a:prstGeom prst="rect">
            <a:avLst/>
          </a:prstGeom>
          <a:solidFill>
            <a:srgbClr val="6193CD"/>
          </a:solidFill>
          <a:ln w="0">
            <a:noFill/>
          </a:ln>
        </p:spPr>
        <p:txBody>
          <a:bodyPr wrap="square" lIns="114300" tIns="85725" rIns="114300" bIns="85725" anchor="ctr">
            <a:noAutofit/>
          </a:bodyPr>
          <a:lstStyle/>
          <a:p>
            <a:pPr algn="ctr">
              <a:defRPr sz="1800" b="0">
                <a:solidFill>
                  <a:srgbClr val="FFFFFF"/>
                </a:solidFill>
                <a:latin typeface="Arial"/>
                <a:ea typeface="Arial"/>
                <a:cs typeface="Arial"/>
              </a:defRPr>
            </a:pPr>
            <a:r>
              <a:rPr sz="1800" b="0">
                <a:solidFill>
                  <a:srgbClr val="FFFFFF"/>
                </a:solidFill>
                <a:latin typeface="Arial"/>
                <a:ea typeface="Arial"/>
                <a:cs typeface="Arial"/>
              </a:rPr>
              <a:t>Suchdienst</a:t>
            </a:r>
          </a:p>
          <a:p>
            <a:pPr algn="ctr">
              <a:defRPr sz="1800" b="0">
                <a:solidFill>
                  <a:srgbClr val="FFFFFF"/>
                </a:solidFill>
                <a:latin typeface="Arial"/>
                <a:ea typeface="Arial"/>
                <a:cs typeface="Arial"/>
              </a:defRPr>
            </a:pPr>
            <a:r>
              <a:rPr sz="1800" b="0">
                <a:solidFill>
                  <a:srgbClr val="FFFFFF"/>
                </a:solidFill>
                <a:latin typeface="Arial"/>
                <a:ea typeface="Arial"/>
                <a:cs typeface="Arial"/>
              </a:rPr>
              <a:t>Hybrid: BM25 + Vektoren</a:t>
            </a:r>
          </a:p>
          <a:p>
            <a:pPr algn="ctr">
              <a:defRPr sz="1800" b="0">
                <a:solidFill>
                  <a:srgbClr val="FFFFFF"/>
                </a:solidFill>
                <a:latin typeface="Arial"/>
                <a:ea typeface="Arial"/>
                <a:cs typeface="Arial"/>
              </a:defRPr>
            </a:pPr>
            <a:r>
              <a:rPr sz="1800" b="0">
                <a:solidFill>
                  <a:srgbClr val="FFFFFF"/>
                </a:solidFill>
                <a:latin typeface="Arial"/>
                <a:ea typeface="Arial"/>
                <a:cs typeface="Arial"/>
              </a:rPr>
              <a:t>Rechtefilter und Reranking</a:t>
            </a:r>
          </a:p>
        </p:txBody>
      </p:sp>
      <p:cxnSp>
        <p:nvCxnSpPr>
          <p:cNvPr id="1031" name="Gerade Verbindung mit Pfeil 1030"/>
          <p:cNvCxnSpPr>
            <a:stCxn id="1010" idx="3"/>
            <a:endCxn id="1011" idx="1"/>
          </p:cNvCxnSpPr>
          <p:nvPr/>
        </p:nvCxnSpPr>
        <p:spPr>
          <a:xfrm>
            <a:off x="3714750" y="4676775"/>
            <a:ext cx="762000" cy="0"/>
          </a:xfrm>
          <a:prstGeom prst="straightConnector1">
            <a:avLst/>
          </a:prstGeom>
          <a:ln w="24765">
            <a:solidFill>
              <a:srgbClr val="7C98B5"/>
            </a:solidFill>
            <a:prstDash val="solid"/>
            <a:headEnd type="triangle" w="med" len="med"/>
            <a:tailEnd type="triangle" w="med" len="med"/>
          </a:ln>
        </p:spPr>
      </p:cxnSp>
      <p:cxnSp>
        <p:nvCxnSpPr>
          <p:cNvPr id="1032" name="Gerade Verbindung mit Pfeil 1031"/>
          <p:cNvCxnSpPr>
            <a:stCxn id="1011" idx="3"/>
            <a:endCxn id="1012" idx="1"/>
          </p:cNvCxnSpPr>
          <p:nvPr/>
        </p:nvCxnSpPr>
        <p:spPr>
          <a:xfrm>
            <a:off x="7096125" y="4676775"/>
            <a:ext cx="1285875" cy="0"/>
          </a:xfrm>
          <a:prstGeom prst="straightConnector1">
            <a:avLst/>
          </a:prstGeom>
          <a:ln w="24765">
            <a:solidFill>
              <a:srgbClr val="7C98B5"/>
            </a:solidFill>
            <a:prstDash val="solid"/>
            <a:headEnd type="triangle" w="med" len="med"/>
            <a:tailEnd type="triangle" w="med" len="med"/>
          </a:ln>
        </p:spPr>
      </p:cxnSp>
      <p:cxnSp>
        <p:nvCxnSpPr>
          <p:cNvPr id="1033" name="Gerade Verbindung mit Pfeil 1032"/>
          <p:cNvCxnSpPr>
            <a:stCxn id="1012" idx="0"/>
            <a:endCxn id="1006" idx="2"/>
          </p:cNvCxnSpPr>
          <p:nvPr/>
        </p:nvCxnSpPr>
        <p:spPr>
          <a:xfrm flipV="1">
            <a:off x="10001250" y="2857500"/>
            <a:ext cx="0" cy="1257300"/>
          </a:xfrm>
          <a:prstGeom prst="straightConnector1">
            <a:avLst/>
          </a:prstGeom>
          <a:ln w="24765">
            <a:solidFill>
              <a:srgbClr val="7C98B5"/>
            </a:solidFill>
            <a:prstDash val="solid"/>
            <a:headEnd type="triangle" w="med" len="med"/>
            <a:tailEnd type="triangle" w="med" len="med"/>
          </a:ln>
        </p:spPr>
      </p:cxnSp>
      <p:sp>
        <p:nvSpPr>
          <p:cNvPr id="1016" name="Aufrufe und Belege">
            <a:extLst>
              <a:ext uri="{FF2B5EF4-FFF2-40B4-BE49-F238E27FC236}">
                <a16:creationId xmlns:a16="http://schemas.microsoft.com/office/drawing/2014/main" id="{8F2934D3-E1DA-411D-9C4D-3961CC3FD21D}"/>
              </a:ext>
            </a:extLst>
          </p:cNvPr>
          <p:cNvSpPr>
            <a:spLocks noGrp="1"/>
          </p:cNvSpPr>
          <p:nvPr/>
        </p:nvSpPr>
        <p:spPr>
          <a:xfrm>
            <a:off x="3695700" y="5486400"/>
            <a:ext cx="4695825" cy="352425"/>
          </a:xfrm>
          <a:prstGeom prst="rect">
            <a:avLst/>
          </a:prstGeom>
          <a:noFill/>
          <a:ln w="0">
            <a:noFill/>
          </a:ln>
        </p:spPr>
        <p:txBody>
          <a:bodyPr wrap="square" lIns="0" tIns="0" rIns="0" bIns="0" anchor="t">
            <a:noAutofit/>
          </a:bodyPr>
          <a:lstStyle/>
          <a:p>
            <a:pPr algn="ctr">
              <a:defRPr sz="1575" b="0">
                <a:solidFill>
                  <a:srgbClr val="3D6DA8"/>
                </a:solidFill>
                <a:latin typeface="Arial"/>
                <a:ea typeface="Arial"/>
                <a:cs typeface="Arial"/>
              </a:defRPr>
            </a:pPr>
            <a:r>
              <a:rPr sz="1575" b="0">
                <a:solidFill>
                  <a:srgbClr val="3D6DA8"/>
                </a:solidFill>
                <a:latin typeface="Arial"/>
                <a:ea typeface="Arial"/>
                <a:cs typeface="Arial"/>
              </a:rPr>
              <a:t>Aufrufe und Belege</a:t>
            </a:r>
          </a:p>
        </p:txBody>
      </p:sp>
      <p:sp>
        <p:nvSpPr>
          <p:cNvPr id="1017" name="Quellen-ID und Datenstand bleiben mit den Belegen verbunden.">
            <a:extLst>
              <a:ext uri="{FF2B5EF4-FFF2-40B4-BE49-F238E27FC236}">
                <a16:creationId xmlns:a16="http://schemas.microsoft.com/office/drawing/2014/main" id="{79479E7C-FA43-403F-9A08-D07329A0CED7}"/>
              </a:ext>
            </a:extLst>
          </p:cNvPr>
          <p:cNvSpPr>
            <a:spLocks noGrp="1"/>
          </p:cNvSpPr>
          <p:nvPr/>
        </p:nvSpPr>
        <p:spPr>
          <a:xfrm>
            <a:off x="571500" y="5819775"/>
            <a:ext cx="11049000" cy="361950"/>
          </a:xfrm>
          <a:prstGeom prst="rect">
            <a:avLst/>
          </a:prstGeom>
          <a:noFill/>
          <a:ln w="0">
            <a:noFill/>
          </a:ln>
        </p:spPr>
        <p:txBody>
          <a:bodyPr wrap="square" lIns="0" tIns="0" rIns="0" bIns="0" anchor="t">
            <a:noAutofit/>
          </a:bodyPr>
          <a:lstStyle/>
          <a:p>
            <a:pPr algn="l">
              <a:defRPr sz="1725" b="0">
                <a:solidFill>
                  <a:srgbClr val="586165"/>
                </a:solidFill>
                <a:latin typeface="Arial"/>
                <a:ea typeface="Arial"/>
                <a:cs typeface="Arial"/>
              </a:defRPr>
            </a:pPr>
            <a:r>
              <a:rPr sz="1725" b="0">
                <a:solidFill>
                  <a:srgbClr val="586165"/>
                </a:solidFill>
                <a:latin typeface="Arial"/>
                <a:ea typeface="Arial"/>
                <a:cs typeface="Arial"/>
              </a:rPr>
              <a:t>Quellen-ID und Datenstand bleiben mit den Belegen verbunden.</a:t>
            </a:r>
          </a:p>
        </p:txBody>
      </p:sp>
      <p:sp>
        <p:nvSpPr>
          <p:cNvPr id="1018" name="Konzeptioneller Vorschlag. Schnittstellen, Rechte und MCP-Unterstützung intern b">
            <a:extLst>
              <a:ext uri="{FF2B5EF4-FFF2-40B4-BE49-F238E27FC236}">
                <a16:creationId xmlns:a16="http://schemas.microsoft.com/office/drawing/2014/main" id="{B2448CFF-E06D-48A7-B6BF-5610BB4AA9FD}"/>
              </a:ext>
            </a:extLst>
          </p:cNvPr>
          <p:cNvSpPr>
            <a:spLocks noGrp="1"/>
          </p:cNvSpPr>
          <p:nvPr/>
        </p:nvSpPr>
        <p:spPr>
          <a:xfrm>
            <a:off x="571500" y="6219825"/>
            <a:ext cx="11049000" cy="552450"/>
          </a:xfrm>
          <a:prstGeom prst="rect">
            <a:avLst/>
          </a:prstGeom>
          <a:noFill/>
          <a:ln w="0">
            <a:noFill/>
          </a:ln>
        </p:spPr>
        <p:txBody>
          <a:bodyPr wrap="square" lIns="0" tIns="0" rIns="0" bIns="0" anchor="t">
            <a:noAutofit/>
          </a:bodyPr>
          <a:lstStyle/>
          <a:p>
            <a:pPr algn="l">
              <a:defRPr sz="1425" b="0">
                <a:solidFill>
                  <a:srgbClr val="3D6DA8"/>
                </a:solidFill>
                <a:latin typeface="Arial"/>
                <a:ea typeface="Arial"/>
                <a:cs typeface="Arial"/>
              </a:defRPr>
            </a:pPr>
            <a:r>
              <a:rPr sz="1425" b="0">
                <a:solidFill>
                  <a:srgbClr val="3D6DA8"/>
                </a:solidFill>
                <a:latin typeface="Arial"/>
                <a:ea typeface="Arial"/>
                <a:cs typeface="Arial"/>
              </a:rPr>
              <a:t>Konzeptioneller Vorschlag. Schnittstellen, Rechte und MCP-Unterstützung intern bestätigen.</a:t>
            </a:r>
          </a:p>
        </p:txBody>
      </p:sp>
      <p:sp>
        <p:nvSpPr>
          <p:cNvPr id="1034"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05  Architektur und Nutzen</a:t>
            </a:r>
          </a:p>
        </p:txBody>
      </p:sp>
    </p:spTree>
    <p:extLst>
      <p:ext uri="{BB962C8B-B14F-4D97-AF65-F5344CB8AC3E}">
        <p14:creationId xmlns:p14="http://schemas.microsoft.com/office/powerpoint/2010/main" val="14087689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51</a:t>
            </a:fld>
            <a:endParaRPr lang="en-US"/>
          </a:p>
        </p:txBody>
      </p:sp>
      <p:sp>
        <p:nvSpPr>
          <p:cNvPr id="1014" name="Eine Anfrage durch die Pipeline">
            <a:extLst>
              <a:ext uri="{FF2B5EF4-FFF2-40B4-BE49-F238E27FC236}">
                <a16:creationId xmlns:a16="http://schemas.microsoft.com/office/drawing/2014/main" id="{AE288BE6-4AF9-4BE2-8B1B-E7DE13544956}"/>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Eine Anfrage durch die Pipeline</a:t>
            </a:r>
          </a:p>
        </p:txBody>
      </p:sp>
      <p:sp>
        <p:nvSpPr>
          <p:cNvPr id="1003" name="„Welche aktiven Technologien mit TRL ≥ 7 passen zu Sensorfusion?“">
            <a:extLst>
              <a:ext uri="{FF2B5EF4-FFF2-40B4-BE49-F238E27FC236}">
                <a16:creationId xmlns:a16="http://schemas.microsoft.com/office/drawing/2014/main" id="{176F2D1A-C83E-4122-B359-3D01261C10D4}"/>
              </a:ext>
            </a:extLst>
          </p:cNvPr>
          <p:cNvSpPr>
            <a:spLocks noGrp="1"/>
          </p:cNvSpPr>
          <p:nvPr/>
        </p:nvSpPr>
        <p:spPr>
          <a:xfrm>
            <a:off x="571500" y="1428750"/>
            <a:ext cx="11049000" cy="752475"/>
          </a:xfrm>
          <a:prstGeom prst="rect">
            <a:avLst/>
          </a:prstGeom>
          <a:noFill/>
          <a:ln w="0">
            <a:noFill/>
          </a:ln>
        </p:spPr>
        <p:txBody>
          <a:bodyPr wrap="square" lIns="0" tIns="0" rIns="0" bIns="0" anchor="t">
            <a:noAutofit/>
          </a:bodyPr>
          <a:lstStyle/>
          <a:p>
            <a:pPr algn="l">
              <a:defRPr sz="2175" b="1">
                <a:solidFill>
                  <a:srgbClr val="3D6DA8"/>
                </a:solidFill>
                <a:latin typeface="Arial"/>
                <a:ea typeface="Arial"/>
                <a:cs typeface="Arial"/>
              </a:defRPr>
            </a:pPr>
            <a:r>
              <a:rPr sz="2175" b="1">
                <a:solidFill>
                  <a:srgbClr val="3D6DA8"/>
                </a:solidFill>
                <a:latin typeface="Arial"/>
                <a:ea typeface="Arial"/>
                <a:cs typeface="Arial"/>
              </a:rPr>
              <a:t>„Welche aktiven Technologien mit TRL ≥ 7 passen zu Sensorfusion?“</a:t>
            </a:r>
          </a:p>
        </p:txBody>
      </p:sp>
      <p:sp>
        <p:nvSpPr>
          <p:cNvPr id="1004" name="Diagramm: Filter aktiv, TRL ≥ 7">
            <a:extLst>
              <a:ext uri="{FF2B5EF4-FFF2-40B4-BE49-F238E27FC236}">
                <a16:creationId xmlns:a16="http://schemas.microsoft.com/office/drawing/2014/main" id="{30CF8E6B-400A-47E3-AE5C-5F67EF772FE7}"/>
              </a:ext>
            </a:extLst>
          </p:cNvPr>
          <p:cNvSpPr>
            <a:spLocks noGrp="1"/>
          </p:cNvSpPr>
          <p:nvPr/>
        </p:nvSpPr>
        <p:spPr>
          <a:xfrm>
            <a:off x="571500" y="2571750"/>
            <a:ext cx="2362200" cy="10191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Filter</a:t>
            </a:r>
          </a:p>
          <a:p>
            <a:pPr algn="ctr">
              <a:defRPr sz="1875" b="0">
                <a:solidFill>
                  <a:srgbClr val="FFFFFF"/>
                </a:solidFill>
                <a:latin typeface="Arial"/>
                <a:ea typeface="Arial"/>
                <a:cs typeface="Arial"/>
              </a:defRPr>
            </a:pPr>
            <a:r>
              <a:rPr sz="1875" b="0">
                <a:solidFill>
                  <a:srgbClr val="FFFFFF"/>
                </a:solidFill>
                <a:latin typeface="Arial"/>
                <a:ea typeface="Arial"/>
                <a:cs typeface="Arial"/>
              </a:rPr>
              <a:t>aktiv, TRL ≥ 7</a:t>
            </a:r>
          </a:p>
        </p:txBody>
      </p:sp>
      <p:sp>
        <p:nvSpPr>
          <p:cNvPr id="1005" name="Diagramm: Hybrid Search Begriffe und Bedeutung">
            <a:extLst>
              <a:ext uri="{FF2B5EF4-FFF2-40B4-BE49-F238E27FC236}">
                <a16:creationId xmlns:a16="http://schemas.microsoft.com/office/drawing/2014/main" id="{EF847BFD-B024-4572-A874-2B0E8BE2E735}"/>
              </a:ext>
            </a:extLst>
          </p:cNvPr>
          <p:cNvSpPr>
            <a:spLocks noGrp="1"/>
          </p:cNvSpPr>
          <p:nvPr/>
        </p:nvSpPr>
        <p:spPr>
          <a:xfrm>
            <a:off x="3467100" y="2571750"/>
            <a:ext cx="2362200" cy="10191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Hybrid Search</a:t>
            </a:r>
          </a:p>
          <a:p>
            <a:pPr algn="ctr">
              <a:defRPr sz="1875" b="0">
                <a:solidFill>
                  <a:srgbClr val="FFFFFF"/>
                </a:solidFill>
                <a:latin typeface="Arial"/>
                <a:ea typeface="Arial"/>
                <a:cs typeface="Arial"/>
              </a:defRPr>
            </a:pPr>
            <a:r>
              <a:rPr sz="1875" b="0">
                <a:solidFill>
                  <a:srgbClr val="FFFFFF"/>
                </a:solidFill>
                <a:latin typeface="Arial"/>
                <a:ea typeface="Arial"/>
                <a:cs typeface="Arial"/>
              </a:rPr>
              <a:t>Begriffe und Bedeutung</a:t>
            </a:r>
          </a:p>
        </p:txBody>
      </p:sp>
      <p:sp>
        <p:nvSpPr>
          <p:cNvPr id="1006" name="Diagramm: Reranking passende Belege">
            <a:extLst>
              <a:ext uri="{FF2B5EF4-FFF2-40B4-BE49-F238E27FC236}">
                <a16:creationId xmlns:a16="http://schemas.microsoft.com/office/drawing/2014/main" id="{36C65B4B-9156-4F26-8234-52BA06C32A09}"/>
              </a:ext>
            </a:extLst>
          </p:cNvPr>
          <p:cNvSpPr>
            <a:spLocks noGrp="1"/>
          </p:cNvSpPr>
          <p:nvPr/>
        </p:nvSpPr>
        <p:spPr>
          <a:xfrm>
            <a:off x="6362700" y="2571750"/>
            <a:ext cx="2362200" cy="10191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Reranking</a:t>
            </a:r>
          </a:p>
          <a:p>
            <a:pPr algn="ctr">
              <a:defRPr sz="1875" b="0">
                <a:solidFill>
                  <a:srgbClr val="FFFFFF"/>
                </a:solidFill>
                <a:latin typeface="Arial"/>
                <a:ea typeface="Arial"/>
                <a:cs typeface="Arial"/>
              </a:defRPr>
            </a:pPr>
            <a:r>
              <a:rPr sz="1875" b="0">
                <a:solidFill>
                  <a:srgbClr val="FFFFFF"/>
                </a:solidFill>
                <a:latin typeface="Arial"/>
                <a:ea typeface="Arial"/>
                <a:cs typeface="Arial"/>
              </a:rPr>
              <a:t>passende Belege</a:t>
            </a:r>
          </a:p>
        </p:txBody>
      </p:sp>
      <p:sp>
        <p:nvSpPr>
          <p:cNvPr id="1007" name="Diagramm: Antwort Auswahl begründen">
            <a:extLst>
              <a:ext uri="{FF2B5EF4-FFF2-40B4-BE49-F238E27FC236}">
                <a16:creationId xmlns:a16="http://schemas.microsoft.com/office/drawing/2014/main" id="{3930154D-6432-436D-B981-F4AF78759569}"/>
              </a:ext>
            </a:extLst>
          </p:cNvPr>
          <p:cNvSpPr>
            <a:spLocks noGrp="1"/>
          </p:cNvSpPr>
          <p:nvPr/>
        </p:nvSpPr>
        <p:spPr>
          <a:xfrm>
            <a:off x="9258300" y="2571750"/>
            <a:ext cx="2362200" cy="1019175"/>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Antwort</a:t>
            </a:r>
          </a:p>
          <a:p>
            <a:pPr algn="ctr">
              <a:defRPr sz="1875" b="0">
                <a:solidFill>
                  <a:srgbClr val="FFFFFF"/>
                </a:solidFill>
                <a:latin typeface="Arial"/>
                <a:ea typeface="Arial"/>
                <a:cs typeface="Arial"/>
              </a:defRPr>
            </a:pPr>
            <a:r>
              <a:rPr sz="1875" b="0">
                <a:solidFill>
                  <a:srgbClr val="FFFFFF"/>
                </a:solidFill>
                <a:latin typeface="Arial"/>
                <a:ea typeface="Arial"/>
                <a:cs typeface="Arial"/>
              </a:rPr>
              <a:t>Auswahl begründen</a:t>
            </a:r>
          </a:p>
        </p:txBody>
      </p:sp>
      <p:cxnSp>
        <p:nvCxnSpPr>
          <p:cNvPr id="1021" name="Gerade Verbindung mit Pfeil 1020"/>
          <p:cNvCxnSpPr>
            <a:stCxn id="1004" idx="3"/>
            <a:endCxn id="1005" idx="1"/>
          </p:cNvCxnSpPr>
          <p:nvPr/>
        </p:nvCxnSpPr>
        <p:spPr>
          <a:xfrm>
            <a:off x="2933700" y="3081338"/>
            <a:ext cx="533400" cy="0"/>
          </a:xfrm>
          <a:prstGeom prst="straightConnector1">
            <a:avLst/>
          </a:prstGeom>
          <a:ln w="24765">
            <a:solidFill>
              <a:srgbClr val="7C98B5"/>
            </a:solidFill>
            <a:prstDash val="solid"/>
            <a:tailEnd type="triangle" w="med" len="med"/>
          </a:ln>
        </p:spPr>
      </p:cxnSp>
      <p:cxnSp>
        <p:nvCxnSpPr>
          <p:cNvPr id="1022" name="Gerade Verbindung mit Pfeil 1021"/>
          <p:cNvCxnSpPr>
            <a:stCxn id="1005" idx="3"/>
            <a:endCxn id="1006" idx="1"/>
          </p:cNvCxnSpPr>
          <p:nvPr/>
        </p:nvCxnSpPr>
        <p:spPr>
          <a:xfrm>
            <a:off x="5829300" y="3081338"/>
            <a:ext cx="533400" cy="0"/>
          </a:xfrm>
          <a:prstGeom prst="straightConnector1">
            <a:avLst/>
          </a:prstGeom>
          <a:ln w="24765">
            <a:solidFill>
              <a:srgbClr val="7C98B5"/>
            </a:solidFill>
            <a:prstDash val="solid"/>
            <a:tailEnd type="triangle" w="med" len="med"/>
          </a:ln>
        </p:spPr>
      </p:cxnSp>
      <p:cxnSp>
        <p:nvCxnSpPr>
          <p:cNvPr id="1023" name="Gerade Verbindung mit Pfeil 1022"/>
          <p:cNvCxnSpPr>
            <a:stCxn id="1006" idx="3"/>
            <a:endCxn id="1007" idx="1"/>
          </p:cNvCxnSpPr>
          <p:nvPr/>
        </p:nvCxnSpPr>
        <p:spPr>
          <a:xfrm>
            <a:off x="8724900" y="3081338"/>
            <a:ext cx="533400" cy="0"/>
          </a:xfrm>
          <a:prstGeom prst="straightConnector1">
            <a:avLst/>
          </a:prstGeom>
          <a:ln w="24765">
            <a:solidFill>
              <a:srgbClr val="7C98B5"/>
            </a:solidFill>
            <a:prstDash val="solid"/>
            <a:tailEnd type="triangle" w="med" len="med"/>
          </a:ln>
        </p:spPr>
      </p:cxnSp>
      <p:sp>
        <p:nvSpPr>
          <p:cNvPr id="1011" name="Fiktiver Antwortauszug">
            <a:extLst>
              <a:ext uri="{FF2B5EF4-FFF2-40B4-BE49-F238E27FC236}">
                <a16:creationId xmlns:a16="http://schemas.microsoft.com/office/drawing/2014/main" id="{6310D01F-3FCA-4DAB-BCD3-713E582E05DD}"/>
              </a:ext>
            </a:extLst>
          </p:cNvPr>
          <p:cNvSpPr>
            <a:spLocks noGrp="1"/>
          </p:cNvSpPr>
          <p:nvPr/>
        </p:nvSpPr>
        <p:spPr>
          <a:xfrm>
            <a:off x="571500" y="4267200"/>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Fiktiver Antwortauszug</a:t>
            </a:r>
          </a:p>
        </p:txBody>
      </p:sp>
      <p:sp>
        <p:nvSpPr>
          <p:cNvPr id="1012" name="Technologie A passt, weil Bericht B1 die Zusammenführung mehrerer Sensordaten be">
            <a:extLst>
              <a:ext uri="{FF2B5EF4-FFF2-40B4-BE49-F238E27FC236}">
                <a16:creationId xmlns:a16="http://schemas.microsoft.com/office/drawing/2014/main" id="{A02ADE69-7ED2-4ADE-A113-8A1959904FEF}"/>
              </a:ext>
            </a:extLst>
          </p:cNvPr>
          <p:cNvSpPr>
            <a:spLocks noGrp="1"/>
          </p:cNvSpPr>
          <p:nvPr/>
        </p:nvSpPr>
        <p:spPr>
          <a:xfrm>
            <a:off x="571500" y="4791075"/>
            <a:ext cx="11049000" cy="971550"/>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Technologie A passt, weil Bericht B1 die Zusammenführung mehrerer Sensordaten beschreibt. Status: aktiv. TRL: 7. Quelle: B1, Version 3.</a:t>
            </a:r>
          </a:p>
        </p:txBody>
      </p:sp>
      <p:sp>
        <p:nvSpPr>
          <p:cNvPr id="1013" name="Bei fehlenden oder widersprüchlichen Belegen kennzeichnet die Antwort die Lücke.">
            <a:extLst>
              <a:ext uri="{FF2B5EF4-FFF2-40B4-BE49-F238E27FC236}">
                <a16:creationId xmlns:a16="http://schemas.microsoft.com/office/drawing/2014/main" id="{7CE1697E-9FC2-4D45-AB0D-4D57ACC912DA}"/>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Bei fehlenden oder widersprüchlichen Belegen kennzeichnet die Antwort die Lücke.</a:t>
            </a:r>
          </a:p>
        </p:txBody>
      </p:sp>
      <p:sp>
        <p:nvSpPr>
          <p:cNvPr id="1024"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05  Architektur und Nutzen</a:t>
            </a:r>
          </a:p>
        </p:txBody>
      </p:sp>
    </p:spTree>
    <p:extLst>
      <p:ext uri="{BB962C8B-B14F-4D97-AF65-F5344CB8AC3E}">
        <p14:creationId xmlns:p14="http://schemas.microsoft.com/office/powerpoint/2010/main" val="1408768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52</a:t>
            </a:fld>
            <a:endParaRPr lang="en-US"/>
          </a:p>
        </p:txBody>
      </p:sp>
      <p:sp>
        <p:nvSpPr>
          <p:cNvPr id="1005" name="Erwartbarer Nutzen">
            <a:extLst>
              <a:ext uri="{FF2B5EF4-FFF2-40B4-BE49-F238E27FC236}">
                <a16:creationId xmlns:a16="http://schemas.microsoft.com/office/drawing/2014/main" id="{6A788C6C-F9E7-4D82-8D1F-6CDAFAE69867}"/>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Erwartbarer Nutzen</a:t>
            </a:r>
          </a:p>
        </p:txBody>
      </p:sp>
      <p:graphicFrame>
        <p:nvGraphicFramePr>
          <p:cNvPr id="1007" name="Tabelle 1006"/>
          <p:cNvGraphicFramePr/>
          <p:nvPr/>
        </p:nvGraphicFramePr>
        <p:xfrm>
          <a:off x="571500" y="1666875"/>
          <a:ext cx="11049000" cy="3810000"/>
        </p:xfrm>
        <a:graphic>
          <a:graphicData uri="http://schemas.openxmlformats.org/drawingml/2006/table">
            <a:tbl>
              <a:tblPr firstRow="1"/>
              <a:tblGrid>
                <a:gridCol w="3190875">
                  <a:extLst>
                    <a:ext uri="{9D8B030D-6E8A-4147-A177-3AD203B41FA5}">
                      <a16:colId xmlns:a16="http://schemas.microsoft.com/office/drawing/2014/main" val="20000"/>
                    </a:ext>
                  </a:extLst>
                </a:gridCol>
                <a:gridCol w="7858125">
                  <a:extLst>
                    <a:ext uri="{9D8B030D-6E8A-4147-A177-3AD203B41FA5}">
                      <a16:colId xmlns:a16="http://schemas.microsoft.com/office/drawing/2014/main" val="20001"/>
                    </a:ext>
                  </a:extLst>
                </a:gridCol>
              </a:tblGrid>
              <a:tr h="495300">
                <a:tc>
                  <a:txBody>
                    <a:bodyPr/>
                    <a:lstStyle/>
                    <a:p>
                      <a:r>
                        <a:rPr sz="1875" b="1">
                          <a:solidFill>
                            <a:srgbClr val="FFFFFF"/>
                          </a:solidFill>
                          <a:latin typeface="Arial"/>
                          <a:ea typeface="Arial"/>
                          <a:cs typeface="Arial"/>
                        </a:rPr>
                        <a:t>Nutzeraufgabe</a:t>
                      </a:r>
                    </a:p>
                  </a:txBody>
                  <a:tcPr anchor="ctr">
                    <a:solidFill>
                      <a:srgbClr val="6193CD"/>
                    </a:solidFill>
                  </a:tcPr>
                </a:tc>
                <a:tc>
                  <a:txBody>
                    <a:bodyPr/>
                    <a:lstStyle/>
                    <a:p>
                      <a:r>
                        <a:rPr sz="1875" b="1">
                          <a:solidFill>
                            <a:srgbClr val="FFFFFF"/>
                          </a:solidFill>
                          <a:latin typeface="Arial"/>
                          <a:ea typeface="Arial"/>
                          <a:cs typeface="Arial"/>
                        </a:rPr>
                        <a:t>Angestrebtes Ergebnis</a:t>
                      </a:r>
                    </a:p>
                  </a:txBody>
                  <a:tcPr anchor="ctr">
                    <a:solidFill>
                      <a:srgbClr val="6193CD"/>
                    </a:solidFill>
                  </a:tcPr>
                </a:tc>
                <a:extLst>
                  <a:ext uri="{0D108BD9-81ED-4DB2-BD59-A6C34878D82A}">
                    <a16:rowId xmlns:a16="http://schemas.microsoft.com/office/drawing/2014/main" val="10000"/>
                  </a:ext>
                </a:extLst>
              </a:tr>
              <a:tr h="828675">
                <a:tc>
                  <a:txBody>
                    <a:bodyPr/>
                    <a:lstStyle/>
                    <a:p>
                      <a:r>
                        <a:rPr sz="1875" b="0">
                          <a:solidFill>
                            <a:srgbClr val="586165"/>
                          </a:solidFill>
                          <a:latin typeface="Arial"/>
                          <a:ea typeface="Arial"/>
                          <a:cs typeface="Arial"/>
                        </a:rPr>
                        <a:t>Einträge finden</a:t>
                      </a:r>
                    </a:p>
                  </a:txBody>
                  <a:tcPr anchor="ctr">
                    <a:solidFill>
                      <a:srgbClr val="E9EFF7"/>
                    </a:solidFill>
                  </a:tcPr>
                </a:tc>
                <a:tc>
                  <a:txBody>
                    <a:bodyPr/>
                    <a:lstStyle/>
                    <a:p>
                      <a:r>
                        <a:rPr sz="1875" b="0">
                          <a:solidFill>
                            <a:srgbClr val="586165"/>
                          </a:solidFill>
                          <a:latin typeface="Arial"/>
                          <a:ea typeface="Arial"/>
                          <a:cs typeface="Arial"/>
                        </a:rPr>
                        <a:t>Relevante Technologien über Fachbegriffe und freie Sprache erschließen.</a:t>
                      </a:r>
                    </a:p>
                  </a:txBody>
                  <a:tcPr anchor="ctr">
                    <a:solidFill>
                      <a:srgbClr val="E9EFF7"/>
                    </a:solidFill>
                  </a:tcPr>
                </a:tc>
                <a:extLst>
                  <a:ext uri="{0D108BD9-81ED-4DB2-BD59-A6C34878D82A}">
                    <a16:rowId xmlns:a16="http://schemas.microsoft.com/office/drawing/2014/main" val="10001"/>
                  </a:ext>
                </a:extLst>
              </a:tr>
              <a:tr h="828675">
                <a:tc>
                  <a:txBody>
                    <a:bodyPr/>
                    <a:lstStyle/>
                    <a:p>
                      <a:r>
                        <a:rPr sz="1875" b="0">
                          <a:solidFill>
                            <a:srgbClr val="586165"/>
                          </a:solidFill>
                          <a:latin typeface="Arial"/>
                          <a:ea typeface="Arial"/>
                          <a:cs typeface="Arial"/>
                        </a:rPr>
                        <a:t>Treffer vergleichen</a:t>
                      </a:r>
                    </a:p>
                  </a:txBody>
                  <a:tcPr anchor="ctr">
                    <a:solidFill>
                      <a:srgbClr val="F5F7FA"/>
                    </a:solidFill>
                  </a:tcPr>
                </a:tc>
                <a:tc>
                  <a:txBody>
                    <a:bodyPr/>
                    <a:lstStyle/>
                    <a:p>
                      <a:r>
                        <a:rPr sz="1875" b="0">
                          <a:solidFill>
                            <a:srgbClr val="586165"/>
                          </a:solidFill>
                          <a:latin typeface="Arial"/>
                          <a:ea typeface="Arial"/>
                          <a:cs typeface="Arial"/>
                        </a:rPr>
                        <a:t>Gepflegte Attribute und belegte Aussagen übersichtlich gegenüberstellen.</a:t>
                      </a:r>
                    </a:p>
                  </a:txBody>
                  <a:tcPr anchor="ctr">
                    <a:solidFill>
                      <a:srgbClr val="F5F7FA"/>
                    </a:solidFill>
                  </a:tcPr>
                </a:tc>
                <a:extLst>
                  <a:ext uri="{0D108BD9-81ED-4DB2-BD59-A6C34878D82A}">
                    <a16:rowId xmlns:a16="http://schemas.microsoft.com/office/drawing/2014/main" val="10002"/>
                  </a:ext>
                </a:extLst>
              </a:tr>
              <a:tr h="828675">
                <a:tc>
                  <a:txBody>
                    <a:bodyPr/>
                    <a:lstStyle/>
                    <a:p>
                      <a:r>
                        <a:rPr sz="1875" b="0">
                          <a:solidFill>
                            <a:srgbClr val="586165"/>
                          </a:solidFill>
                          <a:latin typeface="Arial"/>
                          <a:ea typeface="Arial"/>
                          <a:cs typeface="Arial"/>
                        </a:rPr>
                        <a:t>Informationen zusammenfassen</a:t>
                      </a:r>
                    </a:p>
                  </a:txBody>
                  <a:tcPr anchor="ctr">
                    <a:solidFill>
                      <a:srgbClr val="E9EFF7"/>
                    </a:solidFill>
                  </a:tcPr>
                </a:tc>
                <a:tc>
                  <a:txBody>
                    <a:bodyPr/>
                    <a:lstStyle/>
                    <a:p>
                      <a:r>
                        <a:rPr sz="1875" b="0">
                          <a:solidFill>
                            <a:srgbClr val="586165"/>
                          </a:solidFill>
                          <a:latin typeface="Arial"/>
                          <a:ea typeface="Arial"/>
                          <a:cs typeface="Arial"/>
                        </a:rPr>
                        <a:t>Wesentliche Inhalte aus freigegebenen Quellen verständlich darstellen.</a:t>
                      </a:r>
                    </a:p>
                  </a:txBody>
                  <a:tcPr anchor="ctr">
                    <a:solidFill>
                      <a:srgbClr val="E9EFF7"/>
                    </a:solidFill>
                  </a:tcPr>
                </a:tc>
                <a:extLst>
                  <a:ext uri="{0D108BD9-81ED-4DB2-BD59-A6C34878D82A}">
                    <a16:rowId xmlns:a16="http://schemas.microsoft.com/office/drawing/2014/main" val="10003"/>
                  </a:ext>
                </a:extLst>
              </a:tr>
              <a:tr h="828675">
                <a:tc>
                  <a:txBody>
                    <a:bodyPr/>
                    <a:lstStyle/>
                    <a:p>
                      <a:r>
                        <a:rPr sz="1875" b="0">
                          <a:solidFill>
                            <a:srgbClr val="586165"/>
                          </a:solidFill>
                          <a:latin typeface="Arial"/>
                          <a:ea typeface="Arial"/>
                          <a:cs typeface="Arial"/>
                        </a:rPr>
                        <a:t>Ergebnisse nachvollziehen</a:t>
                      </a:r>
                    </a:p>
                  </a:txBody>
                  <a:tcPr anchor="ctr">
                    <a:solidFill>
                      <a:srgbClr val="F5F7FA"/>
                    </a:solidFill>
                  </a:tcPr>
                </a:tc>
                <a:tc>
                  <a:txBody>
                    <a:bodyPr/>
                    <a:lstStyle/>
                    <a:p>
                      <a:r>
                        <a:rPr sz="1875" b="0">
                          <a:solidFill>
                            <a:srgbClr val="586165"/>
                          </a:solidFill>
                          <a:latin typeface="Arial"/>
                          <a:ea typeface="Arial"/>
                          <a:cs typeface="Arial"/>
                        </a:rPr>
                        <a:t>Quellen, Objekt-IDs und Datenstand für die weitere Prüfung nennen.</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04" name="Zeitersparnis und Antwortqualität sind Messgrößen des Piloten. Belastbare Werte ">
            <a:extLst>
              <a:ext uri="{FF2B5EF4-FFF2-40B4-BE49-F238E27FC236}">
                <a16:creationId xmlns:a16="http://schemas.microsoft.com/office/drawing/2014/main" id="{CC8E53F5-1B3B-4BD2-9D92-67BD84AB78AF}"/>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Zeitersparnis und Antwortqualität sind Messgrößen des Piloten. Belastbare Werte entstehen im Test.</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05  Architektur und Nutzen</a:t>
            </a:r>
          </a:p>
        </p:txBody>
      </p:sp>
    </p:spTree>
    <p:extLst>
      <p:ext uri="{BB962C8B-B14F-4D97-AF65-F5344CB8AC3E}">
        <p14:creationId xmlns:p14="http://schemas.microsoft.com/office/powerpoint/2010/main" val="1408768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53</a:t>
            </a:fld>
            <a:endParaRPr lang="en-US"/>
          </a:p>
        </p:txBody>
      </p:sp>
      <p:sp>
        <p:nvSpPr>
          <p:cNvPr id="1005" name="Grenzen des Piloten">
            <a:extLst>
              <a:ext uri="{FF2B5EF4-FFF2-40B4-BE49-F238E27FC236}">
                <a16:creationId xmlns:a16="http://schemas.microsoft.com/office/drawing/2014/main" id="{5826AE3E-02E0-483D-9159-669A47DBD6ED}"/>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Grenzen des Piloten</a:t>
            </a:r>
          </a:p>
        </p:txBody>
      </p:sp>
      <p:graphicFrame>
        <p:nvGraphicFramePr>
          <p:cNvPr id="1007" name="Tabelle 1006"/>
          <p:cNvGraphicFramePr/>
          <p:nvPr/>
        </p:nvGraphicFramePr>
        <p:xfrm>
          <a:off x="571500" y="1504950"/>
          <a:ext cx="11049000" cy="4048125"/>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8382000">
                  <a:extLst>
                    <a:ext uri="{9D8B030D-6E8A-4147-A177-3AD203B41FA5}">
                      <a16:colId xmlns:a16="http://schemas.microsoft.com/office/drawing/2014/main" val="20001"/>
                    </a:ext>
                  </a:extLst>
                </a:gridCol>
              </a:tblGrid>
              <a:tr h="495300">
                <a:tc>
                  <a:txBody>
                    <a:bodyPr/>
                    <a:lstStyle/>
                    <a:p>
                      <a:r>
                        <a:rPr sz="1800" b="1">
                          <a:solidFill>
                            <a:srgbClr val="FFFFFF"/>
                          </a:solidFill>
                          <a:latin typeface="Arial"/>
                          <a:ea typeface="Arial"/>
                          <a:cs typeface="Arial"/>
                        </a:rPr>
                        <a:t>Einfluss</a:t>
                      </a:r>
                    </a:p>
                  </a:txBody>
                  <a:tcPr anchor="ctr">
                    <a:solidFill>
                      <a:srgbClr val="6193CD"/>
                    </a:solidFill>
                  </a:tcPr>
                </a:tc>
                <a:tc>
                  <a:txBody>
                    <a:bodyPr/>
                    <a:lstStyle/>
                    <a:p>
                      <a:r>
                        <a:rPr sz="1800" b="1">
                          <a:solidFill>
                            <a:srgbClr val="FFFFFF"/>
                          </a:solidFill>
                          <a:latin typeface="Arial"/>
                          <a:ea typeface="Arial"/>
                          <a:cs typeface="Arial"/>
                        </a:rPr>
                        <a:t>Bedeutung für die Nutzung</a:t>
                      </a:r>
                    </a:p>
                  </a:txBody>
                  <a:tcPr anchor="ctr">
                    <a:solidFill>
                      <a:srgbClr val="6193CD"/>
                    </a:solidFill>
                  </a:tcPr>
                </a:tc>
                <a:extLst>
                  <a:ext uri="{0D108BD9-81ED-4DB2-BD59-A6C34878D82A}">
                    <a16:rowId xmlns:a16="http://schemas.microsoft.com/office/drawing/2014/main" val="10000"/>
                  </a:ext>
                </a:extLst>
              </a:tr>
              <a:tr h="710565">
                <a:tc>
                  <a:txBody>
                    <a:bodyPr/>
                    <a:lstStyle/>
                    <a:p>
                      <a:r>
                        <a:rPr sz="1800" b="0">
                          <a:solidFill>
                            <a:srgbClr val="586165"/>
                          </a:solidFill>
                          <a:latin typeface="Arial"/>
                          <a:ea typeface="Arial"/>
                          <a:cs typeface="Arial"/>
                        </a:rPr>
                        <a:t>Datenqualität</a:t>
                      </a:r>
                    </a:p>
                  </a:txBody>
                  <a:tcPr anchor="ctr">
                    <a:solidFill>
                      <a:srgbClr val="E9EFF7"/>
                    </a:solidFill>
                  </a:tcPr>
                </a:tc>
                <a:tc>
                  <a:txBody>
                    <a:bodyPr/>
                    <a:lstStyle/>
                    <a:p>
                      <a:r>
                        <a:rPr sz="1800" b="0">
                          <a:solidFill>
                            <a:srgbClr val="586165"/>
                          </a:solidFill>
                          <a:latin typeface="Arial"/>
                          <a:ea typeface="Arial"/>
                          <a:cs typeface="Arial"/>
                        </a:rPr>
                        <a:t>Fehlende Attribute und Beziehungen begrenzen die Antwort.</a:t>
                      </a:r>
                    </a:p>
                  </a:txBody>
                  <a:tcPr anchor="ctr">
                    <a:solidFill>
                      <a:srgbClr val="E9EFF7"/>
                    </a:solidFill>
                  </a:tcPr>
                </a:tc>
                <a:extLst>
                  <a:ext uri="{0D108BD9-81ED-4DB2-BD59-A6C34878D82A}">
                    <a16:rowId xmlns:a16="http://schemas.microsoft.com/office/drawing/2014/main" val="10001"/>
                  </a:ext>
                </a:extLst>
              </a:tr>
              <a:tr h="710565">
                <a:tc>
                  <a:txBody>
                    <a:bodyPr/>
                    <a:lstStyle/>
                    <a:p>
                      <a:r>
                        <a:rPr sz="1800" b="0">
                          <a:solidFill>
                            <a:srgbClr val="586165"/>
                          </a:solidFill>
                          <a:latin typeface="Arial"/>
                          <a:ea typeface="Arial"/>
                          <a:cs typeface="Arial"/>
                        </a:rPr>
                        <a:t>Aktualität</a:t>
                      </a:r>
                    </a:p>
                  </a:txBody>
                  <a:tcPr anchor="ctr">
                    <a:solidFill>
                      <a:srgbClr val="F5F7FA"/>
                    </a:solidFill>
                  </a:tcPr>
                </a:tc>
                <a:tc>
                  <a:txBody>
                    <a:bodyPr/>
                    <a:lstStyle/>
                    <a:p>
                      <a:r>
                        <a:rPr sz="1800" b="0">
                          <a:solidFill>
                            <a:srgbClr val="586165"/>
                          </a:solidFill>
                          <a:latin typeface="Arial"/>
                          <a:ea typeface="Arial"/>
                          <a:cs typeface="Arial"/>
                        </a:rPr>
                        <a:t>Ein Suchindex bildet den Stand seiner letzten erfolgreichen Aktualisierung ab.</a:t>
                      </a:r>
                    </a:p>
                  </a:txBody>
                  <a:tcPr anchor="ctr">
                    <a:solidFill>
                      <a:srgbClr val="F5F7FA"/>
                    </a:solidFill>
                  </a:tcPr>
                </a:tc>
                <a:extLst>
                  <a:ext uri="{0D108BD9-81ED-4DB2-BD59-A6C34878D82A}">
                    <a16:rowId xmlns:a16="http://schemas.microsoft.com/office/drawing/2014/main" val="10002"/>
                  </a:ext>
                </a:extLst>
              </a:tr>
              <a:tr h="710565">
                <a:tc>
                  <a:txBody>
                    <a:bodyPr/>
                    <a:lstStyle/>
                    <a:p>
                      <a:r>
                        <a:rPr sz="1800" b="0">
                          <a:solidFill>
                            <a:srgbClr val="586165"/>
                          </a:solidFill>
                          <a:latin typeface="Arial"/>
                          <a:ea typeface="Arial"/>
                          <a:cs typeface="Arial"/>
                        </a:rPr>
                        <a:t>Beleglage</a:t>
                      </a:r>
                    </a:p>
                  </a:txBody>
                  <a:tcPr anchor="ctr">
                    <a:solidFill>
                      <a:srgbClr val="E9EFF7"/>
                    </a:solidFill>
                  </a:tcPr>
                </a:tc>
                <a:tc>
                  <a:txBody>
                    <a:bodyPr/>
                    <a:lstStyle/>
                    <a:p>
                      <a:r>
                        <a:rPr sz="1800" b="0">
                          <a:solidFill>
                            <a:srgbClr val="586165"/>
                          </a:solidFill>
                          <a:latin typeface="Arial"/>
                          <a:ea typeface="Arial"/>
                          <a:cs typeface="Arial"/>
                        </a:rPr>
                        <a:t>Lücken und Widersprüche verlangen Rückfragen oder gekennzeichnete Unsicherheit.</a:t>
                      </a:r>
                    </a:p>
                  </a:txBody>
                  <a:tcPr anchor="ctr">
                    <a:solidFill>
                      <a:srgbClr val="E9EFF7"/>
                    </a:solidFill>
                  </a:tcPr>
                </a:tc>
                <a:extLst>
                  <a:ext uri="{0D108BD9-81ED-4DB2-BD59-A6C34878D82A}">
                    <a16:rowId xmlns:a16="http://schemas.microsoft.com/office/drawing/2014/main" val="10003"/>
                  </a:ext>
                </a:extLst>
              </a:tr>
              <a:tr h="710565">
                <a:tc>
                  <a:txBody>
                    <a:bodyPr/>
                    <a:lstStyle/>
                    <a:p>
                      <a:r>
                        <a:rPr sz="1800" b="0">
                          <a:solidFill>
                            <a:srgbClr val="586165"/>
                          </a:solidFill>
                          <a:latin typeface="Arial"/>
                          <a:ea typeface="Arial"/>
                          <a:cs typeface="Arial"/>
                        </a:rPr>
                        <a:t>Abdeckung</a:t>
                      </a:r>
                    </a:p>
                  </a:txBody>
                  <a:tcPr anchor="ctr">
                    <a:solidFill>
                      <a:srgbClr val="F5F7FA"/>
                    </a:solidFill>
                  </a:tcPr>
                </a:tc>
                <a:tc>
                  <a:txBody>
                    <a:bodyPr/>
                    <a:lstStyle/>
                    <a:p>
                      <a:r>
                        <a:rPr sz="1800" b="0">
                          <a:solidFill>
                            <a:srgbClr val="586165"/>
                          </a:solidFill>
                          <a:latin typeface="Arial"/>
                          <a:ea typeface="Arial"/>
                          <a:cs typeface="Arial"/>
                        </a:rPr>
                        <a:t>Eine relevante Trefferliste muss nicht alle passenden Objekte enthalten.</a:t>
                      </a:r>
                    </a:p>
                  </a:txBody>
                  <a:tcPr anchor="ctr">
                    <a:solidFill>
                      <a:srgbClr val="F5F7FA"/>
                    </a:solidFill>
                  </a:tcPr>
                </a:tc>
                <a:extLst>
                  <a:ext uri="{0D108BD9-81ED-4DB2-BD59-A6C34878D82A}">
                    <a16:rowId xmlns:a16="http://schemas.microsoft.com/office/drawing/2014/main" val="10004"/>
                  </a:ext>
                </a:extLst>
              </a:tr>
              <a:tr h="710565">
                <a:tc>
                  <a:txBody>
                    <a:bodyPr/>
                    <a:lstStyle/>
                    <a:p>
                      <a:r>
                        <a:rPr sz="1800" b="0">
                          <a:solidFill>
                            <a:srgbClr val="586165"/>
                          </a:solidFill>
                          <a:latin typeface="Arial"/>
                          <a:ea typeface="Arial"/>
                          <a:cs typeface="Arial"/>
                        </a:rPr>
                        <a:t>Pilotumfang</a:t>
                      </a:r>
                    </a:p>
                  </a:txBody>
                  <a:tcPr anchor="ctr">
                    <a:solidFill>
                      <a:srgbClr val="E9EFF7"/>
                    </a:solidFill>
                  </a:tcPr>
                </a:tc>
                <a:tc>
                  <a:txBody>
                    <a:bodyPr/>
                    <a:lstStyle/>
                    <a:p>
                      <a:r>
                        <a:rPr sz="1800" b="0">
                          <a:solidFill>
                            <a:srgbClr val="586165"/>
                          </a:solidFill>
                          <a:latin typeface="Arial"/>
                          <a:ea typeface="Arial"/>
                          <a:cs typeface="Arial"/>
                        </a:rPr>
                        <a:t>Lesender Zugriff auf freigegebene Daten. Weitergehende Aktionen sind eine spätere Option.</a:t>
                      </a:r>
                    </a:p>
                  </a:txBody>
                  <a:tcPr anchor="ctr">
                    <a:solidFill>
                      <a:srgbClr val="E9EFF7"/>
                    </a:solidFill>
                  </a:tcPr>
                </a:tc>
                <a:extLst>
                  <a:ext uri="{0D108BD9-81ED-4DB2-BD59-A6C34878D82A}">
                    <a16:rowId xmlns:a16="http://schemas.microsoft.com/office/drawing/2014/main" val="10005"/>
                  </a:ext>
                </a:extLst>
              </a:tr>
            </a:tbl>
          </a:graphicData>
        </a:graphic>
      </p:graphicFrame>
      <p:sp>
        <p:nvSpPr>
          <p:cNvPr id="1004" name="Quellenbezug, Vollständigkeit und Nutzerrechte werden getrennt bewertet.">
            <a:extLst>
              <a:ext uri="{FF2B5EF4-FFF2-40B4-BE49-F238E27FC236}">
                <a16:creationId xmlns:a16="http://schemas.microsoft.com/office/drawing/2014/main" id="{C35F2C4D-6A0B-470E-A389-14C099CEC2D4}"/>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Quellenbezug, Vollständigkeit und Nutzerrechte werden getrennt bewertet.</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05  Architektur und Nutzen</a:t>
            </a:r>
          </a:p>
        </p:txBody>
      </p:sp>
    </p:spTree>
    <p:extLst>
      <p:ext uri="{BB962C8B-B14F-4D97-AF65-F5344CB8AC3E}">
        <p14:creationId xmlns:p14="http://schemas.microsoft.com/office/powerpoint/2010/main" val="1408768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54</a:t>
            </a:fld>
            <a:endParaRPr lang="en-US"/>
          </a:p>
        </p:txBody>
      </p:sp>
      <p:sp>
        <p:nvSpPr>
          <p:cNvPr id="1005" name="Optionale Erweiterungen">
            <a:extLst>
              <a:ext uri="{FF2B5EF4-FFF2-40B4-BE49-F238E27FC236}">
                <a16:creationId xmlns:a16="http://schemas.microsoft.com/office/drawing/2014/main" id="{0B2EB895-E805-4758-830D-5C100AAF1B4D}"/>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Optionale Erweiterungen</a:t>
            </a:r>
          </a:p>
        </p:txBody>
      </p:sp>
      <p:graphicFrame>
        <p:nvGraphicFramePr>
          <p:cNvPr id="1007" name="Tabelle 1006"/>
          <p:cNvGraphicFramePr/>
          <p:nvPr/>
        </p:nvGraphicFramePr>
        <p:xfrm>
          <a:off x="571500" y="1676400"/>
          <a:ext cx="11049000" cy="3810000"/>
        </p:xfrm>
        <a:graphic>
          <a:graphicData uri="http://schemas.openxmlformats.org/drawingml/2006/table">
            <a:tbl>
              <a:tblPr firstRow="1"/>
              <a:tblGrid>
                <a:gridCol w="4000500">
                  <a:extLst>
                    <a:ext uri="{9D8B030D-6E8A-4147-A177-3AD203B41FA5}">
                      <a16:colId xmlns:a16="http://schemas.microsoft.com/office/drawing/2014/main" val="20000"/>
                    </a:ext>
                  </a:extLst>
                </a:gridCol>
                <a:gridCol w="3571875">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495300">
                <a:tc>
                  <a:txBody>
                    <a:bodyPr/>
                    <a:lstStyle/>
                    <a:p>
                      <a:r>
                        <a:rPr sz="1725" b="1">
                          <a:solidFill>
                            <a:srgbClr val="FFFFFF"/>
                          </a:solidFill>
                          <a:latin typeface="Arial"/>
                          <a:ea typeface="Arial"/>
                          <a:cs typeface="Arial"/>
                        </a:rPr>
                        <a:t>Beobachteter Bedarf</a:t>
                      </a:r>
                    </a:p>
                  </a:txBody>
                  <a:tcPr anchor="ctr">
                    <a:solidFill>
                      <a:srgbClr val="6193CD"/>
                    </a:solidFill>
                  </a:tcPr>
                </a:tc>
                <a:tc>
                  <a:txBody>
                    <a:bodyPr/>
                    <a:lstStyle/>
                    <a:p>
                      <a:r>
                        <a:rPr sz="1725" b="1">
                          <a:solidFill>
                            <a:srgbClr val="FFFFFF"/>
                          </a:solidFill>
                          <a:latin typeface="Arial"/>
                          <a:ea typeface="Arial"/>
                          <a:cs typeface="Arial"/>
                        </a:rPr>
                        <a:t>Mögliche Erweiterung</a:t>
                      </a:r>
                    </a:p>
                  </a:txBody>
                  <a:tcPr anchor="ctr">
                    <a:solidFill>
                      <a:srgbClr val="6193CD"/>
                    </a:solidFill>
                  </a:tcPr>
                </a:tc>
                <a:tc>
                  <a:txBody>
                    <a:bodyPr/>
                    <a:lstStyle/>
                    <a:p>
                      <a:r>
                        <a:rPr sz="1725" b="1">
                          <a:solidFill>
                            <a:srgbClr val="FFFFFF"/>
                          </a:solidFill>
                          <a:latin typeface="Arial"/>
                          <a:ea typeface="Arial"/>
                          <a:cs typeface="Arial"/>
                        </a:rPr>
                        <a:t>Zusätzlicher Aufwand</a:t>
                      </a:r>
                    </a:p>
                  </a:txBody>
                  <a:tcPr anchor="ctr">
                    <a:solidFill>
                      <a:srgbClr val="6193CD"/>
                    </a:solidFill>
                  </a:tcPr>
                </a:tc>
                <a:extLst>
                  <a:ext uri="{0D108BD9-81ED-4DB2-BD59-A6C34878D82A}">
                    <a16:rowId xmlns:a16="http://schemas.microsoft.com/office/drawing/2014/main" val="10000"/>
                  </a:ext>
                </a:extLst>
              </a:tr>
              <a:tr h="828675">
                <a:tc>
                  <a:txBody>
                    <a:bodyPr/>
                    <a:lstStyle/>
                    <a:p>
                      <a:r>
                        <a:rPr sz="1725" b="0">
                          <a:solidFill>
                            <a:srgbClr val="586165"/>
                          </a:solidFill>
                          <a:latin typeface="Arial"/>
                          <a:ea typeface="Arial"/>
                          <a:cs typeface="Arial"/>
                        </a:rPr>
                        <a:t>Erste Suche liefert zu wenig Belege</a:t>
                      </a:r>
                    </a:p>
                  </a:txBody>
                  <a:tcPr anchor="ctr">
                    <a:solidFill>
                      <a:srgbClr val="E9EFF7"/>
                    </a:solidFill>
                  </a:tcPr>
                </a:tc>
                <a:tc>
                  <a:txBody>
                    <a:bodyPr/>
                    <a:lstStyle/>
                    <a:p>
                      <a:r>
                        <a:rPr sz="1725" b="0">
                          <a:solidFill>
                            <a:srgbClr val="586165"/>
                          </a:solidFill>
                          <a:latin typeface="Arial"/>
                          <a:ea typeface="Arial"/>
                          <a:cs typeface="Arial"/>
                        </a:rPr>
                        <a:t>Gezielte Rückfrage oder weitere Suche</a:t>
                      </a:r>
                    </a:p>
                  </a:txBody>
                  <a:tcPr anchor="ctr">
                    <a:solidFill>
                      <a:srgbClr val="E9EFF7"/>
                    </a:solidFill>
                  </a:tcPr>
                </a:tc>
                <a:tc>
                  <a:txBody>
                    <a:bodyPr/>
                    <a:lstStyle/>
                    <a:p>
                      <a:r>
                        <a:rPr sz="1725" b="0">
                          <a:solidFill>
                            <a:srgbClr val="586165"/>
                          </a:solidFill>
                          <a:latin typeface="Arial"/>
                          <a:ea typeface="Arial"/>
                          <a:cs typeface="Arial"/>
                        </a:rPr>
                        <a:t>Abbruchregeln und mehr Laufzeit</a:t>
                      </a:r>
                    </a:p>
                  </a:txBody>
                  <a:tcPr anchor="ctr">
                    <a:solidFill>
                      <a:srgbClr val="E9EFF7"/>
                    </a:solidFill>
                  </a:tcPr>
                </a:tc>
                <a:extLst>
                  <a:ext uri="{0D108BD9-81ED-4DB2-BD59-A6C34878D82A}">
                    <a16:rowId xmlns:a16="http://schemas.microsoft.com/office/drawing/2014/main" val="10001"/>
                  </a:ext>
                </a:extLst>
              </a:tr>
              <a:tr h="828675">
                <a:tc>
                  <a:txBody>
                    <a:bodyPr/>
                    <a:lstStyle/>
                    <a:p>
                      <a:r>
                        <a:rPr sz="1725" b="0">
                          <a:solidFill>
                            <a:srgbClr val="586165"/>
                          </a:solidFill>
                          <a:latin typeface="Arial"/>
                          <a:ea typeface="Arial"/>
                          <a:cs typeface="Arial"/>
                        </a:rPr>
                        <a:t>Fragen verlangen Beziehungspfade</a:t>
                      </a:r>
                    </a:p>
                  </a:txBody>
                  <a:tcPr anchor="ctr">
                    <a:solidFill>
                      <a:srgbClr val="F5F7FA"/>
                    </a:solidFill>
                  </a:tcPr>
                </a:tc>
                <a:tc>
                  <a:txBody>
                    <a:bodyPr/>
                    <a:lstStyle/>
                    <a:p>
                      <a:r>
                        <a:rPr sz="1725" b="0">
                          <a:solidFill>
                            <a:srgbClr val="586165"/>
                          </a:solidFill>
                          <a:latin typeface="Arial"/>
                          <a:ea typeface="Arial"/>
                          <a:cs typeface="Arial"/>
                        </a:rPr>
                        <a:t>Beziehungsabfrage ergänzen</a:t>
                      </a:r>
                    </a:p>
                  </a:txBody>
                  <a:tcPr anchor="ctr">
                    <a:solidFill>
                      <a:srgbClr val="F5F7FA"/>
                    </a:solidFill>
                  </a:tcPr>
                </a:tc>
                <a:tc>
                  <a:txBody>
                    <a:bodyPr/>
                    <a:lstStyle/>
                    <a:p>
                      <a:r>
                        <a:rPr sz="1725" b="0">
                          <a:solidFill>
                            <a:srgbClr val="586165"/>
                          </a:solidFill>
                          <a:latin typeface="Arial"/>
                          <a:ea typeface="Arial"/>
                          <a:cs typeface="Arial"/>
                        </a:rPr>
                        <a:t>Pflege und Prüfung der Verknüpfungen</a:t>
                      </a:r>
                    </a:p>
                  </a:txBody>
                  <a:tcPr anchor="ctr">
                    <a:solidFill>
                      <a:srgbClr val="F5F7FA"/>
                    </a:solidFill>
                  </a:tcPr>
                </a:tc>
                <a:extLst>
                  <a:ext uri="{0D108BD9-81ED-4DB2-BD59-A6C34878D82A}">
                    <a16:rowId xmlns:a16="http://schemas.microsoft.com/office/drawing/2014/main" val="10002"/>
                  </a:ext>
                </a:extLst>
              </a:tr>
              <a:tr h="828675">
                <a:tc>
                  <a:txBody>
                    <a:bodyPr/>
                    <a:lstStyle/>
                    <a:p>
                      <a:r>
                        <a:rPr sz="1725" b="0">
                          <a:solidFill>
                            <a:srgbClr val="586165"/>
                          </a:solidFill>
                          <a:latin typeface="Arial"/>
                          <a:ea typeface="Arial"/>
                          <a:cs typeface="Arial"/>
                        </a:rPr>
                        <a:t>Schritte hängen vom Zwischenergebnis ab</a:t>
                      </a:r>
                    </a:p>
                  </a:txBody>
                  <a:tcPr anchor="ctr">
                    <a:solidFill>
                      <a:srgbClr val="E9EFF7"/>
                    </a:solidFill>
                  </a:tcPr>
                </a:tc>
                <a:tc>
                  <a:txBody>
                    <a:bodyPr/>
                    <a:lstStyle/>
                    <a:p>
                      <a:r>
                        <a:rPr sz="1725" b="0">
                          <a:solidFill>
                            <a:srgbClr val="586165"/>
                          </a:solidFill>
                          <a:latin typeface="Arial"/>
                          <a:ea typeface="Arial"/>
                          <a:cs typeface="Arial"/>
                        </a:rPr>
                        <a:t>Begrenzter agentischer Ablauf</a:t>
                      </a:r>
                    </a:p>
                  </a:txBody>
                  <a:tcPr anchor="ctr">
                    <a:solidFill>
                      <a:srgbClr val="E9EFF7"/>
                    </a:solidFill>
                  </a:tcPr>
                </a:tc>
                <a:tc>
                  <a:txBody>
                    <a:bodyPr/>
                    <a:lstStyle/>
                    <a:p>
                      <a:r>
                        <a:rPr sz="1725" b="0">
                          <a:solidFill>
                            <a:srgbClr val="586165"/>
                          </a:solidFill>
                          <a:latin typeface="Arial"/>
                          <a:ea typeface="Arial"/>
                          <a:cs typeface="Arial"/>
                        </a:rPr>
                        <a:t>Steuerung, Kosten und Fehleranalyse</a:t>
                      </a:r>
                    </a:p>
                  </a:txBody>
                  <a:tcPr anchor="ctr">
                    <a:solidFill>
                      <a:srgbClr val="E9EFF7"/>
                    </a:solidFill>
                  </a:tcPr>
                </a:tc>
                <a:extLst>
                  <a:ext uri="{0D108BD9-81ED-4DB2-BD59-A6C34878D82A}">
                    <a16:rowId xmlns:a16="http://schemas.microsoft.com/office/drawing/2014/main" val="10003"/>
                  </a:ext>
                </a:extLst>
              </a:tr>
              <a:tr h="828675">
                <a:tc>
                  <a:txBody>
                    <a:bodyPr/>
                    <a:lstStyle/>
                    <a:p>
                      <a:r>
                        <a:rPr sz="1725" b="0">
                          <a:solidFill>
                            <a:srgbClr val="586165"/>
                          </a:solidFill>
                          <a:latin typeface="Arial"/>
                          <a:ea typeface="Arial"/>
                          <a:cs typeface="Arial"/>
                        </a:rPr>
                        <a:t>Getrennte Fachaufgaben profitieren von Rollen</a:t>
                      </a:r>
                    </a:p>
                  </a:txBody>
                  <a:tcPr anchor="ctr">
                    <a:solidFill>
                      <a:srgbClr val="F5F7FA"/>
                    </a:solidFill>
                  </a:tcPr>
                </a:tc>
                <a:tc>
                  <a:txBody>
                    <a:bodyPr/>
                    <a:lstStyle/>
                    <a:p>
                      <a:r>
                        <a:rPr sz="1725" b="0">
                          <a:solidFill>
                            <a:srgbClr val="586165"/>
                          </a:solidFill>
                          <a:latin typeface="Arial"/>
                          <a:ea typeface="Arial"/>
                          <a:cs typeface="Arial"/>
                        </a:rPr>
                        <a:t>Mehrere spezialisierte Agenten</a:t>
                      </a:r>
                    </a:p>
                  </a:txBody>
                  <a:tcPr anchor="ctr">
                    <a:solidFill>
                      <a:srgbClr val="F5F7FA"/>
                    </a:solidFill>
                  </a:tcPr>
                </a:tc>
                <a:tc>
                  <a:txBody>
                    <a:bodyPr/>
                    <a:lstStyle/>
                    <a:p>
                      <a:r>
                        <a:rPr sz="1725" b="0">
                          <a:solidFill>
                            <a:srgbClr val="586165"/>
                          </a:solidFill>
                          <a:latin typeface="Arial"/>
                          <a:ea typeface="Arial"/>
                          <a:cs typeface="Arial"/>
                        </a:rPr>
                        <a:t>Koordination und gemeinsame Evaluation</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04" name="Erweiterungen folgen nachgewiesenen Lücken im Pilot. Jede zusätzliche Komponente">
            <a:extLst>
              <a:ext uri="{FF2B5EF4-FFF2-40B4-BE49-F238E27FC236}">
                <a16:creationId xmlns:a16="http://schemas.microsoft.com/office/drawing/2014/main" id="{0E9FB2DB-ECB2-469F-A917-BE81645327D6}"/>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Erweiterungen folgen nachgewiesenen Lücken im Pilot. Jede zusätzliche Komponente braucht einen Nutzen.</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05  Architektur und Nutzen</a:t>
            </a:r>
          </a:p>
        </p:txBody>
      </p:sp>
    </p:spTree>
    <p:extLst>
      <p:ext uri="{BB962C8B-B14F-4D97-AF65-F5344CB8AC3E}">
        <p14:creationId xmlns:p14="http://schemas.microsoft.com/office/powerpoint/2010/main" val="14087689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7988B45A-7A04-ED63-A11C-4C2EE575B301}"/>
              </a:ext>
            </a:extLst>
          </p:cNvPr>
          <p:cNvSpPr>
            <a:spLocks noGrp="1"/>
          </p:cNvSpPr>
          <p:nvPr>
            <p:ph type="body" sz="quarter" idx="10"/>
          </p:nvPr>
        </p:nvSpPr>
        <p:spPr/>
        <p:txBody>
          <a:bodyPr/>
          <a:lstStyle/>
          <a:p>
            <a:r>
              <a:rPr lang="de-DE"/>
              <a:t>06</a:t>
            </a:r>
          </a:p>
        </p:txBody>
      </p:sp>
      <p:sp>
        <p:nvSpPr>
          <p:cNvPr id="7" name="Textplatzhalter 6">
            <a:extLst>
              <a:ext uri="{FF2B5EF4-FFF2-40B4-BE49-F238E27FC236}">
                <a16:creationId xmlns:a16="http://schemas.microsoft.com/office/drawing/2014/main" id="{910F95FB-4694-25CC-457D-63DB55DB4DA3}"/>
              </a:ext>
            </a:extLst>
          </p:cNvPr>
          <p:cNvSpPr>
            <a:spLocks noGrp="1"/>
          </p:cNvSpPr>
          <p:nvPr>
            <p:ph type="body" sz="quarter" idx="11"/>
          </p:nvPr>
        </p:nvSpPr>
        <p:spPr/>
        <p:txBody>
          <a:bodyPr/>
          <a:lstStyle/>
          <a:p>
            <a:r>
              <a:rPr lang="de-DE"/>
              <a:t>Evaluation und Umsetzung</a:t>
            </a:r>
          </a:p>
        </p:txBody>
      </p:sp>
      <p:sp>
        <p:nvSpPr>
          <p:cNvPr id="2" name="Foliennummernplatzhalter 1">
            <a:extLst>
              <a:ext uri="{FF2B5EF4-FFF2-40B4-BE49-F238E27FC236}">
                <a16:creationId xmlns:a16="http://schemas.microsoft.com/office/drawing/2014/main" id="{3FD05950-0032-4DD9-1E9B-F0EFC11C5F3A}"/>
              </a:ext>
            </a:extLst>
          </p:cNvPr>
          <p:cNvSpPr>
            <a:spLocks noGrp="1"/>
          </p:cNvSpPr>
          <p:nvPr>
            <p:ph type="sldNum" sz="quarter" idx="4294967295"/>
          </p:nvPr>
        </p:nvSpPr>
        <p:spPr>
          <a:xfrm>
            <a:off x="0" y="6457950"/>
            <a:ext cx="230188" cy="138113"/>
          </a:xfrm>
        </p:spPr>
        <p:txBody>
          <a:bodyPr/>
          <a:lstStyle/>
          <a:p>
            <a:fld id="{BA161025-98FF-4C1D-96AB-5CF6019945BE}" type="slidenum">
              <a:rPr lang="en-US" smtClean="0"/>
              <a:pPr/>
              <a:t>55</a:t>
            </a:fld>
            <a:endParaRPr lang="en-US"/>
          </a:p>
        </p:txBody>
      </p:sp>
      <p:sp>
        <p:nvSpPr>
          <p:cNvPr id="18900" name="Inhalt: Suchqualität, Quellenbezug und Aufgabenerfolg">
            <a:extLst>
              <a:ext uri="{FF2B5EF4-FFF2-40B4-BE49-F238E27FC236}">
                <a16:creationId xmlns:a16="http://schemas.microsoft.com/office/drawing/2014/main" id="{1877EFC8-238F-4C6A-B84D-6F1E30FFD39E}"/>
              </a:ext>
            </a:extLst>
          </p:cNvPr>
          <p:cNvSpPr>
            <a:spLocks noGrp="1"/>
          </p:cNvSpPr>
          <p:nvPr/>
        </p:nvSpPr>
        <p:spPr>
          <a:xfrm>
            <a:off x="1200150" y="4381500"/>
            <a:ext cx="10382250" cy="819150"/>
          </a:xfrm>
          <a:prstGeom prst="rect">
            <a:avLst/>
          </a:prstGeom>
          <a:noFill/>
          <a:ln w="0">
            <a:noFill/>
          </a:ln>
        </p:spPr>
        <p:txBody>
          <a:bodyPr wrap="square" lIns="0" tIns="0" rIns="0" bIns="0" anchor="t">
            <a:noAutofit/>
          </a:bodyPr>
          <a:lstStyle/>
          <a:p>
            <a:pPr>
              <a:defRPr sz="2100" b="0">
                <a:solidFill>
                  <a:srgbClr val="586165"/>
                </a:solidFill>
                <a:latin typeface="Arial"/>
                <a:ea typeface="Arial"/>
                <a:cs typeface="Arial"/>
              </a:defRPr>
            </a:pPr>
            <a:r>
              <a:rPr sz="2100" b="0">
                <a:solidFill>
                  <a:srgbClr val="586165"/>
                </a:solidFill>
                <a:latin typeface="Arial"/>
                <a:ea typeface="Arial"/>
                <a:cs typeface="Arial"/>
              </a:rPr>
              <a:t>Qualität prüfen und den Pilotbetrieb bewerten</a:t>
            </a:r>
          </a:p>
        </p:txBody>
      </p:sp>
    </p:spTree>
    <p:extLst>
      <p:ext uri="{BB962C8B-B14F-4D97-AF65-F5344CB8AC3E}">
        <p14:creationId xmlns:p14="http://schemas.microsoft.com/office/powerpoint/2010/main" val="6032409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56</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dirty="0"/>
              <a:t>Evaluation als Kontrollschicht</a:t>
            </a:r>
          </a:p>
        </p:txBody>
      </p:sp>
      <p:sp>
        <p:nvSpPr>
          <p:cNvPr id="4" name="Textplatzhalter 3">
            <a:extLst>
              <a:ext uri="{FF2B5EF4-FFF2-40B4-BE49-F238E27FC236}">
                <a16:creationId xmlns:a16="http://schemas.microsoft.com/office/drawing/2014/main" id="{FF413942-EF82-3DE2-071E-BE9737E8840E}"/>
              </a:ext>
            </a:extLst>
          </p:cNvPr>
          <p:cNvSpPr>
            <a:spLocks noGrp="1"/>
          </p:cNvSpPr>
          <p:nvPr>
            <p:ph type="body" sz="quarter" idx="26"/>
          </p:nvPr>
        </p:nvSpPr>
        <p:spPr/>
        <p:txBody>
          <a:bodyPr/>
          <a:lstStyle/>
          <a:p>
            <a:r>
              <a:rPr lang="de-DE" dirty="0"/>
              <a:t>Evaluation</a:t>
            </a:r>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p:txBody>
          <a:bodyPr/>
          <a:lstStyle/>
          <a:p>
            <a:pPr marL="285750" indent="-285750">
              <a:buFont typeface="Arial" panose="020B0604020202020204" pitchFamily="34" charset="0"/>
              <a:buChar char="•"/>
            </a:pPr>
            <a:endParaRPr lang="de-DE" dirty="0"/>
          </a:p>
        </p:txBody>
      </p:sp>
      <p:sp>
        <p:nvSpPr>
          <p:cNvPr id="101" name="Text 101"/>
          <p:cNvSpPr txBox="1"/>
          <p:nvPr/>
        </p:nvSpPr>
        <p:spPr>
          <a:xfrm>
            <a:off x="380000" y="1500000"/>
            <a:ext cx="11430000" cy="500000"/>
          </a:xfrm>
          <a:prstGeom prst="rect">
            <a:avLst/>
          </a:prstGeom>
          <a:noFill/>
        </p:spPr>
        <p:txBody>
          <a:bodyPr wrap="square" lIns="0" tIns="0" rIns="0" bIns="0">
            <a:normAutofit/>
          </a:bodyPr>
          <a:lstStyle/>
          <a:p>
            <a:pPr algn="l"/>
            <a:r>
              <a:rPr lang="de-DE" sz="1300" dirty="0">
                <a:solidFill>
                  <a:srgbClr val="404040"/>
                </a:solidFill>
              </a:rPr>
              <a:t>Evaluation ist keine einmalige Prüfung, sondern eine Kontrollschicht über dem gesamten System – von der Suche bis zur finalen Antwort.</a:t>
            </a:r>
          </a:p>
        </p:txBody>
      </p:sp>
      <p:sp>
        <p:nvSpPr>
          <p:cNvPr id="102" name="Box 102"/>
          <p:cNvSpPr/>
          <p:nvPr/>
        </p:nvSpPr>
        <p:spPr>
          <a:xfrm>
            <a:off x="380000" y="2150000"/>
            <a:ext cx="11430000" cy="2100000"/>
          </a:xfrm>
          <a:prstGeom prst="roundRect">
            <a:avLst>
              <a:gd name="adj" fmla="val 8000"/>
            </a:avLst>
          </a:prstGeom>
          <a:noFill/>
          <a:ln w="12700">
            <a:solidFill>
              <a:srgbClr val="9A9FA1"/>
            </a:solidFill>
          </a:ln>
        </p:spPr>
        <p:txBody>
          <a:bodyPr wrap="square" lIns="91440" tIns="45720" rIns="91440" bIns="45720" anchor="ctr">
            <a:normAutofit/>
          </a:bodyPr>
          <a:lstStyle/>
          <a:p>
            <a:endParaRPr lang="de-DE"/>
          </a:p>
        </p:txBody>
      </p:sp>
      <p:sp>
        <p:nvSpPr>
          <p:cNvPr id="103" name="Text 103"/>
          <p:cNvSpPr txBox="1"/>
          <p:nvPr/>
        </p:nvSpPr>
        <p:spPr>
          <a:xfrm>
            <a:off x="580000" y="1890000"/>
            <a:ext cx="3000000" cy="300000"/>
          </a:xfrm>
          <a:prstGeom prst="rect">
            <a:avLst/>
          </a:prstGeom>
          <a:noFill/>
        </p:spPr>
        <p:txBody>
          <a:bodyPr wrap="square" lIns="0" tIns="0" rIns="0" bIns="0">
            <a:normAutofit/>
          </a:bodyPr>
          <a:lstStyle/>
          <a:p>
            <a:pPr algn="l"/>
            <a:r>
              <a:rPr lang="de-DE" sz="1100" b="1" dirty="0">
                <a:solidFill>
                  <a:srgbClr val="595959"/>
                </a:solidFill>
              </a:rPr>
              <a:t>Evaluation</a:t>
            </a:r>
          </a:p>
        </p:txBody>
      </p:sp>
      <p:sp>
        <p:nvSpPr>
          <p:cNvPr id="104" name="Box 104"/>
          <p:cNvSpPr/>
          <p:nvPr/>
        </p:nvSpPr>
        <p:spPr>
          <a:xfrm>
            <a:off x="880000" y="2750000"/>
            <a:ext cx="1886000" cy="9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Frage</a:t>
            </a:r>
          </a:p>
        </p:txBody>
      </p:sp>
      <p:cxnSp>
        <p:nvCxnSpPr>
          <p:cNvPr id="105" name="Connector 105"/>
          <p:cNvCxnSpPr/>
          <p:nvPr/>
        </p:nvCxnSpPr>
        <p:spPr>
          <a:xfrm>
            <a:off x="2766000" y="3200000"/>
            <a:ext cx="250000" cy="1"/>
          </a:xfrm>
          <a:prstGeom prst="straightConnector1">
            <a:avLst/>
          </a:prstGeom>
          <a:ln w="19050">
            <a:solidFill>
              <a:srgbClr val="9A9FA1"/>
            </a:solidFill>
            <a:tailEnd type="triangle" w="med" len="med"/>
          </a:ln>
        </p:spPr>
      </p:cxnSp>
      <p:sp>
        <p:nvSpPr>
          <p:cNvPr id="106" name="Box 106"/>
          <p:cNvSpPr/>
          <p:nvPr/>
        </p:nvSpPr>
        <p:spPr>
          <a:xfrm>
            <a:off x="3016000" y="2750000"/>
            <a:ext cx="1886000" cy="9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Retrieval</a:t>
            </a:r>
          </a:p>
        </p:txBody>
      </p:sp>
      <p:cxnSp>
        <p:nvCxnSpPr>
          <p:cNvPr id="107" name="Connector 107"/>
          <p:cNvCxnSpPr/>
          <p:nvPr/>
        </p:nvCxnSpPr>
        <p:spPr>
          <a:xfrm>
            <a:off x="4902000" y="3200000"/>
            <a:ext cx="250000" cy="1"/>
          </a:xfrm>
          <a:prstGeom prst="straightConnector1">
            <a:avLst/>
          </a:prstGeom>
          <a:ln w="19050">
            <a:solidFill>
              <a:srgbClr val="9A9FA1"/>
            </a:solidFill>
            <a:tailEnd type="triangle" w="med" len="med"/>
          </a:ln>
        </p:spPr>
      </p:cxnSp>
      <p:sp>
        <p:nvSpPr>
          <p:cNvPr id="108" name="Box 108"/>
          <p:cNvSpPr/>
          <p:nvPr/>
        </p:nvSpPr>
        <p:spPr>
          <a:xfrm>
            <a:off x="5152000" y="2750000"/>
            <a:ext cx="1886000" cy="9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Kontext</a:t>
            </a:r>
          </a:p>
        </p:txBody>
      </p:sp>
      <p:cxnSp>
        <p:nvCxnSpPr>
          <p:cNvPr id="109" name="Connector 109"/>
          <p:cNvCxnSpPr/>
          <p:nvPr/>
        </p:nvCxnSpPr>
        <p:spPr>
          <a:xfrm>
            <a:off x="7038000" y="3200000"/>
            <a:ext cx="250000" cy="1"/>
          </a:xfrm>
          <a:prstGeom prst="straightConnector1">
            <a:avLst/>
          </a:prstGeom>
          <a:ln w="19050">
            <a:solidFill>
              <a:srgbClr val="9A9FA1"/>
            </a:solidFill>
            <a:tailEnd type="triangle" w="med" len="med"/>
          </a:ln>
        </p:spPr>
      </p:cxnSp>
      <p:sp>
        <p:nvSpPr>
          <p:cNvPr id="110" name="Box 110"/>
          <p:cNvSpPr/>
          <p:nvPr/>
        </p:nvSpPr>
        <p:spPr>
          <a:xfrm>
            <a:off x="7288000" y="2750000"/>
            <a:ext cx="1886000" cy="9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LLM</a:t>
            </a:r>
          </a:p>
        </p:txBody>
      </p:sp>
      <p:cxnSp>
        <p:nvCxnSpPr>
          <p:cNvPr id="111" name="Connector 111"/>
          <p:cNvCxnSpPr/>
          <p:nvPr/>
        </p:nvCxnSpPr>
        <p:spPr>
          <a:xfrm>
            <a:off x="9174000" y="3200000"/>
            <a:ext cx="250000" cy="1"/>
          </a:xfrm>
          <a:prstGeom prst="straightConnector1">
            <a:avLst/>
          </a:prstGeom>
          <a:ln w="19050">
            <a:solidFill>
              <a:srgbClr val="9A9FA1"/>
            </a:solidFill>
            <a:tailEnd type="triangle" w="med" len="med"/>
          </a:ln>
        </p:spPr>
      </p:cxnSp>
      <p:sp>
        <p:nvSpPr>
          <p:cNvPr id="112" name="Box 112"/>
          <p:cNvSpPr/>
          <p:nvPr/>
        </p:nvSpPr>
        <p:spPr>
          <a:xfrm>
            <a:off x="9424000" y="2750000"/>
            <a:ext cx="1886000" cy="9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dirty="0">
                <a:solidFill>
                  <a:srgbClr val="FFFFFF"/>
                </a:solidFill>
              </a:rPr>
              <a:t>Antwort</a:t>
            </a:r>
          </a:p>
        </p:txBody>
      </p:sp>
      <p:sp>
        <p:nvSpPr>
          <p:cNvPr id="113" name="Card 113"/>
          <p:cNvSpPr/>
          <p:nvPr/>
        </p:nvSpPr>
        <p:spPr>
          <a:xfrm>
            <a:off x="380000" y="4650000"/>
            <a:ext cx="3700000" cy="1714500"/>
          </a:xfrm>
          <a:prstGeom prst="roundRect">
            <a:avLst>
              <a:gd name="adj" fmla="val 5000"/>
            </a:avLst>
          </a:prstGeom>
          <a:solidFill>
            <a:srgbClr val="EAF0F8"/>
          </a:solidFill>
          <a:ln>
            <a:noFill/>
          </a:ln>
        </p:spPr>
        <p:txBody>
          <a:bodyPr wrap="square" lIns="137160" tIns="91440" rIns="137160" bIns="91440">
            <a:normAutofit/>
          </a:bodyPr>
          <a:lstStyle/>
          <a:p>
            <a:pPr algn="l"/>
            <a:r>
              <a:rPr lang="de-DE" sz="1200" b="1" dirty="0">
                <a:solidFill>
                  <a:srgbClr val="3D6DA8"/>
                </a:solidFill>
              </a:rPr>
              <a:t>Retrieval-Qualität</a:t>
            </a:r>
          </a:p>
          <a:p>
            <a:pPr marL="228600" indent="-228600" algn="l">
              <a:buFont typeface="Arial" panose="020B0604020202020204" pitchFamily="34" charset="0"/>
              <a:buChar char="•"/>
            </a:pPr>
            <a:r>
              <a:rPr lang="de-DE" sz="1100" dirty="0">
                <a:solidFill>
                  <a:srgbClr val="404040"/>
                </a:solidFill>
              </a:rPr>
              <a:t>Precision / Recall</a:t>
            </a:r>
          </a:p>
          <a:p>
            <a:pPr marL="228600" indent="-228600" algn="l">
              <a:buFont typeface="Arial" panose="020B0604020202020204" pitchFamily="34" charset="0"/>
              <a:buChar char="•"/>
            </a:pPr>
            <a:r>
              <a:rPr lang="de-DE" sz="1100" dirty="0">
                <a:solidFill>
                  <a:srgbClr val="404040"/>
                </a:solidFill>
              </a:rPr>
              <a:t>Werden die relevanten Chunks überhaupt gefunden?</a:t>
            </a:r>
          </a:p>
        </p:txBody>
      </p:sp>
      <p:sp>
        <p:nvSpPr>
          <p:cNvPr id="114" name="Card 114"/>
          <p:cNvSpPr/>
          <p:nvPr/>
        </p:nvSpPr>
        <p:spPr>
          <a:xfrm>
            <a:off x="4330000" y="4650000"/>
            <a:ext cx="3700000" cy="1714500"/>
          </a:xfrm>
          <a:prstGeom prst="roundRect">
            <a:avLst>
              <a:gd name="adj" fmla="val 5000"/>
            </a:avLst>
          </a:prstGeom>
          <a:solidFill>
            <a:srgbClr val="EAF0F8"/>
          </a:solidFill>
          <a:ln>
            <a:noFill/>
          </a:ln>
        </p:spPr>
        <p:txBody>
          <a:bodyPr wrap="square" lIns="137160" tIns="91440" rIns="137160" bIns="91440">
            <a:normAutofit/>
          </a:bodyPr>
          <a:lstStyle/>
          <a:p>
            <a:pPr algn="l"/>
            <a:r>
              <a:rPr lang="de-DE" sz="1200" b="1" dirty="0">
                <a:solidFill>
                  <a:srgbClr val="3D6DA8"/>
                </a:solidFill>
              </a:rPr>
              <a:t>Antwortqualität</a:t>
            </a:r>
          </a:p>
          <a:p>
            <a:pPr marL="228600" indent="-228600" algn="l">
              <a:buFont typeface="Arial" panose="020B0604020202020204" pitchFamily="34" charset="0"/>
              <a:buChar char="•"/>
            </a:pPr>
            <a:r>
              <a:rPr lang="de-DE" sz="1100" dirty="0">
                <a:solidFill>
                  <a:srgbClr val="404040"/>
                </a:solidFill>
              </a:rPr>
              <a:t>Faithfulness / Relevance</a:t>
            </a:r>
          </a:p>
          <a:p>
            <a:pPr marL="228600" indent="-228600" algn="l">
              <a:buFont typeface="Arial" panose="020B0604020202020204" pitchFamily="34" charset="0"/>
              <a:buChar char="•"/>
            </a:pPr>
            <a:r>
              <a:rPr lang="de-DE" sz="1100" dirty="0">
                <a:solidFill>
                  <a:srgbClr val="404040"/>
                </a:solidFill>
              </a:rPr>
              <a:t>Stützt sich die Antwort korrekt auf den Kontext?</a:t>
            </a:r>
          </a:p>
        </p:txBody>
      </p:sp>
      <p:sp>
        <p:nvSpPr>
          <p:cNvPr id="115" name="Card 115"/>
          <p:cNvSpPr/>
          <p:nvPr/>
        </p:nvSpPr>
        <p:spPr>
          <a:xfrm>
            <a:off x="8280000" y="4650000"/>
            <a:ext cx="3550000" cy="1714500"/>
          </a:xfrm>
          <a:prstGeom prst="roundRect">
            <a:avLst>
              <a:gd name="adj" fmla="val 5000"/>
            </a:avLst>
          </a:prstGeom>
          <a:solidFill>
            <a:srgbClr val="EAF0F8"/>
          </a:solidFill>
          <a:ln>
            <a:noFill/>
          </a:ln>
        </p:spPr>
        <p:txBody>
          <a:bodyPr wrap="square" lIns="137160" tIns="91440" rIns="137160" bIns="91440">
            <a:normAutofit/>
          </a:bodyPr>
          <a:lstStyle/>
          <a:p>
            <a:pPr algn="l"/>
            <a:r>
              <a:rPr lang="de-DE" sz="1200" b="1" dirty="0">
                <a:solidFill>
                  <a:srgbClr val="3D6DA8"/>
                </a:solidFill>
              </a:rPr>
              <a:t>End-to-End</a:t>
            </a:r>
          </a:p>
          <a:p>
            <a:pPr marL="228600" indent="-228600" algn="l">
              <a:buFont typeface="Arial" panose="020B0604020202020204" pitchFamily="34" charset="0"/>
              <a:buChar char="•"/>
            </a:pPr>
            <a:r>
              <a:rPr lang="de-DE" sz="1100" dirty="0">
                <a:solidFill>
                  <a:srgbClr val="404040"/>
                </a:solidFill>
              </a:rPr>
              <a:t>Aufgabenerfolg</a:t>
            </a:r>
          </a:p>
          <a:p>
            <a:pPr marL="228600" indent="-228600" algn="l">
              <a:buFont typeface="Arial" panose="020B0604020202020204" pitchFamily="34" charset="0"/>
              <a:buChar char="•"/>
            </a:pPr>
            <a:r>
              <a:rPr lang="de-DE" sz="1100" dirty="0">
                <a:solidFill>
                  <a:srgbClr val="404040"/>
                </a:solidFill>
              </a:rPr>
              <a:t>Löst das System die eigentliche Nutzeranfrage?</a:t>
            </a:r>
          </a:p>
        </p:txBody>
      </p:sp>
    </p:spTree>
    <p:extLst>
      <p:ext uri="{BB962C8B-B14F-4D97-AF65-F5344CB8AC3E}">
        <p14:creationId xmlns:p14="http://schemas.microsoft.com/office/powerpoint/2010/main" val="35713265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57</a:t>
            </a:fld>
            <a:endParaRPr lang="en-US"/>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p:txBody>
          <a:bodyPr/>
          <a:lstStyle/>
          <a:p>
            <a:pPr marL="285750" indent="-285750">
              <a:buFont typeface="Arial" panose="020B0604020202020204" pitchFamily="34" charset="0"/>
              <a:buChar char="•"/>
            </a:pPr>
            <a:endParaRPr lang="de-DE" dirty="0"/>
          </a:p>
        </p:txBody>
      </p:sp>
      <p:sp>
        <p:nvSpPr>
          <p:cNvPr id="102" name="Box 102"/>
          <p:cNvSpPr/>
          <p:nvPr/>
        </p:nvSpPr>
        <p:spPr>
          <a:xfrm>
            <a:off x="380000" y="1600000"/>
            <a:ext cx="2595000" cy="20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1</a:t>
            </a:r>
          </a:p>
          <a:p>
            <a:pPr algn="ctr"/>
            <a:r>
              <a:rPr lang="de-DE" sz="1050" b="1" dirty="0">
                <a:solidFill>
                  <a:srgbClr val="FFFFFF"/>
                </a:solidFill>
              </a:rPr>
              <a:t>Golden Set erstellen</a:t>
            </a:r>
          </a:p>
          <a:p>
            <a:pPr algn="ctr"/>
            <a:r>
              <a:rPr lang="de-DE" sz="1050" dirty="0">
                <a:solidFill>
                  <a:srgbClr val="FFFFFF"/>
                </a:solidFill>
              </a:rPr>
              <a:t>Kuratierte Frage-Antwort-Paare mit bekannt korrekten Quellen</a:t>
            </a:r>
          </a:p>
        </p:txBody>
      </p:sp>
      <p:cxnSp>
        <p:nvCxnSpPr>
          <p:cNvPr id="103" name="Connector 103"/>
          <p:cNvCxnSpPr/>
          <p:nvPr/>
        </p:nvCxnSpPr>
        <p:spPr>
          <a:xfrm>
            <a:off x="2975000" y="2600000"/>
            <a:ext cx="350000" cy="1"/>
          </a:xfrm>
          <a:prstGeom prst="straightConnector1">
            <a:avLst/>
          </a:prstGeom>
          <a:ln w="19050">
            <a:solidFill>
              <a:srgbClr val="9A9FA1"/>
            </a:solidFill>
            <a:tailEnd type="triangle" w="med" len="med"/>
          </a:ln>
        </p:spPr>
      </p:cxnSp>
      <p:sp>
        <p:nvSpPr>
          <p:cNvPr id="104" name="Box 104"/>
          <p:cNvSpPr/>
          <p:nvPr/>
        </p:nvSpPr>
        <p:spPr>
          <a:xfrm>
            <a:off x="3325000" y="1600000"/>
            <a:ext cx="2595000" cy="20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050" b="1" dirty="0">
                <a:solidFill>
                  <a:srgbClr val="FFFFFF"/>
                </a:solidFill>
              </a:rPr>
              <a:t>2</a:t>
            </a:r>
          </a:p>
          <a:p>
            <a:pPr algn="ctr"/>
            <a:r>
              <a:rPr lang="de-DE" sz="1050" b="1" dirty="0">
                <a:solidFill>
                  <a:srgbClr val="FFFFFF"/>
                </a:solidFill>
              </a:rPr>
              <a:t>Automatisiert testen</a:t>
            </a:r>
          </a:p>
          <a:p>
            <a:pPr algn="ctr"/>
            <a:r>
              <a:rPr lang="de-DE" sz="1050" dirty="0">
                <a:solidFill>
                  <a:srgbClr val="FFFFFF"/>
                </a:solidFill>
              </a:rPr>
              <a:t>Bei jeder Änderung am System gegen das Golden Set prüfen (Regression)</a:t>
            </a:r>
          </a:p>
        </p:txBody>
      </p:sp>
      <p:cxnSp>
        <p:nvCxnSpPr>
          <p:cNvPr id="105" name="Connector 105"/>
          <p:cNvCxnSpPr/>
          <p:nvPr/>
        </p:nvCxnSpPr>
        <p:spPr>
          <a:xfrm>
            <a:off x="5920000" y="2600000"/>
            <a:ext cx="350000" cy="1"/>
          </a:xfrm>
          <a:prstGeom prst="straightConnector1">
            <a:avLst/>
          </a:prstGeom>
          <a:ln w="19050">
            <a:solidFill>
              <a:srgbClr val="9A9FA1"/>
            </a:solidFill>
            <a:tailEnd type="triangle" w="med" len="med"/>
          </a:ln>
        </p:spPr>
      </p:cxnSp>
      <p:sp>
        <p:nvSpPr>
          <p:cNvPr id="106" name="Box 106"/>
          <p:cNvSpPr/>
          <p:nvPr/>
        </p:nvSpPr>
        <p:spPr>
          <a:xfrm>
            <a:off x="6270000" y="1600000"/>
            <a:ext cx="2595000" cy="20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dirty="0">
                <a:solidFill>
                  <a:srgbClr val="FFFFFF"/>
                </a:solidFill>
              </a:rPr>
              <a:t>3</a:t>
            </a:r>
          </a:p>
          <a:p>
            <a:pPr algn="ctr"/>
            <a:r>
              <a:rPr lang="de-DE" sz="1050" b="1" dirty="0">
                <a:solidFill>
                  <a:srgbClr val="FFFFFF"/>
                </a:solidFill>
              </a:rPr>
              <a:t>Produktion überwachen</a:t>
            </a:r>
          </a:p>
          <a:p>
            <a:pPr algn="ctr"/>
            <a:r>
              <a:rPr lang="de-DE" sz="1050" dirty="0">
                <a:solidFill>
                  <a:srgbClr val="FFFFFF"/>
                </a:solidFill>
              </a:rPr>
              <a:t>Kontinuierliches Monitoring der echten Nutzeranfragen</a:t>
            </a:r>
          </a:p>
        </p:txBody>
      </p:sp>
      <p:cxnSp>
        <p:nvCxnSpPr>
          <p:cNvPr id="107" name="Connector 107"/>
          <p:cNvCxnSpPr/>
          <p:nvPr/>
        </p:nvCxnSpPr>
        <p:spPr>
          <a:xfrm>
            <a:off x="8865000" y="2600000"/>
            <a:ext cx="350000" cy="1"/>
          </a:xfrm>
          <a:prstGeom prst="straightConnector1">
            <a:avLst/>
          </a:prstGeom>
          <a:ln w="19050">
            <a:solidFill>
              <a:srgbClr val="9A9FA1"/>
            </a:solidFill>
            <a:tailEnd type="triangle" w="med" len="med"/>
          </a:ln>
        </p:spPr>
      </p:cxnSp>
      <p:sp>
        <p:nvSpPr>
          <p:cNvPr id="108" name="Box 108"/>
          <p:cNvSpPr/>
          <p:nvPr/>
        </p:nvSpPr>
        <p:spPr>
          <a:xfrm>
            <a:off x="9215000" y="1600000"/>
            <a:ext cx="2595000" cy="20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050" b="1" dirty="0">
                <a:solidFill>
                  <a:srgbClr val="FFFFFF"/>
                </a:solidFill>
              </a:rPr>
              <a:t>4</a:t>
            </a:r>
          </a:p>
          <a:p>
            <a:pPr algn="ctr"/>
            <a:r>
              <a:rPr lang="de-DE" sz="1050" b="1" dirty="0">
                <a:solidFill>
                  <a:srgbClr val="FFFFFF"/>
                </a:solidFill>
              </a:rPr>
              <a:t>Feedback einspielen</a:t>
            </a:r>
          </a:p>
          <a:p>
            <a:pPr algn="ctr"/>
            <a:r>
              <a:rPr lang="de-DE" sz="1050" dirty="0">
                <a:solidFill>
                  <a:srgbClr val="FFFFFF"/>
                </a:solidFill>
              </a:rPr>
              <a:t>Neue Fehlerfälle und Grenzfälle zurück ins Golden Set aufnehmen</a:t>
            </a:r>
          </a:p>
        </p:txBody>
      </p:sp>
      <p:cxnSp>
        <p:nvCxnSpPr>
          <p:cNvPr id="109" name="Connector 109"/>
          <p:cNvCxnSpPr/>
          <p:nvPr/>
        </p:nvCxnSpPr>
        <p:spPr>
          <a:xfrm>
            <a:off x="10512500" y="3600000"/>
            <a:ext cx="1" cy="500000"/>
          </a:xfrm>
          <a:prstGeom prst="straightConnector1">
            <a:avLst/>
          </a:prstGeom>
          <a:ln w="19050">
            <a:solidFill>
              <a:srgbClr val="3D6DA8"/>
            </a:solidFill>
            <a:tailEnd type="triangle" w="med" len="med"/>
          </a:ln>
        </p:spPr>
      </p:cxnSp>
      <p:cxnSp>
        <p:nvCxnSpPr>
          <p:cNvPr id="110" name="Connector 110"/>
          <p:cNvCxnSpPr/>
          <p:nvPr/>
        </p:nvCxnSpPr>
        <p:spPr>
          <a:xfrm flipH="1">
            <a:off x="1677500" y="4100000"/>
            <a:ext cx="8835000" cy="1"/>
          </a:xfrm>
          <a:prstGeom prst="straightConnector1">
            <a:avLst/>
          </a:prstGeom>
          <a:ln w="19050">
            <a:solidFill>
              <a:srgbClr val="3D6DA8"/>
            </a:solidFill>
            <a:tailEnd type="triangle" w="med" len="med"/>
          </a:ln>
        </p:spPr>
      </p:cxnSp>
      <p:cxnSp>
        <p:nvCxnSpPr>
          <p:cNvPr id="111" name="Connector 111"/>
          <p:cNvCxnSpPr/>
          <p:nvPr/>
        </p:nvCxnSpPr>
        <p:spPr>
          <a:xfrm flipV="1">
            <a:off x="1677500" y="3600000"/>
            <a:ext cx="1" cy="500000"/>
          </a:xfrm>
          <a:prstGeom prst="straightConnector1">
            <a:avLst/>
          </a:prstGeom>
          <a:ln w="19050">
            <a:solidFill>
              <a:srgbClr val="3D6DA8"/>
            </a:solidFill>
            <a:tailEnd type="triangle" w="med" len="med"/>
          </a:ln>
        </p:spPr>
      </p:cxnSp>
      <p:sp>
        <p:nvSpPr>
          <p:cNvPr id="112" name="Text 112"/>
          <p:cNvSpPr txBox="1"/>
          <p:nvPr/>
        </p:nvSpPr>
        <p:spPr>
          <a:xfrm>
            <a:off x="5195000" y="4180000"/>
            <a:ext cx="1800000" cy="300000"/>
          </a:xfrm>
          <a:prstGeom prst="rect">
            <a:avLst/>
          </a:prstGeom>
          <a:noFill/>
        </p:spPr>
        <p:txBody>
          <a:bodyPr wrap="square" lIns="0" tIns="0" rIns="0" bIns="0">
            <a:normAutofit/>
          </a:bodyPr>
          <a:lstStyle/>
          <a:p>
            <a:pPr algn="ctr"/>
            <a:r>
              <a:rPr lang="de-DE" sz="1000" b="1" dirty="0">
                <a:solidFill>
                  <a:srgbClr val="3D6DA8"/>
                </a:solidFill>
              </a:rPr>
              <a:t>kontinuierlicher Kreislauf</a:t>
            </a:r>
          </a:p>
        </p:txBody>
      </p:sp>
      <p:sp>
        <p:nvSpPr>
          <p:cNvPr id="19100" name="Inhalt: Golden Set und kontinuierliche Evaluation">
            <a:extLst>
              <a:ext uri="{FF2B5EF4-FFF2-40B4-BE49-F238E27FC236}">
                <a16:creationId xmlns:a16="http://schemas.microsoft.com/office/drawing/2014/main" id="{F4CAFAD9-5CFD-4F1C-8DC7-C78A5B15D7E4}"/>
              </a:ext>
            </a:extLst>
          </p:cNvPr>
          <p:cNvSpPr>
            <a:spLocks noGrp="1"/>
          </p:cNvSpPr>
          <p:nvPr/>
        </p:nvSpPr>
        <p:spPr>
          <a:xfrm>
            <a:off x="295275" y="247650"/>
            <a:ext cx="9763125" cy="438150"/>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sz="2400" b="1">
                <a:solidFill>
                  <a:srgbClr val="586165"/>
                </a:solidFill>
                <a:latin typeface="Arial"/>
                <a:ea typeface="Arial"/>
                <a:cs typeface="Arial"/>
              </a:rPr>
              <a:t>Golden Set und kontinuierliche Evaluation</a:t>
            </a:r>
          </a:p>
        </p:txBody>
      </p:sp>
      <p:sp>
        <p:nvSpPr>
          <p:cNvPr id="19101" name="Inhalt: Evaluation">
            <a:extLst>
              <a:ext uri="{FF2B5EF4-FFF2-40B4-BE49-F238E27FC236}">
                <a16:creationId xmlns:a16="http://schemas.microsoft.com/office/drawing/2014/main" id="{ED1FE6C6-5DD8-4CD0-A407-0E0B9CC08905}"/>
              </a:ext>
            </a:extLst>
          </p:cNvPr>
          <p:cNvSpPr>
            <a:spLocks noGrp="1"/>
          </p:cNvSpPr>
          <p:nvPr/>
        </p:nvSpPr>
        <p:spPr>
          <a:xfrm>
            <a:off x="295275" y="742950"/>
            <a:ext cx="9810750" cy="266700"/>
          </a:xfrm>
          <a:prstGeom prst="rect">
            <a:avLst/>
          </a:prstGeom>
          <a:noFill/>
          <a:ln w="0">
            <a:noFill/>
          </a:ln>
        </p:spPr>
        <p:txBody>
          <a:bodyPr wrap="square" lIns="0" tIns="0" rIns="0" bIns="0" anchor="t">
            <a:noAutofit/>
          </a:bodyPr>
          <a:lstStyle/>
          <a:p>
            <a:pPr>
              <a:defRPr sz="1500" b="0">
                <a:solidFill>
                  <a:srgbClr val="6193CD"/>
                </a:solidFill>
                <a:latin typeface="Arial"/>
                <a:ea typeface="Arial"/>
                <a:cs typeface="Arial"/>
              </a:defRPr>
            </a:pPr>
            <a:r>
              <a:rPr sz="1500" b="0">
                <a:solidFill>
                  <a:srgbClr val="6193CD"/>
                </a:solidFill>
                <a:latin typeface="Arial"/>
                <a:ea typeface="Arial"/>
                <a:cs typeface="Arial"/>
              </a:rPr>
              <a:t>Evaluation</a:t>
            </a:r>
          </a:p>
        </p:txBody>
      </p:sp>
      <p:sp>
        <p:nvSpPr>
          <p:cNvPr id="19102" name="Inhalt: Ein kuratiertes Testset macht Verbesserungen ">
            <a:extLst>
              <a:ext uri="{FF2B5EF4-FFF2-40B4-BE49-F238E27FC236}">
                <a16:creationId xmlns:a16="http://schemas.microsoft.com/office/drawing/2014/main" id="{7F682797-A25C-4B49-8F8F-F8E66AFD0BCE}"/>
              </a:ext>
            </a:extLst>
          </p:cNvPr>
          <p:cNvSpPr>
            <a:spLocks noGrp="1"/>
          </p:cNvSpPr>
          <p:nvPr/>
        </p:nvSpPr>
        <p:spPr>
          <a:xfrm>
            <a:off x="381000" y="1200150"/>
            <a:ext cx="11430000" cy="304800"/>
          </a:xfrm>
          <a:prstGeom prst="rect">
            <a:avLst/>
          </a:prstGeom>
          <a:noFill/>
          <a:ln w="0">
            <a:noFill/>
          </a:ln>
        </p:spPr>
        <p:txBody>
          <a:bodyPr wrap="square" lIns="0" tIns="0" rIns="0" bIns="0" anchor="t">
            <a:noAutofit/>
          </a:bodyPr>
          <a:lstStyle/>
          <a:p>
            <a:pPr>
              <a:defRPr sz="1650" b="0">
                <a:solidFill>
                  <a:srgbClr val="586165"/>
                </a:solidFill>
                <a:latin typeface="Arial"/>
                <a:ea typeface="Arial"/>
                <a:cs typeface="Arial"/>
              </a:defRPr>
            </a:pPr>
            <a:r>
              <a:rPr sz="1650" b="0">
                <a:solidFill>
                  <a:srgbClr val="586165"/>
                </a:solidFill>
                <a:latin typeface="Arial"/>
                <a:ea typeface="Arial"/>
                <a:cs typeface="Arial"/>
              </a:rPr>
              <a:t>Ein kuratiertes Testset macht Verbesserungen und Rückschritte vergleichbar.</a:t>
            </a:r>
          </a:p>
        </p:txBody>
      </p:sp>
      <p:sp>
        <p:nvSpPr>
          <p:cNvPr id="19103" name="Inhalt: Geeignete Testfälle">
            <a:extLst>
              <a:ext uri="{FF2B5EF4-FFF2-40B4-BE49-F238E27FC236}">
                <a16:creationId xmlns:a16="http://schemas.microsoft.com/office/drawing/2014/main" id="{2A9F133E-C9F8-4E50-9A66-6A53424EB2F2}"/>
              </a:ext>
            </a:extLst>
          </p:cNvPr>
          <p:cNvSpPr>
            <a:spLocks noGrp="1"/>
          </p:cNvSpPr>
          <p:nvPr/>
        </p:nvSpPr>
        <p:spPr>
          <a:xfrm>
            <a:off x="571500" y="4848225"/>
            <a:ext cx="10953750"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Geeignete Testfälle</a:t>
            </a:r>
          </a:p>
        </p:txBody>
      </p:sp>
      <p:sp>
        <p:nvSpPr>
          <p:cNvPr id="19104" name="Inhalt: Eindeutige Fragen, mehrdeutige Anfragen, fehl">
            <a:extLst>
              <a:ext uri="{FF2B5EF4-FFF2-40B4-BE49-F238E27FC236}">
                <a16:creationId xmlns:a16="http://schemas.microsoft.com/office/drawing/2014/main" id="{E16163D0-D8E7-424C-8244-1935B85E0B42}"/>
              </a:ext>
            </a:extLst>
          </p:cNvPr>
          <p:cNvSpPr>
            <a:spLocks noGrp="1"/>
          </p:cNvSpPr>
          <p:nvPr/>
        </p:nvSpPr>
        <p:spPr>
          <a:xfrm>
            <a:off x="571500" y="5305425"/>
            <a:ext cx="10858500" cy="809625"/>
          </a:xfrm>
          <a:prstGeom prst="rect">
            <a:avLst/>
          </a:prstGeom>
          <a:noFill/>
          <a:ln w="0">
            <a:noFill/>
          </a:ln>
        </p:spPr>
        <p:txBody>
          <a:bodyPr wrap="square" lIns="0" tIns="0" rIns="0" bIns="0" anchor="t">
            <a:noAutofit/>
          </a:bodyPr>
          <a:lstStyle/>
          <a:p>
            <a:pPr>
              <a:defRPr sz="1875" b="0">
                <a:solidFill>
                  <a:srgbClr val="586165"/>
                </a:solidFill>
                <a:latin typeface="Arial"/>
                <a:ea typeface="Arial"/>
                <a:cs typeface="Arial"/>
              </a:defRPr>
            </a:pPr>
            <a:r>
              <a:rPr sz="1875" b="0">
                <a:solidFill>
                  <a:srgbClr val="586165"/>
                </a:solidFill>
                <a:latin typeface="Arial"/>
                <a:ea typeface="Arial"/>
                <a:cs typeface="Arial"/>
              </a:rPr>
              <a:t>Eindeutige Fragen, mehrdeutige Anfragen, fehlende Quellen und Zugriffe ohne Berechtigung. Bei Änderungen an Modell, Index oder Prompt erneut testen.</a:t>
            </a:r>
          </a:p>
        </p:txBody>
      </p:sp>
    </p:spTree>
    <p:extLst>
      <p:ext uri="{BB962C8B-B14F-4D97-AF65-F5344CB8AC3E}">
        <p14:creationId xmlns:p14="http://schemas.microsoft.com/office/powerpoint/2010/main" val="2063408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58</a:t>
            </a:fld>
            <a:endParaRPr lang="en-US"/>
          </a:p>
        </p:txBody>
      </p:sp>
      <p:sp>
        <p:nvSpPr>
          <p:cNvPr id="1012" name="Evaluation entlang der Pipeline">
            <a:extLst>
              <a:ext uri="{FF2B5EF4-FFF2-40B4-BE49-F238E27FC236}">
                <a16:creationId xmlns:a16="http://schemas.microsoft.com/office/drawing/2014/main" id="{E5F0F096-CB32-4ACE-9AD8-56C2FBE93FF7}"/>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Evaluation entlang der Pipeline</a:t>
            </a:r>
          </a:p>
        </p:txBody>
      </p:sp>
      <p:sp>
        <p:nvSpPr>
          <p:cNvPr id="1002" name="06  Evaluation und Umsetzung">
            <a:extLst>
              <a:ext uri="{FF2B5EF4-FFF2-40B4-BE49-F238E27FC236}">
                <a16:creationId xmlns:a16="http://schemas.microsoft.com/office/drawing/2014/main" id="{77625ECE-0B4F-463E-9ED7-55E19E96FA3D}"/>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06  Evaluation und Umsetzung</a:t>
            </a:r>
          </a:p>
        </p:txBody>
      </p:sp>
      <p:sp>
        <p:nvSpPr>
          <p:cNvPr id="1003" name="Retrieval">
            <a:extLst>
              <a:ext uri="{FF2B5EF4-FFF2-40B4-BE49-F238E27FC236}">
                <a16:creationId xmlns:a16="http://schemas.microsoft.com/office/drawing/2014/main" id="{9AD97152-028E-4C6B-8D26-47516EC366AB}"/>
              </a:ext>
            </a:extLst>
          </p:cNvPr>
          <p:cNvSpPr>
            <a:spLocks noGrp="1"/>
          </p:cNvSpPr>
          <p:nvPr/>
        </p:nvSpPr>
        <p:spPr>
          <a:xfrm>
            <a:off x="571500" y="1514475"/>
            <a:ext cx="2362200" cy="695325"/>
          </a:xfrm>
          <a:prstGeom prst="rect">
            <a:avLst/>
          </a:prstGeom>
          <a:solidFill>
            <a:srgbClr val="6193CD"/>
          </a:solidFill>
          <a:ln w="0">
            <a:noFill/>
          </a:ln>
        </p:spPr>
        <p:txBody>
          <a:bodyPr wrap="square" lIns="95250" tIns="76200" rIns="95250" bIns="76200" anchor="ctr">
            <a:noAutofit/>
          </a:bodyPr>
          <a:lstStyle/>
          <a:p>
            <a:pPr algn="ctr">
              <a:defRPr sz="1875">
                <a:solidFill>
                  <a:srgbClr val="FFFFFF"/>
                </a:solidFill>
                <a:latin typeface="Arial"/>
                <a:ea typeface="Arial"/>
                <a:cs typeface="Arial"/>
              </a:defRPr>
            </a:pPr>
            <a:r>
              <a:rPr sz="1875">
                <a:solidFill>
                  <a:srgbClr val="FFFFFF"/>
                </a:solidFill>
                <a:latin typeface="Arial"/>
                <a:ea typeface="Arial"/>
                <a:cs typeface="Arial"/>
              </a:rPr>
              <a:t>Retrieval</a:t>
            </a:r>
          </a:p>
        </p:txBody>
      </p:sp>
      <p:sp>
        <p:nvSpPr>
          <p:cNvPr id="1004" name="Kontext">
            <a:extLst>
              <a:ext uri="{FF2B5EF4-FFF2-40B4-BE49-F238E27FC236}">
                <a16:creationId xmlns:a16="http://schemas.microsoft.com/office/drawing/2014/main" id="{5C46A6F8-C7FD-4CC2-A635-7328CF2C2A74}"/>
              </a:ext>
            </a:extLst>
          </p:cNvPr>
          <p:cNvSpPr>
            <a:spLocks noGrp="1"/>
          </p:cNvSpPr>
          <p:nvPr/>
        </p:nvSpPr>
        <p:spPr>
          <a:xfrm>
            <a:off x="3467100" y="1514475"/>
            <a:ext cx="2362200" cy="695325"/>
          </a:xfrm>
          <a:prstGeom prst="rect">
            <a:avLst/>
          </a:prstGeom>
          <a:solidFill>
            <a:srgbClr val="6193CD"/>
          </a:solidFill>
          <a:ln w="0">
            <a:noFill/>
          </a:ln>
        </p:spPr>
        <p:txBody>
          <a:bodyPr wrap="square" lIns="95250" tIns="76200" rIns="95250" bIns="76200" anchor="ctr">
            <a:noAutofit/>
          </a:bodyPr>
          <a:lstStyle/>
          <a:p>
            <a:pPr algn="ctr">
              <a:defRPr sz="1875">
                <a:solidFill>
                  <a:srgbClr val="FFFFFF"/>
                </a:solidFill>
                <a:latin typeface="Arial"/>
                <a:ea typeface="Arial"/>
                <a:cs typeface="Arial"/>
              </a:defRPr>
            </a:pPr>
            <a:r>
              <a:rPr sz="1875">
                <a:solidFill>
                  <a:srgbClr val="FFFFFF"/>
                </a:solidFill>
                <a:latin typeface="Arial"/>
                <a:ea typeface="Arial"/>
                <a:cs typeface="Arial"/>
              </a:rPr>
              <a:t>Kontext</a:t>
            </a:r>
          </a:p>
        </p:txBody>
      </p:sp>
      <p:sp>
        <p:nvSpPr>
          <p:cNvPr id="1005" name="Antwort">
            <a:extLst>
              <a:ext uri="{FF2B5EF4-FFF2-40B4-BE49-F238E27FC236}">
                <a16:creationId xmlns:a16="http://schemas.microsoft.com/office/drawing/2014/main" id="{B475F5F6-397C-4017-B5BF-9C8278545F33}"/>
              </a:ext>
            </a:extLst>
          </p:cNvPr>
          <p:cNvSpPr>
            <a:spLocks noGrp="1"/>
          </p:cNvSpPr>
          <p:nvPr/>
        </p:nvSpPr>
        <p:spPr>
          <a:xfrm>
            <a:off x="6362700" y="1514475"/>
            <a:ext cx="2362200" cy="695325"/>
          </a:xfrm>
          <a:prstGeom prst="rect">
            <a:avLst/>
          </a:prstGeom>
          <a:solidFill>
            <a:srgbClr val="6193CD"/>
          </a:solidFill>
          <a:ln w="0">
            <a:noFill/>
          </a:ln>
        </p:spPr>
        <p:txBody>
          <a:bodyPr wrap="square" lIns="95250" tIns="76200" rIns="95250" bIns="76200" anchor="ctr">
            <a:noAutofit/>
          </a:bodyPr>
          <a:lstStyle/>
          <a:p>
            <a:pPr algn="ctr">
              <a:defRPr sz="1875">
                <a:solidFill>
                  <a:srgbClr val="FFFFFF"/>
                </a:solidFill>
                <a:latin typeface="Arial"/>
                <a:ea typeface="Arial"/>
                <a:cs typeface="Arial"/>
              </a:defRPr>
            </a:pPr>
            <a:r>
              <a:rPr sz="1875">
                <a:solidFill>
                  <a:srgbClr val="FFFFFF"/>
                </a:solidFill>
                <a:latin typeface="Arial"/>
                <a:ea typeface="Arial"/>
                <a:cs typeface="Arial"/>
              </a:rPr>
              <a:t>Antwort</a:t>
            </a:r>
          </a:p>
        </p:txBody>
      </p:sp>
      <p:sp>
        <p:nvSpPr>
          <p:cNvPr id="1006" name="Aufgabenergebnis">
            <a:extLst>
              <a:ext uri="{FF2B5EF4-FFF2-40B4-BE49-F238E27FC236}">
                <a16:creationId xmlns:a16="http://schemas.microsoft.com/office/drawing/2014/main" id="{0BE8D07E-7467-4312-8717-BAA0A0E3B1FF}"/>
              </a:ext>
            </a:extLst>
          </p:cNvPr>
          <p:cNvSpPr>
            <a:spLocks noGrp="1"/>
          </p:cNvSpPr>
          <p:nvPr/>
        </p:nvSpPr>
        <p:spPr>
          <a:xfrm>
            <a:off x="9258300" y="1514475"/>
            <a:ext cx="2362200" cy="695325"/>
          </a:xfrm>
          <a:prstGeom prst="rect">
            <a:avLst/>
          </a:prstGeom>
          <a:solidFill>
            <a:srgbClr val="6193CD"/>
          </a:solidFill>
          <a:ln w="0">
            <a:noFill/>
          </a:ln>
        </p:spPr>
        <p:txBody>
          <a:bodyPr wrap="square" lIns="95250" tIns="76200" rIns="95250" bIns="76200" anchor="ctr">
            <a:noAutofit/>
          </a:bodyPr>
          <a:lstStyle/>
          <a:p>
            <a:pPr algn="ctr">
              <a:defRPr sz="1875">
                <a:solidFill>
                  <a:srgbClr val="FFFFFF"/>
                </a:solidFill>
                <a:latin typeface="Arial"/>
                <a:ea typeface="Arial"/>
                <a:cs typeface="Arial"/>
              </a:defRPr>
            </a:pPr>
            <a:r>
              <a:rPr sz="1875">
                <a:solidFill>
                  <a:srgbClr val="FFFFFF"/>
                </a:solidFill>
                <a:latin typeface="Arial"/>
                <a:ea typeface="Arial"/>
                <a:cs typeface="Arial"/>
              </a:rPr>
              <a:t>Aufgabenergebnis</a:t>
            </a:r>
          </a:p>
        </p:txBody>
      </p:sp>
      <p:cxnSp>
        <p:nvCxnSpPr>
          <p:cNvPr id="1018" name="Gerade Verbindung mit Pfeil 1017"/>
          <p:cNvCxnSpPr>
            <a:stCxn id="1003" idx="3"/>
            <a:endCxn id="1004" idx="1"/>
          </p:cNvCxnSpPr>
          <p:nvPr/>
        </p:nvCxnSpPr>
        <p:spPr>
          <a:xfrm>
            <a:off x="2933700" y="1862138"/>
            <a:ext cx="533400" cy="0"/>
          </a:xfrm>
          <a:prstGeom prst="straightConnector1">
            <a:avLst/>
          </a:prstGeom>
          <a:ln w="24765">
            <a:solidFill>
              <a:srgbClr val="7C98B5"/>
            </a:solidFill>
            <a:tailEnd type="triangle" w="med" len="med"/>
          </a:ln>
        </p:spPr>
      </p:cxnSp>
      <p:cxnSp>
        <p:nvCxnSpPr>
          <p:cNvPr id="1019" name="Gerade Verbindung mit Pfeil 1018"/>
          <p:cNvCxnSpPr>
            <a:stCxn id="1004" idx="3"/>
            <a:endCxn id="1005" idx="1"/>
          </p:cNvCxnSpPr>
          <p:nvPr/>
        </p:nvCxnSpPr>
        <p:spPr>
          <a:xfrm>
            <a:off x="5829300" y="1862138"/>
            <a:ext cx="533400" cy="0"/>
          </a:xfrm>
          <a:prstGeom prst="straightConnector1">
            <a:avLst/>
          </a:prstGeom>
          <a:ln w="24765">
            <a:solidFill>
              <a:srgbClr val="7C98B5"/>
            </a:solidFill>
            <a:tailEnd type="triangle" w="med" len="med"/>
          </a:ln>
        </p:spPr>
      </p:cxnSp>
      <p:cxnSp>
        <p:nvCxnSpPr>
          <p:cNvPr id="1020" name="Gerade Verbindung mit Pfeil 1019"/>
          <p:cNvCxnSpPr>
            <a:stCxn id="1005" idx="3"/>
            <a:endCxn id="1006" idx="1"/>
          </p:cNvCxnSpPr>
          <p:nvPr/>
        </p:nvCxnSpPr>
        <p:spPr>
          <a:xfrm>
            <a:off x="8724900" y="1862138"/>
            <a:ext cx="533400" cy="0"/>
          </a:xfrm>
          <a:prstGeom prst="straightConnector1">
            <a:avLst/>
          </a:prstGeom>
          <a:ln w="24765">
            <a:solidFill>
              <a:srgbClr val="7C98B5"/>
            </a:solidFill>
            <a:tailEnd type="triangle" w="med" len="med"/>
          </a:ln>
        </p:spPr>
      </p:cxnSp>
      <p:graphicFrame>
        <p:nvGraphicFramePr>
          <p:cNvPr id="1021" name="Tabelle 1020"/>
          <p:cNvGraphicFramePr/>
          <p:nvPr/>
        </p:nvGraphicFramePr>
        <p:xfrm>
          <a:off x="571500" y="2857500"/>
          <a:ext cx="11049000" cy="28765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56673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438150">
                <a:tc>
                  <a:txBody>
                    <a:bodyPr/>
                    <a:lstStyle/>
                    <a:p>
                      <a:r>
                        <a:rPr sz="1650" b="1">
                          <a:solidFill>
                            <a:srgbClr val="FFFFFF"/>
                          </a:solidFill>
                          <a:latin typeface="Arial"/>
                          <a:ea typeface="Arial"/>
                          <a:cs typeface="Arial"/>
                        </a:rPr>
                        <a:t>Ebene</a:t>
                      </a:r>
                    </a:p>
                  </a:txBody>
                  <a:tcPr anchor="ctr">
                    <a:solidFill>
                      <a:srgbClr val="6193CD"/>
                    </a:solidFill>
                  </a:tcPr>
                </a:tc>
                <a:tc>
                  <a:txBody>
                    <a:bodyPr/>
                    <a:lstStyle/>
                    <a:p>
                      <a:r>
                        <a:rPr sz="1650" b="1">
                          <a:solidFill>
                            <a:srgbClr val="FFFFFF"/>
                          </a:solidFill>
                          <a:latin typeface="Arial"/>
                          <a:ea typeface="Arial"/>
                          <a:cs typeface="Arial"/>
                        </a:rPr>
                        <a:t>Prüffrage</a:t>
                      </a:r>
                    </a:p>
                  </a:txBody>
                  <a:tcPr anchor="ctr">
                    <a:solidFill>
                      <a:srgbClr val="6193CD"/>
                    </a:solidFill>
                  </a:tcPr>
                </a:tc>
                <a:tc>
                  <a:txBody>
                    <a:bodyPr/>
                    <a:lstStyle/>
                    <a:p>
                      <a:r>
                        <a:rPr sz="1650" b="1">
                          <a:solidFill>
                            <a:srgbClr val="FFFFFF"/>
                          </a:solidFill>
                          <a:latin typeface="Arial"/>
                          <a:ea typeface="Arial"/>
                          <a:cs typeface="Arial"/>
                        </a:rPr>
                        <a:t>Messgröße</a:t>
                      </a:r>
                    </a:p>
                  </a:txBody>
                  <a:tcPr anchor="ctr">
                    <a:solidFill>
                      <a:srgbClr val="6193CD"/>
                    </a:solidFill>
                  </a:tcPr>
                </a:tc>
                <a:extLst>
                  <a:ext uri="{0D108BD9-81ED-4DB2-BD59-A6C34878D82A}">
                    <a16:rowId xmlns:a16="http://schemas.microsoft.com/office/drawing/2014/main" val="10000"/>
                  </a:ext>
                </a:extLst>
              </a:tr>
              <a:tr h="609600">
                <a:tc>
                  <a:txBody>
                    <a:bodyPr/>
                    <a:lstStyle/>
                    <a:p>
                      <a:r>
                        <a:rPr sz="1650" b="0">
                          <a:solidFill>
                            <a:srgbClr val="586165"/>
                          </a:solidFill>
                          <a:latin typeface="Arial"/>
                          <a:ea typeface="Arial"/>
                          <a:cs typeface="Arial"/>
                        </a:rPr>
                        <a:t>Retrieval</a:t>
                      </a:r>
                    </a:p>
                  </a:txBody>
                  <a:tcPr anchor="ctr">
                    <a:solidFill>
                      <a:srgbClr val="E9EFF7"/>
                    </a:solidFill>
                  </a:tcPr>
                </a:tc>
                <a:tc>
                  <a:txBody>
                    <a:bodyPr/>
                    <a:lstStyle/>
                    <a:p>
                      <a:r>
                        <a:rPr sz="1650" b="0">
                          <a:solidFill>
                            <a:srgbClr val="586165"/>
                          </a:solidFill>
                          <a:latin typeface="Arial"/>
                          <a:ea typeface="Arial"/>
                          <a:cs typeface="Arial"/>
                        </a:rPr>
                        <a:t>Findet die Suche die bekannten relevanten Quellen?</a:t>
                      </a:r>
                    </a:p>
                  </a:txBody>
                  <a:tcPr anchor="ctr">
                    <a:solidFill>
                      <a:srgbClr val="E9EFF7"/>
                    </a:solidFill>
                  </a:tcPr>
                </a:tc>
                <a:tc>
                  <a:txBody>
                    <a:bodyPr/>
                    <a:lstStyle/>
                    <a:p>
                      <a:r>
                        <a:rPr sz="1650" b="0">
                          <a:solidFill>
                            <a:srgbClr val="586165"/>
                          </a:solidFill>
                          <a:latin typeface="Arial"/>
                          <a:ea typeface="Arial"/>
                          <a:cs typeface="Arial"/>
                        </a:rPr>
                        <a:t>Recall@k, Trefferrelevanz</a:t>
                      </a:r>
                    </a:p>
                  </a:txBody>
                  <a:tcPr anchor="ctr">
                    <a:solidFill>
                      <a:srgbClr val="E9EFF7"/>
                    </a:solidFill>
                  </a:tcPr>
                </a:tc>
                <a:extLst>
                  <a:ext uri="{0D108BD9-81ED-4DB2-BD59-A6C34878D82A}">
                    <a16:rowId xmlns:a16="http://schemas.microsoft.com/office/drawing/2014/main" val="10001"/>
                  </a:ext>
                </a:extLst>
              </a:tr>
              <a:tr h="609600">
                <a:tc>
                  <a:txBody>
                    <a:bodyPr/>
                    <a:lstStyle/>
                    <a:p>
                      <a:r>
                        <a:rPr sz="1650" b="0">
                          <a:solidFill>
                            <a:srgbClr val="586165"/>
                          </a:solidFill>
                          <a:latin typeface="Arial"/>
                          <a:ea typeface="Arial"/>
                          <a:cs typeface="Arial"/>
                        </a:rPr>
                        <a:t>Antwort</a:t>
                      </a:r>
                    </a:p>
                  </a:txBody>
                  <a:tcPr anchor="ctr">
                    <a:solidFill>
                      <a:srgbClr val="F5F7FA"/>
                    </a:solidFill>
                  </a:tcPr>
                </a:tc>
                <a:tc>
                  <a:txBody>
                    <a:bodyPr/>
                    <a:lstStyle/>
                    <a:p>
                      <a:r>
                        <a:rPr sz="1650" b="0">
                          <a:solidFill>
                            <a:srgbClr val="586165"/>
                          </a:solidFill>
                          <a:latin typeface="Arial"/>
                          <a:ea typeface="Arial"/>
                          <a:cs typeface="Arial"/>
                        </a:rPr>
                        <a:t>Stützen die Quellen die Aussagen und Zitate?</a:t>
                      </a:r>
                    </a:p>
                  </a:txBody>
                  <a:tcPr anchor="ctr">
                    <a:solidFill>
                      <a:srgbClr val="F5F7FA"/>
                    </a:solidFill>
                  </a:tcPr>
                </a:tc>
                <a:tc>
                  <a:txBody>
                    <a:bodyPr/>
                    <a:lstStyle/>
                    <a:p>
                      <a:r>
                        <a:rPr sz="1650" b="0">
                          <a:solidFill>
                            <a:srgbClr val="586165"/>
                          </a:solidFill>
                          <a:latin typeface="Arial"/>
                          <a:ea typeface="Arial"/>
                          <a:cs typeface="Arial"/>
                        </a:rPr>
                        <a:t>Belegtreue, korrekte Zitate</a:t>
                      </a:r>
                    </a:p>
                  </a:txBody>
                  <a:tcPr anchor="ctr">
                    <a:solidFill>
                      <a:srgbClr val="F5F7FA"/>
                    </a:solidFill>
                  </a:tcPr>
                </a:tc>
                <a:extLst>
                  <a:ext uri="{0D108BD9-81ED-4DB2-BD59-A6C34878D82A}">
                    <a16:rowId xmlns:a16="http://schemas.microsoft.com/office/drawing/2014/main" val="10002"/>
                  </a:ext>
                </a:extLst>
              </a:tr>
              <a:tr h="609600">
                <a:tc>
                  <a:txBody>
                    <a:bodyPr/>
                    <a:lstStyle/>
                    <a:p>
                      <a:r>
                        <a:rPr sz="1650" b="0">
                          <a:solidFill>
                            <a:srgbClr val="586165"/>
                          </a:solidFill>
                          <a:latin typeface="Arial"/>
                          <a:ea typeface="Arial"/>
                          <a:cs typeface="Arial"/>
                        </a:rPr>
                        <a:t>Nutzeraufgabe</a:t>
                      </a:r>
                    </a:p>
                  </a:txBody>
                  <a:tcPr anchor="ctr">
                    <a:solidFill>
                      <a:srgbClr val="E9EFF7"/>
                    </a:solidFill>
                  </a:tcPr>
                </a:tc>
                <a:tc>
                  <a:txBody>
                    <a:bodyPr/>
                    <a:lstStyle/>
                    <a:p>
                      <a:r>
                        <a:rPr sz="1650" b="0">
                          <a:solidFill>
                            <a:srgbClr val="586165"/>
                          </a:solidFill>
                          <a:latin typeface="Arial"/>
                          <a:ea typeface="Arial"/>
                          <a:cs typeface="Arial"/>
                        </a:rPr>
                        <a:t>Ist das Ergebnis hilfreich und ausreichend vollständig?</a:t>
                      </a:r>
                    </a:p>
                  </a:txBody>
                  <a:tcPr anchor="ctr">
                    <a:solidFill>
                      <a:srgbClr val="E9EFF7"/>
                    </a:solidFill>
                  </a:tcPr>
                </a:tc>
                <a:tc>
                  <a:txBody>
                    <a:bodyPr/>
                    <a:lstStyle/>
                    <a:p>
                      <a:r>
                        <a:rPr sz="1650" b="0">
                          <a:solidFill>
                            <a:srgbClr val="586165"/>
                          </a:solidFill>
                          <a:latin typeface="Arial"/>
                          <a:ea typeface="Arial"/>
                          <a:cs typeface="Arial"/>
                        </a:rPr>
                        <a:t>Aufgabenerfolg, Bearbeitungszeit</a:t>
                      </a:r>
                    </a:p>
                  </a:txBody>
                  <a:tcPr anchor="ctr">
                    <a:solidFill>
                      <a:srgbClr val="E9EFF7"/>
                    </a:solidFill>
                  </a:tcPr>
                </a:tc>
                <a:extLst>
                  <a:ext uri="{0D108BD9-81ED-4DB2-BD59-A6C34878D82A}">
                    <a16:rowId xmlns:a16="http://schemas.microsoft.com/office/drawing/2014/main" val="10003"/>
                  </a:ext>
                </a:extLst>
              </a:tr>
              <a:tr h="609600">
                <a:tc>
                  <a:txBody>
                    <a:bodyPr/>
                    <a:lstStyle/>
                    <a:p>
                      <a:r>
                        <a:rPr sz="1650" b="0">
                          <a:solidFill>
                            <a:srgbClr val="586165"/>
                          </a:solidFill>
                          <a:latin typeface="Arial"/>
                          <a:ea typeface="Arial"/>
                          <a:cs typeface="Arial"/>
                        </a:rPr>
                        <a:t>Betrieb und Zugriff</a:t>
                      </a:r>
                    </a:p>
                  </a:txBody>
                  <a:tcPr anchor="ctr">
                    <a:solidFill>
                      <a:srgbClr val="F5F7FA"/>
                    </a:solidFill>
                  </a:tcPr>
                </a:tc>
                <a:tc>
                  <a:txBody>
                    <a:bodyPr/>
                    <a:lstStyle/>
                    <a:p>
                      <a:r>
                        <a:rPr sz="1650" b="0">
                          <a:solidFill>
                            <a:srgbClr val="586165"/>
                          </a:solidFill>
                          <a:latin typeface="Arial"/>
                          <a:ea typeface="Arial"/>
                          <a:cs typeface="Arial"/>
                        </a:rPr>
                        <a:t>Bleiben Antwortzeit, Datenstand und Rechte im Zielrahmen?</a:t>
                      </a:r>
                    </a:p>
                  </a:txBody>
                  <a:tcPr anchor="ctr">
                    <a:solidFill>
                      <a:srgbClr val="F5F7FA"/>
                    </a:solidFill>
                  </a:tcPr>
                </a:tc>
                <a:tc>
                  <a:txBody>
                    <a:bodyPr/>
                    <a:lstStyle/>
                    <a:p>
                      <a:r>
                        <a:rPr sz="1650" b="0">
                          <a:solidFill>
                            <a:srgbClr val="586165"/>
                          </a:solidFill>
                          <a:latin typeface="Arial"/>
                          <a:ea typeface="Arial"/>
                          <a:cs typeface="Arial"/>
                        </a:rPr>
                        <a:t>Latenz, Datenrückstand, Zugriffstests</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11" name="Vergleich mit der bisherigen Recherche. Akzeptanzkriterien vor der Aus">
            <a:extLst>
              <a:ext uri="{FF2B5EF4-FFF2-40B4-BE49-F238E27FC236}">
                <a16:creationId xmlns:a16="http://schemas.microsoft.com/office/drawing/2014/main" id="{03111D06-8CDB-4342-880F-BC145035FEB8}"/>
              </a:ext>
            </a:extLst>
          </p:cNvPr>
          <p:cNvSpPr>
            <a:spLocks noGrp="1"/>
          </p:cNvSpPr>
          <p:nvPr/>
        </p:nvSpPr>
        <p:spPr>
          <a:xfrm>
            <a:off x="571500" y="6010275"/>
            <a:ext cx="11049000" cy="523875"/>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Vergleich mit der bisherigen Recherche. Akzeptanzkriterien vor der Auswertung festlegen.</a:t>
            </a:r>
          </a:p>
        </p:txBody>
      </p:sp>
    </p:spTree>
    <p:extLst>
      <p:ext uri="{BB962C8B-B14F-4D97-AF65-F5344CB8AC3E}">
        <p14:creationId xmlns:p14="http://schemas.microsoft.com/office/powerpoint/2010/main" val="35713265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59</a:t>
            </a:fld>
            <a:endParaRPr lang="en-US"/>
          </a:p>
        </p:txBody>
      </p:sp>
      <p:sp>
        <p:nvSpPr>
          <p:cNvPr id="1012" name="Testset und kontinuierliche Verbesserung">
            <a:extLst>
              <a:ext uri="{FF2B5EF4-FFF2-40B4-BE49-F238E27FC236}">
                <a16:creationId xmlns:a16="http://schemas.microsoft.com/office/drawing/2014/main" id="{1964CB5B-55EB-4B38-92D8-E8D5ACFF5312}"/>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Testset und kontinuierliche Verbesserung</a:t>
            </a:r>
          </a:p>
        </p:txBody>
      </p:sp>
      <p:sp>
        <p:nvSpPr>
          <p:cNvPr id="1002" name="06  Evaluation und Umsetzung">
            <a:extLst>
              <a:ext uri="{FF2B5EF4-FFF2-40B4-BE49-F238E27FC236}">
                <a16:creationId xmlns:a16="http://schemas.microsoft.com/office/drawing/2014/main" id="{85327E1F-1E5F-4EA0-9F4C-BAAF6FC90AC8}"/>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06  Evaluation und Umsetzung</a:t>
            </a:r>
          </a:p>
        </p:txBody>
      </p:sp>
      <p:sp>
        <p:nvSpPr>
          <p:cNvPr id="1003" name="1  Golden Set erstellen">
            <a:extLst>
              <a:ext uri="{FF2B5EF4-FFF2-40B4-BE49-F238E27FC236}">
                <a16:creationId xmlns:a16="http://schemas.microsoft.com/office/drawing/2014/main" id="{D8C60CB3-42F1-4963-8EF5-278B06D8EE1F}"/>
              </a:ext>
            </a:extLst>
          </p:cNvPr>
          <p:cNvSpPr>
            <a:spLocks noGrp="1"/>
          </p:cNvSpPr>
          <p:nvPr/>
        </p:nvSpPr>
        <p:spPr>
          <a:xfrm>
            <a:off x="571500" y="1571625"/>
            <a:ext cx="2362200" cy="1009650"/>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1  Golden Set</a:t>
            </a:r>
          </a:p>
          <a:p>
            <a:pPr algn="ctr">
              <a:defRPr sz="1800">
                <a:solidFill>
                  <a:srgbClr val="FFFFFF"/>
                </a:solidFill>
                <a:latin typeface="Arial"/>
                <a:ea typeface="Arial"/>
                <a:cs typeface="Arial"/>
              </a:defRPr>
            </a:pPr>
            <a:r>
              <a:rPr sz="1800">
                <a:solidFill>
                  <a:srgbClr val="FFFFFF"/>
                </a:solidFill>
                <a:latin typeface="Arial"/>
                <a:ea typeface="Arial"/>
                <a:cs typeface="Arial"/>
              </a:rPr>
              <a:t>erstellen</a:t>
            </a:r>
          </a:p>
        </p:txBody>
      </p:sp>
      <p:sp>
        <p:nvSpPr>
          <p:cNvPr id="1004" name="2  Nach Änderungen erneut testen">
            <a:extLst>
              <a:ext uri="{FF2B5EF4-FFF2-40B4-BE49-F238E27FC236}">
                <a16:creationId xmlns:a16="http://schemas.microsoft.com/office/drawing/2014/main" id="{2221D35A-C7BB-40E6-A2D2-3C30526525A8}"/>
              </a:ext>
            </a:extLst>
          </p:cNvPr>
          <p:cNvSpPr>
            <a:spLocks noGrp="1"/>
          </p:cNvSpPr>
          <p:nvPr/>
        </p:nvSpPr>
        <p:spPr>
          <a:xfrm>
            <a:off x="3467100" y="1571625"/>
            <a:ext cx="2362200" cy="1009650"/>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2  Nach Änderungen</a:t>
            </a:r>
          </a:p>
          <a:p>
            <a:pPr algn="ctr">
              <a:defRPr sz="1800">
                <a:solidFill>
                  <a:srgbClr val="FFFFFF"/>
                </a:solidFill>
                <a:latin typeface="Arial"/>
                <a:ea typeface="Arial"/>
                <a:cs typeface="Arial"/>
              </a:defRPr>
            </a:pPr>
            <a:r>
              <a:rPr sz="1800">
                <a:solidFill>
                  <a:srgbClr val="FFFFFF"/>
                </a:solidFill>
                <a:latin typeface="Arial"/>
                <a:ea typeface="Arial"/>
                <a:cs typeface="Arial"/>
              </a:rPr>
              <a:t>erneut testen</a:t>
            </a:r>
          </a:p>
        </p:txBody>
      </p:sp>
      <p:sp>
        <p:nvSpPr>
          <p:cNvPr id="1005" name="3  Nutzung beobachten">
            <a:extLst>
              <a:ext uri="{FF2B5EF4-FFF2-40B4-BE49-F238E27FC236}">
                <a16:creationId xmlns:a16="http://schemas.microsoft.com/office/drawing/2014/main" id="{B655F981-3081-480F-AB1C-C12312390BEE}"/>
              </a:ext>
            </a:extLst>
          </p:cNvPr>
          <p:cNvSpPr>
            <a:spLocks noGrp="1"/>
          </p:cNvSpPr>
          <p:nvPr/>
        </p:nvSpPr>
        <p:spPr>
          <a:xfrm>
            <a:off x="6362700" y="1571625"/>
            <a:ext cx="2362200" cy="1009650"/>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3  Nutzung</a:t>
            </a:r>
          </a:p>
          <a:p>
            <a:pPr algn="ctr">
              <a:defRPr sz="1800">
                <a:solidFill>
                  <a:srgbClr val="FFFFFF"/>
                </a:solidFill>
                <a:latin typeface="Arial"/>
                <a:ea typeface="Arial"/>
                <a:cs typeface="Arial"/>
              </a:defRPr>
            </a:pPr>
            <a:r>
              <a:rPr sz="1800">
                <a:solidFill>
                  <a:srgbClr val="FFFFFF"/>
                </a:solidFill>
                <a:latin typeface="Arial"/>
                <a:ea typeface="Arial"/>
                <a:cs typeface="Arial"/>
              </a:rPr>
              <a:t>beobachten</a:t>
            </a:r>
          </a:p>
        </p:txBody>
      </p:sp>
      <p:sp>
        <p:nvSpPr>
          <p:cNvPr id="1006" name="4  Fehlerfälle ins Testset aufnehmen">
            <a:extLst>
              <a:ext uri="{FF2B5EF4-FFF2-40B4-BE49-F238E27FC236}">
                <a16:creationId xmlns:a16="http://schemas.microsoft.com/office/drawing/2014/main" id="{37D966B2-7E0F-48E2-97CC-E6BC920CB9D8}"/>
              </a:ext>
            </a:extLst>
          </p:cNvPr>
          <p:cNvSpPr>
            <a:spLocks noGrp="1"/>
          </p:cNvSpPr>
          <p:nvPr/>
        </p:nvSpPr>
        <p:spPr>
          <a:xfrm>
            <a:off x="9258300" y="1571625"/>
            <a:ext cx="2362200" cy="1009650"/>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4  Fehlerfälle</a:t>
            </a:r>
          </a:p>
          <a:p>
            <a:pPr algn="ctr">
              <a:defRPr sz="1800">
                <a:solidFill>
                  <a:srgbClr val="FFFFFF"/>
                </a:solidFill>
                <a:latin typeface="Arial"/>
                <a:ea typeface="Arial"/>
                <a:cs typeface="Arial"/>
              </a:defRPr>
            </a:pPr>
            <a:r>
              <a:rPr sz="1800">
                <a:solidFill>
                  <a:srgbClr val="FFFFFF"/>
                </a:solidFill>
                <a:latin typeface="Arial"/>
                <a:ea typeface="Arial"/>
                <a:cs typeface="Arial"/>
              </a:rPr>
              <a:t>ins Testset aufnehmen</a:t>
            </a:r>
          </a:p>
        </p:txBody>
      </p:sp>
      <p:cxnSp>
        <p:nvCxnSpPr>
          <p:cNvPr id="1018" name="Gerade Verbindung mit Pfeil 1017"/>
          <p:cNvCxnSpPr>
            <a:stCxn id="1003" idx="3"/>
            <a:endCxn id="1004" idx="1"/>
          </p:cNvCxnSpPr>
          <p:nvPr/>
        </p:nvCxnSpPr>
        <p:spPr>
          <a:xfrm>
            <a:off x="2933700" y="2076450"/>
            <a:ext cx="533400" cy="0"/>
          </a:xfrm>
          <a:prstGeom prst="straightConnector1">
            <a:avLst/>
          </a:prstGeom>
          <a:ln w="24765">
            <a:solidFill>
              <a:srgbClr val="7C98B5"/>
            </a:solidFill>
            <a:tailEnd type="triangle" w="med" len="med"/>
          </a:ln>
        </p:spPr>
      </p:cxnSp>
      <p:cxnSp>
        <p:nvCxnSpPr>
          <p:cNvPr id="1019" name="Gerade Verbindung mit Pfeil 1018"/>
          <p:cNvCxnSpPr>
            <a:stCxn id="1004" idx="3"/>
            <a:endCxn id="1005" idx="1"/>
          </p:cNvCxnSpPr>
          <p:nvPr/>
        </p:nvCxnSpPr>
        <p:spPr>
          <a:xfrm>
            <a:off x="5829300" y="2076450"/>
            <a:ext cx="533400" cy="0"/>
          </a:xfrm>
          <a:prstGeom prst="straightConnector1">
            <a:avLst/>
          </a:prstGeom>
          <a:ln w="24765">
            <a:solidFill>
              <a:srgbClr val="7C98B5"/>
            </a:solidFill>
            <a:tailEnd type="triangle" w="med" len="med"/>
          </a:ln>
        </p:spPr>
      </p:cxnSp>
      <p:cxnSp>
        <p:nvCxnSpPr>
          <p:cNvPr id="1020" name="Gerade Verbindung mit Pfeil 1019"/>
          <p:cNvCxnSpPr>
            <a:stCxn id="1005" idx="3"/>
            <a:endCxn id="1006" idx="1"/>
          </p:cNvCxnSpPr>
          <p:nvPr/>
        </p:nvCxnSpPr>
        <p:spPr>
          <a:xfrm>
            <a:off x="8724900" y="2076450"/>
            <a:ext cx="533400" cy="0"/>
          </a:xfrm>
          <a:prstGeom prst="straightConnector1">
            <a:avLst/>
          </a:prstGeom>
          <a:ln w="24765">
            <a:solidFill>
              <a:srgbClr val="7C98B5"/>
            </a:solidFill>
            <a:tailEnd type="triangle" w="med" len="med"/>
          </a:ln>
        </p:spPr>
      </p:cxnSp>
      <p:graphicFrame>
        <p:nvGraphicFramePr>
          <p:cNvPr id="1021" name="Tabelle 1020"/>
          <p:cNvGraphicFramePr/>
          <p:nvPr/>
        </p:nvGraphicFramePr>
        <p:xfrm>
          <a:off x="571500" y="3028950"/>
          <a:ext cx="11049000" cy="2867025"/>
        </p:xfrm>
        <a:graphic>
          <a:graphicData uri="http://schemas.openxmlformats.org/drawingml/2006/table">
            <a:tbl>
              <a:tblPr firstRow="1"/>
              <a:tblGrid>
                <a:gridCol w="3952875">
                  <a:extLst>
                    <a:ext uri="{9D8B030D-6E8A-4147-A177-3AD203B41FA5}">
                      <a16:colId xmlns:a16="http://schemas.microsoft.com/office/drawing/2014/main" val="20000"/>
                    </a:ext>
                  </a:extLst>
                </a:gridCol>
                <a:gridCol w="7096125">
                  <a:extLst>
                    <a:ext uri="{9D8B030D-6E8A-4147-A177-3AD203B41FA5}">
                      <a16:colId xmlns:a16="http://schemas.microsoft.com/office/drawing/2014/main" val="20001"/>
                    </a:ext>
                  </a:extLst>
                </a:gridCol>
              </a:tblGrid>
              <a:tr h="428625">
                <a:tc>
                  <a:txBody>
                    <a:bodyPr/>
                    <a:lstStyle/>
                    <a:p>
                      <a:r>
                        <a:rPr sz="1650" b="1">
                          <a:solidFill>
                            <a:srgbClr val="FFFFFF"/>
                          </a:solidFill>
                          <a:latin typeface="Arial"/>
                          <a:ea typeface="Arial"/>
                          <a:cs typeface="Arial"/>
                        </a:rPr>
                        <a:t>Testfall</a:t>
                      </a:r>
                    </a:p>
                  </a:txBody>
                  <a:tcPr anchor="ctr">
                    <a:solidFill>
                      <a:srgbClr val="6193CD"/>
                    </a:solidFill>
                  </a:tcPr>
                </a:tc>
                <a:tc>
                  <a:txBody>
                    <a:bodyPr/>
                    <a:lstStyle/>
                    <a:p>
                      <a:r>
                        <a:rPr sz="1650" b="1">
                          <a:solidFill>
                            <a:srgbClr val="FFFFFF"/>
                          </a:solidFill>
                          <a:latin typeface="Arial"/>
                          <a:ea typeface="Arial"/>
                          <a:cs typeface="Arial"/>
                        </a:rPr>
                        <a:t>Erwartetes Verhalten</a:t>
                      </a:r>
                    </a:p>
                  </a:txBody>
                  <a:tcPr anchor="ctr">
                    <a:solidFill>
                      <a:srgbClr val="6193CD"/>
                    </a:solidFill>
                  </a:tcPr>
                </a:tc>
                <a:extLst>
                  <a:ext uri="{0D108BD9-81ED-4DB2-BD59-A6C34878D82A}">
                    <a16:rowId xmlns:a16="http://schemas.microsoft.com/office/drawing/2014/main" val="10000"/>
                  </a:ext>
                </a:extLst>
              </a:tr>
              <a:tr h="609600">
                <a:tc>
                  <a:txBody>
                    <a:bodyPr/>
                    <a:lstStyle/>
                    <a:p>
                      <a:r>
                        <a:rPr sz="1650" b="0">
                          <a:solidFill>
                            <a:srgbClr val="586165"/>
                          </a:solidFill>
                          <a:latin typeface="Arial"/>
                          <a:ea typeface="Arial"/>
                          <a:cs typeface="Arial"/>
                        </a:rPr>
                        <a:t>Eindeutige Frage</a:t>
                      </a:r>
                    </a:p>
                  </a:txBody>
                  <a:tcPr anchor="ctr">
                    <a:solidFill>
                      <a:srgbClr val="E9EFF7"/>
                    </a:solidFill>
                  </a:tcPr>
                </a:tc>
                <a:tc>
                  <a:txBody>
                    <a:bodyPr/>
                    <a:lstStyle/>
                    <a:p>
                      <a:r>
                        <a:rPr sz="1650" b="0">
                          <a:solidFill>
                            <a:srgbClr val="586165"/>
                          </a:solidFill>
                          <a:latin typeface="Arial"/>
                          <a:ea typeface="Arial"/>
                          <a:cs typeface="Arial"/>
                        </a:rPr>
                        <a:t>Passende Belege und eine gestützte Antwort liefern.</a:t>
                      </a:r>
                    </a:p>
                  </a:txBody>
                  <a:tcPr anchor="ctr">
                    <a:solidFill>
                      <a:srgbClr val="E9EFF7"/>
                    </a:solidFill>
                  </a:tcPr>
                </a:tc>
                <a:extLst>
                  <a:ext uri="{0D108BD9-81ED-4DB2-BD59-A6C34878D82A}">
                    <a16:rowId xmlns:a16="http://schemas.microsoft.com/office/drawing/2014/main" val="10001"/>
                  </a:ext>
                </a:extLst>
              </a:tr>
              <a:tr h="609600">
                <a:tc>
                  <a:txBody>
                    <a:bodyPr/>
                    <a:lstStyle/>
                    <a:p>
                      <a:r>
                        <a:rPr sz="1650" b="0">
                          <a:solidFill>
                            <a:srgbClr val="586165"/>
                          </a:solidFill>
                          <a:latin typeface="Arial"/>
                          <a:ea typeface="Arial"/>
                          <a:cs typeface="Arial"/>
                        </a:rPr>
                        <a:t>Mehrdeutige Frage</a:t>
                      </a:r>
                    </a:p>
                  </a:txBody>
                  <a:tcPr anchor="ctr">
                    <a:solidFill>
                      <a:srgbClr val="F5F7FA"/>
                    </a:solidFill>
                  </a:tcPr>
                </a:tc>
                <a:tc>
                  <a:txBody>
                    <a:bodyPr/>
                    <a:lstStyle/>
                    <a:p>
                      <a:r>
                        <a:rPr sz="1650" b="0">
                          <a:solidFill>
                            <a:srgbClr val="586165"/>
                          </a:solidFill>
                          <a:latin typeface="Arial"/>
                          <a:ea typeface="Arial"/>
                          <a:cs typeface="Arial"/>
                        </a:rPr>
                        <a:t>Die Nutzerabsicht durch eine gezielte Rückfrage klären.</a:t>
                      </a:r>
                    </a:p>
                  </a:txBody>
                  <a:tcPr anchor="ctr">
                    <a:solidFill>
                      <a:srgbClr val="F5F7FA"/>
                    </a:solidFill>
                  </a:tcPr>
                </a:tc>
                <a:extLst>
                  <a:ext uri="{0D108BD9-81ED-4DB2-BD59-A6C34878D82A}">
                    <a16:rowId xmlns:a16="http://schemas.microsoft.com/office/drawing/2014/main" val="10002"/>
                  </a:ext>
                </a:extLst>
              </a:tr>
              <a:tr h="609600">
                <a:tc>
                  <a:txBody>
                    <a:bodyPr/>
                    <a:lstStyle/>
                    <a:p>
                      <a:r>
                        <a:rPr sz="1650" b="0">
                          <a:solidFill>
                            <a:srgbClr val="586165"/>
                          </a:solidFill>
                          <a:latin typeface="Arial"/>
                          <a:ea typeface="Arial"/>
                          <a:cs typeface="Arial"/>
                        </a:rPr>
                        <a:t>Fehlende oder widersprüchliche Quellen</a:t>
                      </a:r>
                    </a:p>
                  </a:txBody>
                  <a:tcPr anchor="ctr">
                    <a:solidFill>
                      <a:srgbClr val="E9EFF7"/>
                    </a:solidFill>
                  </a:tcPr>
                </a:tc>
                <a:tc>
                  <a:txBody>
                    <a:bodyPr/>
                    <a:lstStyle/>
                    <a:p>
                      <a:r>
                        <a:rPr sz="1650" b="0">
                          <a:solidFill>
                            <a:srgbClr val="586165"/>
                          </a:solidFill>
                          <a:latin typeface="Arial"/>
                          <a:ea typeface="Arial"/>
                          <a:cs typeface="Arial"/>
                        </a:rPr>
                        <a:t>Lücke oder Widerspruch sichtbar machen.</a:t>
                      </a:r>
                    </a:p>
                  </a:txBody>
                  <a:tcPr anchor="ctr">
                    <a:solidFill>
                      <a:srgbClr val="E9EFF7"/>
                    </a:solidFill>
                  </a:tcPr>
                </a:tc>
                <a:extLst>
                  <a:ext uri="{0D108BD9-81ED-4DB2-BD59-A6C34878D82A}">
                    <a16:rowId xmlns:a16="http://schemas.microsoft.com/office/drawing/2014/main" val="10003"/>
                  </a:ext>
                </a:extLst>
              </a:tr>
              <a:tr h="609600">
                <a:tc>
                  <a:txBody>
                    <a:bodyPr/>
                    <a:lstStyle/>
                    <a:p>
                      <a:r>
                        <a:rPr sz="1650" b="0">
                          <a:solidFill>
                            <a:srgbClr val="586165"/>
                          </a:solidFill>
                          <a:latin typeface="Arial"/>
                          <a:ea typeface="Arial"/>
                          <a:cs typeface="Arial"/>
                        </a:rPr>
                        <a:t>Fehlende Berechtigung</a:t>
                      </a:r>
                    </a:p>
                  </a:txBody>
                  <a:tcPr anchor="ctr">
                    <a:solidFill>
                      <a:srgbClr val="F5F7FA"/>
                    </a:solidFill>
                  </a:tcPr>
                </a:tc>
                <a:tc>
                  <a:txBody>
                    <a:bodyPr/>
                    <a:lstStyle/>
                    <a:p>
                      <a:r>
                        <a:rPr sz="1650" b="0">
                          <a:solidFill>
                            <a:srgbClr val="586165"/>
                          </a:solidFill>
                          <a:latin typeface="Arial"/>
                          <a:ea typeface="Arial"/>
                          <a:cs typeface="Arial"/>
                        </a:rPr>
                        <a:t>Geschützte Inhalte aus Treffern, Kontext und Zitaten ausschließen.</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11" name="Dasselbe Testset macht Verbesserungen und Rückschritte über Versionen ">
            <a:extLst>
              <a:ext uri="{FF2B5EF4-FFF2-40B4-BE49-F238E27FC236}">
                <a16:creationId xmlns:a16="http://schemas.microsoft.com/office/drawing/2014/main" id="{E5561005-33D4-4A8E-B4F0-E469AA9AF327}"/>
              </a:ext>
            </a:extLst>
          </p:cNvPr>
          <p:cNvSpPr>
            <a:spLocks noGrp="1"/>
          </p:cNvSpPr>
          <p:nvPr/>
        </p:nvSpPr>
        <p:spPr>
          <a:xfrm>
            <a:off x="571500" y="6105525"/>
            <a:ext cx="11049000" cy="523875"/>
          </a:xfrm>
          <a:prstGeom prst="rect">
            <a:avLst/>
          </a:prstGeom>
          <a:noFill/>
          <a:ln w="0">
            <a:noFill/>
          </a:ln>
        </p:spPr>
        <p:txBody>
          <a:bodyPr wrap="square" lIns="0" tIns="0" rIns="0" bIns="0" anchor="t">
            <a:noAutofit/>
          </a:bodyPr>
          <a:lstStyle/>
          <a:p>
            <a:pPr algn="l">
              <a:defRPr sz="1500" b="0">
                <a:solidFill>
                  <a:srgbClr val="3D6DA8"/>
                </a:solidFill>
                <a:latin typeface="Arial"/>
                <a:ea typeface="Arial"/>
                <a:cs typeface="Arial"/>
              </a:defRPr>
            </a:pPr>
            <a:r>
              <a:rPr sz="1500" b="0">
                <a:solidFill>
                  <a:srgbClr val="3D6DA8"/>
                </a:solidFill>
                <a:latin typeface="Arial"/>
                <a:ea typeface="Arial"/>
                <a:cs typeface="Arial"/>
              </a:rPr>
              <a:t>Dasselbe Testset macht Verbesserungen und Rückschritte über Versionen vergleichbar.</a:t>
            </a:r>
          </a:p>
        </p:txBody>
      </p:sp>
    </p:spTree>
    <p:extLst>
      <p:ext uri="{BB962C8B-B14F-4D97-AF65-F5344CB8AC3E}">
        <p14:creationId xmlns:p14="http://schemas.microsoft.com/office/powerpoint/2010/main" val="2063408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60</a:t>
            </a:fld>
            <a:endParaRPr lang="en-US"/>
          </a:p>
        </p:txBody>
      </p:sp>
      <p:sp>
        <p:nvSpPr>
          <p:cNvPr id="1016" name="Empfehlung und nächste Schritte">
            <a:extLst>
              <a:ext uri="{FF2B5EF4-FFF2-40B4-BE49-F238E27FC236}">
                <a16:creationId xmlns:a16="http://schemas.microsoft.com/office/drawing/2014/main" id="{4BFC33C6-994B-4A32-B61A-5CBF66227EA6}"/>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Empfehlung und nächste Schritte</a:t>
            </a:r>
          </a:p>
        </p:txBody>
      </p:sp>
      <p:sp>
        <p:nvSpPr>
          <p:cNvPr id="1003" name="Lesender Pilot mit Hybrid RAG und MCP-Suchtool">
            <a:extLst>
              <a:ext uri="{FF2B5EF4-FFF2-40B4-BE49-F238E27FC236}">
                <a16:creationId xmlns:a16="http://schemas.microsoft.com/office/drawing/2014/main" id="{4D60C9E3-4A86-4A50-85B0-949060692366}"/>
              </a:ext>
            </a:extLst>
          </p:cNvPr>
          <p:cNvSpPr>
            <a:spLocks noGrp="1"/>
          </p:cNvSpPr>
          <p:nvPr/>
        </p:nvSpPr>
        <p:spPr>
          <a:xfrm>
            <a:off x="571500" y="1381125"/>
            <a:ext cx="11049000" cy="381000"/>
          </a:xfrm>
          <a:prstGeom prst="rect">
            <a:avLst/>
          </a:prstGeom>
          <a:noFill/>
          <a:ln w="0">
            <a:noFill/>
          </a:ln>
        </p:spPr>
        <p:txBody>
          <a:bodyPr wrap="square" lIns="0" tIns="0" rIns="0" bIns="0" anchor="t">
            <a:noAutofit/>
          </a:bodyPr>
          <a:lstStyle/>
          <a:p>
            <a:pPr algn="l">
              <a:defRPr sz="1950" b="1">
                <a:solidFill>
                  <a:srgbClr val="3D6DA8"/>
                </a:solidFill>
                <a:latin typeface="Arial"/>
                <a:ea typeface="Arial"/>
                <a:cs typeface="Arial"/>
              </a:defRPr>
            </a:pPr>
            <a:r>
              <a:rPr sz="1950" b="1">
                <a:solidFill>
                  <a:srgbClr val="3D6DA8"/>
                </a:solidFill>
                <a:latin typeface="Arial"/>
                <a:ea typeface="Arial"/>
                <a:cs typeface="Arial"/>
              </a:rPr>
              <a:t>Lesender Pilot mit Hybrid RAG und MCP-Suchtool</a:t>
            </a:r>
          </a:p>
        </p:txBody>
      </p:sp>
      <p:sp>
        <p:nvSpPr>
          <p:cNvPr id="1004" name="Diagramm: 1  Quellen und Rechte bestätigen">
            <a:extLst>
              <a:ext uri="{FF2B5EF4-FFF2-40B4-BE49-F238E27FC236}">
                <a16:creationId xmlns:a16="http://schemas.microsoft.com/office/drawing/2014/main" id="{459411C6-BBA4-4972-8783-1481D1D67A29}"/>
              </a:ext>
            </a:extLst>
          </p:cNvPr>
          <p:cNvSpPr>
            <a:spLocks noGrp="1"/>
          </p:cNvSpPr>
          <p:nvPr/>
        </p:nvSpPr>
        <p:spPr>
          <a:xfrm>
            <a:off x="571500" y="2324100"/>
            <a:ext cx="2362200" cy="10668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1  Quellen und</a:t>
            </a:r>
          </a:p>
          <a:p>
            <a:pPr algn="ctr">
              <a:defRPr sz="1875" b="0">
                <a:solidFill>
                  <a:srgbClr val="FFFFFF"/>
                </a:solidFill>
                <a:latin typeface="Arial"/>
                <a:ea typeface="Arial"/>
                <a:cs typeface="Arial"/>
              </a:defRPr>
            </a:pPr>
            <a:r>
              <a:rPr sz="1875" b="0">
                <a:solidFill>
                  <a:srgbClr val="FFFFFF"/>
                </a:solidFill>
                <a:latin typeface="Arial"/>
                <a:ea typeface="Arial"/>
                <a:cs typeface="Arial"/>
              </a:rPr>
              <a:t>Rechte bestätigen</a:t>
            </a:r>
          </a:p>
        </p:txBody>
      </p:sp>
      <p:sp>
        <p:nvSpPr>
          <p:cNvPr id="1005" name="Diagramm: 2  Testfragen und Zielwerte festlegen">
            <a:extLst>
              <a:ext uri="{FF2B5EF4-FFF2-40B4-BE49-F238E27FC236}">
                <a16:creationId xmlns:a16="http://schemas.microsoft.com/office/drawing/2014/main" id="{8CC7D87C-3A6E-42A3-B7E4-6951C9B01355}"/>
              </a:ext>
            </a:extLst>
          </p:cNvPr>
          <p:cNvSpPr>
            <a:spLocks noGrp="1"/>
          </p:cNvSpPr>
          <p:nvPr/>
        </p:nvSpPr>
        <p:spPr>
          <a:xfrm>
            <a:off x="3467100" y="2324100"/>
            <a:ext cx="2362200" cy="10668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2  Testfragen und</a:t>
            </a:r>
          </a:p>
          <a:p>
            <a:pPr algn="ctr">
              <a:defRPr sz="1875" b="0">
                <a:solidFill>
                  <a:srgbClr val="FFFFFF"/>
                </a:solidFill>
                <a:latin typeface="Arial"/>
                <a:ea typeface="Arial"/>
                <a:cs typeface="Arial"/>
              </a:defRPr>
            </a:pPr>
            <a:r>
              <a:rPr sz="1875" b="0">
                <a:solidFill>
                  <a:srgbClr val="FFFFFF"/>
                </a:solidFill>
                <a:latin typeface="Arial"/>
                <a:ea typeface="Arial"/>
                <a:cs typeface="Arial"/>
              </a:rPr>
              <a:t>Zielwerte festlegen</a:t>
            </a:r>
          </a:p>
        </p:txBody>
      </p:sp>
      <p:sp>
        <p:nvSpPr>
          <p:cNvPr id="1006" name="Diagramm: 3  Pipeline bauen und testen">
            <a:extLst>
              <a:ext uri="{FF2B5EF4-FFF2-40B4-BE49-F238E27FC236}">
                <a16:creationId xmlns:a16="http://schemas.microsoft.com/office/drawing/2014/main" id="{EFF2284B-F89C-4EF2-949C-6EB4520FF687}"/>
              </a:ext>
            </a:extLst>
          </p:cNvPr>
          <p:cNvSpPr>
            <a:spLocks noGrp="1"/>
          </p:cNvSpPr>
          <p:nvPr/>
        </p:nvSpPr>
        <p:spPr>
          <a:xfrm>
            <a:off x="6362700" y="2324100"/>
            <a:ext cx="2362200" cy="10668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3  Pipeline bauen</a:t>
            </a:r>
          </a:p>
          <a:p>
            <a:pPr algn="ctr">
              <a:defRPr sz="1875" b="0">
                <a:solidFill>
                  <a:srgbClr val="FFFFFF"/>
                </a:solidFill>
                <a:latin typeface="Arial"/>
                <a:ea typeface="Arial"/>
                <a:cs typeface="Arial"/>
              </a:defRPr>
            </a:pPr>
            <a:r>
              <a:rPr sz="1875" b="0">
                <a:solidFill>
                  <a:srgbClr val="FFFFFF"/>
                </a:solidFill>
                <a:latin typeface="Arial"/>
                <a:ea typeface="Arial"/>
                <a:cs typeface="Arial"/>
              </a:rPr>
              <a:t>und testen</a:t>
            </a:r>
          </a:p>
        </p:txBody>
      </p:sp>
      <p:sp>
        <p:nvSpPr>
          <p:cNvPr id="1007" name="Diagramm: 4  Nutzen bewerten und Ausbau entscheiden">
            <a:extLst>
              <a:ext uri="{FF2B5EF4-FFF2-40B4-BE49-F238E27FC236}">
                <a16:creationId xmlns:a16="http://schemas.microsoft.com/office/drawing/2014/main" id="{795C2B9A-C9D8-4ECA-A1C6-4079194C964C}"/>
              </a:ext>
            </a:extLst>
          </p:cNvPr>
          <p:cNvSpPr>
            <a:spLocks noGrp="1"/>
          </p:cNvSpPr>
          <p:nvPr/>
        </p:nvSpPr>
        <p:spPr>
          <a:xfrm>
            <a:off x="9258300" y="2324100"/>
            <a:ext cx="2362200" cy="1066800"/>
          </a:xfrm>
          <a:prstGeom prst="rect">
            <a:avLst/>
          </a:prstGeom>
          <a:solidFill>
            <a:srgbClr val="6193CD"/>
          </a:solidFill>
          <a:ln w="0">
            <a:noFill/>
          </a:ln>
        </p:spPr>
        <p:txBody>
          <a:bodyPr wrap="square" lIns="114300" tIns="85725" rIns="114300" bIns="85725" anchor="ctr">
            <a:no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4  Nutzen bewerten</a:t>
            </a:r>
          </a:p>
          <a:p>
            <a:pPr algn="ctr">
              <a:defRPr sz="1875" b="0">
                <a:solidFill>
                  <a:srgbClr val="FFFFFF"/>
                </a:solidFill>
                <a:latin typeface="Arial"/>
                <a:ea typeface="Arial"/>
                <a:cs typeface="Arial"/>
              </a:defRPr>
            </a:pPr>
            <a:r>
              <a:rPr sz="1875" b="0">
                <a:solidFill>
                  <a:srgbClr val="FFFFFF"/>
                </a:solidFill>
                <a:latin typeface="Arial"/>
                <a:ea typeface="Arial"/>
                <a:cs typeface="Arial"/>
              </a:rPr>
              <a:t>und Ausbau entscheiden</a:t>
            </a:r>
          </a:p>
        </p:txBody>
      </p:sp>
      <p:cxnSp>
        <p:nvCxnSpPr>
          <p:cNvPr id="1023" name="Gerade Verbindung mit Pfeil 1022"/>
          <p:cNvCxnSpPr>
            <a:stCxn id="1004" idx="3"/>
            <a:endCxn id="1005" idx="1"/>
          </p:cNvCxnSpPr>
          <p:nvPr/>
        </p:nvCxnSpPr>
        <p:spPr>
          <a:xfrm>
            <a:off x="2933700" y="2857500"/>
            <a:ext cx="533400" cy="0"/>
          </a:xfrm>
          <a:prstGeom prst="straightConnector1">
            <a:avLst/>
          </a:prstGeom>
          <a:ln w="24765">
            <a:solidFill>
              <a:srgbClr val="7C98B5"/>
            </a:solidFill>
            <a:prstDash val="solid"/>
            <a:tailEnd type="triangle" w="med" len="med"/>
          </a:ln>
        </p:spPr>
      </p:cxnSp>
      <p:cxnSp>
        <p:nvCxnSpPr>
          <p:cNvPr id="1024" name="Gerade Verbindung mit Pfeil 1023"/>
          <p:cNvCxnSpPr>
            <a:stCxn id="1005" idx="3"/>
            <a:endCxn id="1006" idx="1"/>
          </p:cNvCxnSpPr>
          <p:nvPr/>
        </p:nvCxnSpPr>
        <p:spPr>
          <a:xfrm>
            <a:off x="5829300" y="2857500"/>
            <a:ext cx="533400" cy="0"/>
          </a:xfrm>
          <a:prstGeom prst="straightConnector1">
            <a:avLst/>
          </a:prstGeom>
          <a:ln w="24765">
            <a:solidFill>
              <a:srgbClr val="7C98B5"/>
            </a:solidFill>
            <a:prstDash val="solid"/>
            <a:tailEnd type="triangle" w="med" len="med"/>
          </a:ln>
        </p:spPr>
      </p:cxnSp>
      <p:cxnSp>
        <p:nvCxnSpPr>
          <p:cNvPr id="1025" name="Gerade Verbindung mit Pfeil 1024"/>
          <p:cNvCxnSpPr>
            <a:stCxn id="1006" idx="3"/>
            <a:endCxn id="1007" idx="1"/>
          </p:cNvCxnSpPr>
          <p:nvPr/>
        </p:nvCxnSpPr>
        <p:spPr>
          <a:xfrm>
            <a:off x="8724900" y="2857500"/>
            <a:ext cx="533400" cy="0"/>
          </a:xfrm>
          <a:prstGeom prst="straightConnector1">
            <a:avLst/>
          </a:prstGeom>
          <a:ln w="24765">
            <a:solidFill>
              <a:srgbClr val="7C98B5"/>
            </a:solidFill>
            <a:prstDash val="solid"/>
            <a:tailEnd type="triangle" w="med" len="med"/>
          </a:ln>
        </p:spPr>
      </p:cxnSp>
      <p:sp>
        <p:nvSpPr>
          <p:cNvPr id="1011" name="Fachliche Entscheidung">
            <a:extLst>
              <a:ext uri="{FF2B5EF4-FFF2-40B4-BE49-F238E27FC236}">
                <a16:creationId xmlns:a16="http://schemas.microsoft.com/office/drawing/2014/main" id="{DBBDC7EB-0957-43A7-A3AD-E0AC39DF2487}"/>
              </a:ext>
            </a:extLst>
          </p:cNvPr>
          <p:cNvSpPr>
            <a:spLocks noGrp="1"/>
          </p:cNvSpPr>
          <p:nvPr/>
        </p:nvSpPr>
        <p:spPr>
          <a:xfrm>
            <a:off x="571500" y="4210050"/>
            <a:ext cx="11049000" cy="323850"/>
          </a:xfrm>
          <a:prstGeom prst="rect">
            <a:avLst/>
          </a:prstGeom>
          <a:noFill/>
          <a:ln w="0">
            <a:noFill/>
          </a:ln>
        </p:spPr>
        <p:txBody>
          <a:bodyPr wrap="square" lIns="0" tIns="0" rIns="0" bIns="0" anchor="t">
            <a:noAutofit/>
          </a:bodyPr>
          <a:lstStyle/>
          <a:p>
            <a:pPr algn="l">
              <a:defRPr sz="1875" b="1">
                <a:solidFill>
                  <a:srgbClr val="3D6DA8"/>
                </a:solidFill>
                <a:latin typeface="Arial"/>
                <a:ea typeface="Arial"/>
                <a:cs typeface="Arial"/>
              </a:defRPr>
            </a:pPr>
            <a:r>
              <a:rPr sz="1875" b="1">
                <a:solidFill>
                  <a:srgbClr val="3D6DA8"/>
                </a:solidFill>
                <a:latin typeface="Arial"/>
                <a:ea typeface="Arial"/>
                <a:cs typeface="Arial"/>
              </a:rPr>
              <a:t>Fachliche Entscheidung</a:t>
            </a:r>
          </a:p>
        </p:txBody>
      </p:sp>
      <p:sp>
        <p:nvSpPr>
          <p:cNvPr id="1012" name="Welchen konkreten Recherchefall soll der Pilot verbessern?">
            <a:extLst>
              <a:ext uri="{FF2B5EF4-FFF2-40B4-BE49-F238E27FC236}">
                <a16:creationId xmlns:a16="http://schemas.microsoft.com/office/drawing/2014/main" id="{24F61FF8-3C79-4F67-96BD-9352465BF6B0}"/>
              </a:ext>
            </a:extLst>
          </p:cNvPr>
          <p:cNvSpPr>
            <a:spLocks noGrp="1"/>
          </p:cNvSpPr>
          <p:nvPr/>
        </p:nvSpPr>
        <p:spPr>
          <a:xfrm>
            <a:off x="571500" y="4572000"/>
            <a:ext cx="11049000" cy="476250"/>
          </a:xfrm>
          <a:prstGeom prst="rect">
            <a:avLst/>
          </a:prstGeom>
          <a:noFill/>
          <a:ln w="0">
            <a:noFill/>
          </a:ln>
        </p:spPr>
        <p:txBody>
          <a:bodyPr wrap="square" lIns="0" tIns="0" rIns="0" bIns="0" anchor="t">
            <a:noAutofit/>
          </a:bodyPr>
          <a:lstStyle/>
          <a:p>
            <a:pPr algn="l">
              <a:defRPr sz="1800" b="0">
                <a:solidFill>
                  <a:srgbClr val="586165"/>
                </a:solidFill>
                <a:latin typeface="Arial"/>
                <a:ea typeface="Arial"/>
                <a:cs typeface="Arial"/>
              </a:defRPr>
            </a:pPr>
            <a:r>
              <a:rPr sz="1800" b="0">
                <a:solidFill>
                  <a:srgbClr val="586165"/>
                </a:solidFill>
                <a:latin typeface="Arial"/>
                <a:ea typeface="Arial"/>
                <a:cs typeface="Arial"/>
              </a:rPr>
              <a:t>Welchen konkreten Recherchefall soll der Pilot verbessern?</a:t>
            </a:r>
          </a:p>
        </p:txBody>
      </p:sp>
      <p:sp>
        <p:nvSpPr>
          <p:cNvPr id="1013" name="Technische Entscheidung">
            <a:extLst>
              <a:ext uri="{FF2B5EF4-FFF2-40B4-BE49-F238E27FC236}">
                <a16:creationId xmlns:a16="http://schemas.microsoft.com/office/drawing/2014/main" id="{95EB4188-7A80-458B-B4BD-F61949DCAF17}"/>
              </a:ext>
            </a:extLst>
          </p:cNvPr>
          <p:cNvSpPr>
            <a:spLocks noGrp="1"/>
          </p:cNvSpPr>
          <p:nvPr/>
        </p:nvSpPr>
        <p:spPr>
          <a:xfrm>
            <a:off x="571500" y="5076825"/>
            <a:ext cx="11049000" cy="323850"/>
          </a:xfrm>
          <a:prstGeom prst="rect">
            <a:avLst/>
          </a:prstGeom>
          <a:noFill/>
          <a:ln w="0">
            <a:noFill/>
          </a:ln>
        </p:spPr>
        <p:txBody>
          <a:bodyPr wrap="square" lIns="0" tIns="0" rIns="0" bIns="0" anchor="t">
            <a:noAutofit/>
          </a:bodyPr>
          <a:lstStyle/>
          <a:p>
            <a:pPr algn="l">
              <a:defRPr sz="1875" b="1">
                <a:solidFill>
                  <a:srgbClr val="3D6DA8"/>
                </a:solidFill>
                <a:latin typeface="Arial"/>
                <a:ea typeface="Arial"/>
                <a:cs typeface="Arial"/>
              </a:defRPr>
            </a:pPr>
            <a:r>
              <a:rPr sz="1875" b="1">
                <a:solidFill>
                  <a:srgbClr val="3D6DA8"/>
                </a:solidFill>
                <a:latin typeface="Arial"/>
                <a:ea typeface="Arial"/>
                <a:cs typeface="Arial"/>
              </a:rPr>
              <a:t>Technische Entscheidung</a:t>
            </a:r>
          </a:p>
        </p:txBody>
      </p:sp>
      <p:sp>
        <p:nvSpPr>
          <p:cNvPr id="1014" name="Welche freigegebene Datenanbindung und MCP-Integration stehen zur Verfügung?">
            <a:extLst>
              <a:ext uri="{FF2B5EF4-FFF2-40B4-BE49-F238E27FC236}">
                <a16:creationId xmlns:a16="http://schemas.microsoft.com/office/drawing/2014/main" id="{FCBCA47A-2F78-4E66-8E64-5F6DBDFE1463}"/>
              </a:ext>
            </a:extLst>
          </p:cNvPr>
          <p:cNvSpPr>
            <a:spLocks noGrp="1"/>
          </p:cNvSpPr>
          <p:nvPr/>
        </p:nvSpPr>
        <p:spPr>
          <a:xfrm>
            <a:off x="571500" y="5438775"/>
            <a:ext cx="11049000" cy="476250"/>
          </a:xfrm>
          <a:prstGeom prst="rect">
            <a:avLst/>
          </a:prstGeom>
          <a:noFill/>
          <a:ln w="0">
            <a:noFill/>
          </a:ln>
        </p:spPr>
        <p:txBody>
          <a:bodyPr wrap="square" lIns="0" tIns="0" rIns="0" bIns="0" anchor="t">
            <a:noAutofit/>
          </a:bodyPr>
          <a:lstStyle/>
          <a:p>
            <a:pPr algn="l">
              <a:defRPr sz="1800" b="0">
                <a:solidFill>
                  <a:srgbClr val="586165"/>
                </a:solidFill>
                <a:latin typeface="Arial"/>
                <a:ea typeface="Arial"/>
                <a:cs typeface="Arial"/>
              </a:defRPr>
            </a:pPr>
            <a:r>
              <a:rPr sz="1800" b="0">
                <a:solidFill>
                  <a:srgbClr val="586165"/>
                </a:solidFill>
                <a:latin typeface="Arial"/>
                <a:ea typeface="Arial"/>
                <a:cs typeface="Arial"/>
              </a:rPr>
              <a:t>Welche freigegebene Datenanbindung und MCP-Integration stehen zur Verfügung?</a:t>
            </a:r>
          </a:p>
        </p:txBody>
      </p:sp>
      <p:sp>
        <p:nvSpPr>
          <p:cNvPr id="1015" name="Der Ausbau richtet sich nach gemessenen Ergebnissen und verbleibenden fachlichen">
            <a:extLst>
              <a:ext uri="{FF2B5EF4-FFF2-40B4-BE49-F238E27FC236}">
                <a16:creationId xmlns:a16="http://schemas.microsoft.com/office/drawing/2014/main" id="{BF7D619F-FC42-47E0-9DBE-EE66C93E06DF}"/>
              </a:ext>
            </a:extLst>
          </p:cNvPr>
          <p:cNvSpPr>
            <a:spLocks noGrp="1"/>
          </p:cNvSpPr>
          <p:nvPr/>
        </p:nvSpPr>
        <p:spPr>
          <a:xfrm>
            <a:off x="571500" y="6134100"/>
            <a:ext cx="11049000" cy="552450"/>
          </a:xfrm>
          <a:prstGeom prst="rect">
            <a:avLst/>
          </a:prstGeom>
          <a:noFill/>
          <a:ln w="0">
            <a:noFill/>
          </a:ln>
        </p:spPr>
        <p:txBody>
          <a:bodyPr wrap="square" lIns="0" tIns="0" rIns="0" bIns="0" anchor="t">
            <a:noAutofit/>
          </a:bodyPr>
          <a:lstStyle/>
          <a:p>
            <a:pPr algn="l">
              <a:defRPr sz="1500" b="0">
                <a:solidFill>
                  <a:srgbClr val="3D6DA8"/>
                </a:solidFill>
                <a:latin typeface="Arial"/>
                <a:ea typeface="Arial"/>
                <a:cs typeface="Arial"/>
              </a:defRPr>
            </a:pPr>
            <a:r>
              <a:rPr sz="1500" b="0">
                <a:solidFill>
                  <a:srgbClr val="3D6DA8"/>
                </a:solidFill>
                <a:latin typeface="Arial"/>
                <a:ea typeface="Arial"/>
                <a:cs typeface="Arial"/>
              </a:rPr>
              <a:t>Der Ausbau richtet sich nach gemessenen Ergebnissen und verbleibenden fachlichen Lücken.</a:t>
            </a:r>
          </a:p>
        </p:txBody>
      </p:sp>
      <p:sp>
        <p:nvSpPr>
          <p:cNvPr id="1026"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06  Evaluation und Umsetzung</a:t>
            </a:r>
          </a:p>
        </p:txBody>
      </p:sp>
    </p:spTree>
    <p:extLst>
      <p:ext uri="{BB962C8B-B14F-4D97-AF65-F5344CB8AC3E}">
        <p14:creationId xmlns:p14="http://schemas.microsoft.com/office/powerpoint/2010/main" val="14087689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61</a:t>
            </a:fld>
            <a:endParaRPr lang="en-US"/>
          </a:p>
        </p:txBody>
      </p:sp>
      <p:sp>
        <p:nvSpPr>
          <p:cNvPr id="19300" name="Inhalt: Zusammenfassung">
            <a:extLst>
              <a:ext uri="{FF2B5EF4-FFF2-40B4-BE49-F238E27FC236}">
                <a16:creationId xmlns:a16="http://schemas.microsoft.com/office/drawing/2014/main" id="{F314FA5A-FB6A-486A-90C7-8DFC44DF5D32}"/>
              </a:ext>
            </a:extLst>
          </p:cNvPr>
          <p:cNvSpPr>
            <a:spLocks noGrp="1"/>
          </p:cNvSpPr>
          <p:nvPr/>
        </p:nvSpPr>
        <p:spPr>
          <a:xfrm>
            <a:off x="295275" y="247650"/>
            <a:ext cx="9763125" cy="438150"/>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sz="2400" b="1">
                <a:solidFill>
                  <a:srgbClr val="586165"/>
                </a:solidFill>
                <a:latin typeface="Arial"/>
                <a:ea typeface="Arial"/>
                <a:cs typeface="Arial"/>
              </a:rPr>
              <a:t>Zusammenfassung</a:t>
            </a:r>
          </a:p>
        </p:txBody>
      </p:sp>
      <p:sp>
        <p:nvSpPr>
          <p:cNvPr id="19301" name="Inhalt: Zusammenfassung">
            <a:extLst>
              <a:ext uri="{FF2B5EF4-FFF2-40B4-BE49-F238E27FC236}">
                <a16:creationId xmlns:a16="http://schemas.microsoft.com/office/drawing/2014/main" id="{34EC0F5B-DF92-468E-9AFC-467554A56028}"/>
              </a:ext>
            </a:extLst>
          </p:cNvPr>
          <p:cNvSpPr>
            <a:spLocks noGrp="1"/>
          </p:cNvSpPr>
          <p:nvPr/>
        </p:nvSpPr>
        <p:spPr>
          <a:xfrm>
            <a:off x="295275" y="742950"/>
            <a:ext cx="9810750" cy="266700"/>
          </a:xfrm>
          <a:prstGeom prst="rect">
            <a:avLst/>
          </a:prstGeom>
          <a:noFill/>
          <a:ln w="0">
            <a:noFill/>
          </a:ln>
        </p:spPr>
        <p:txBody>
          <a:bodyPr wrap="square" lIns="0" tIns="0" rIns="0" bIns="0" anchor="t">
            <a:noAutofit/>
          </a:bodyPr>
          <a:lstStyle/>
          <a:p>
            <a:pPr>
              <a:defRPr sz="1500" b="0">
                <a:solidFill>
                  <a:srgbClr val="6193CD"/>
                </a:solidFill>
                <a:latin typeface="Arial"/>
                <a:ea typeface="Arial"/>
                <a:cs typeface="Arial"/>
              </a:defRPr>
            </a:pPr>
            <a:r>
              <a:rPr sz="1500" b="0">
                <a:solidFill>
                  <a:srgbClr val="6193CD"/>
                </a:solidFill>
                <a:latin typeface="Arial"/>
                <a:ea typeface="Arial"/>
                <a:cs typeface="Arial"/>
              </a:rPr>
              <a:t>Zusammenfassung</a:t>
            </a:r>
          </a:p>
        </p:txBody>
      </p:sp>
      <p:graphicFrame>
        <p:nvGraphicFramePr>
          <p:cNvPr id="19302" name="Tabelle 19301"/>
          <p:cNvGraphicFramePr/>
          <p:nvPr/>
        </p:nvGraphicFramePr>
        <p:xfrm>
          <a:off x="571500" y="1457325"/>
          <a:ext cx="11049000" cy="3181350"/>
        </p:xfrm>
        <a:graphic>
          <a:graphicData uri="http://schemas.openxmlformats.org/drawingml/2006/table">
            <a:tbl>
              <a:tblPr firstRow="1"/>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621030">
                <a:tc>
                  <a:txBody>
                    <a:bodyPr/>
                    <a:lstStyle/>
                    <a:p>
                      <a:r>
                        <a:rPr sz="1800" b="1">
                          <a:solidFill>
                            <a:srgbClr val="FFFFFF"/>
                          </a:solidFill>
                          <a:latin typeface="Arial"/>
                          <a:ea typeface="Arial"/>
                          <a:cs typeface="Arial"/>
                        </a:rPr>
                        <a:t>Baustein</a:t>
                      </a:r>
                    </a:p>
                  </a:txBody>
                  <a:tcPr anchor="ctr">
                    <a:solidFill>
                      <a:srgbClr val="6193CD"/>
                    </a:solidFill>
                  </a:tcPr>
                </a:tc>
                <a:tc>
                  <a:txBody>
                    <a:bodyPr/>
                    <a:lstStyle/>
                    <a:p>
                      <a:r>
                        <a:rPr sz="1800" b="1">
                          <a:solidFill>
                            <a:srgbClr val="FFFFFF"/>
                          </a:solidFill>
                          <a:latin typeface="Arial"/>
                          <a:ea typeface="Arial"/>
                          <a:cs typeface="Arial"/>
                        </a:rPr>
                        <a:t>Kernbotschaft</a:t>
                      </a:r>
                    </a:p>
                  </a:txBody>
                  <a:tcPr anchor="ctr">
                    <a:solidFill>
                      <a:srgbClr val="6193CD"/>
                    </a:solidFill>
                  </a:tcPr>
                </a:tc>
                <a:extLst>
                  <a:ext uri="{0D108BD9-81ED-4DB2-BD59-A6C34878D82A}">
                    <a16:rowId xmlns:a16="http://schemas.microsoft.com/office/drawing/2014/main" val="10000"/>
                  </a:ext>
                </a:extLst>
              </a:tr>
              <a:tr h="621030">
                <a:tc>
                  <a:txBody>
                    <a:bodyPr/>
                    <a:lstStyle/>
                    <a:p>
                      <a:r>
                        <a:rPr sz="1800" b="0">
                          <a:solidFill>
                            <a:srgbClr val="586165"/>
                          </a:solidFill>
                          <a:latin typeface="Arial"/>
                          <a:ea typeface="Arial"/>
                          <a:cs typeface="Arial"/>
                        </a:rPr>
                        <a:t>LLM Erweiterung</a:t>
                      </a:r>
                    </a:p>
                  </a:txBody>
                  <a:tcPr anchor="ctr">
                    <a:solidFill>
                      <a:srgbClr val="E9EFF7"/>
                    </a:solidFill>
                  </a:tcPr>
                </a:tc>
                <a:tc>
                  <a:txBody>
                    <a:bodyPr/>
                    <a:lstStyle/>
                    <a:p>
                      <a:r>
                        <a:rPr sz="1800" b="0">
                          <a:solidFill>
                            <a:srgbClr val="586165"/>
                          </a:solidFill>
                          <a:latin typeface="Arial"/>
                          <a:ea typeface="Arial"/>
                          <a:cs typeface="Arial"/>
                        </a:rPr>
                        <a:t>Retrieval liefert Wissen. Tools ermöglichen freigegebene Systemfunktionen.</a:t>
                      </a:r>
                    </a:p>
                  </a:txBody>
                  <a:tcPr anchor="ctr">
                    <a:solidFill>
                      <a:srgbClr val="E9EFF7"/>
                    </a:solidFill>
                  </a:tcPr>
                </a:tc>
                <a:extLst>
                  <a:ext uri="{0D108BD9-81ED-4DB2-BD59-A6C34878D82A}">
                    <a16:rowId xmlns:a16="http://schemas.microsoft.com/office/drawing/2014/main" val="10001"/>
                  </a:ext>
                </a:extLst>
              </a:tr>
              <a:tr h="621030">
                <a:tc>
                  <a:txBody>
                    <a:bodyPr/>
                    <a:lstStyle/>
                    <a:p>
                      <a:r>
                        <a:rPr sz="1800" b="0">
                          <a:solidFill>
                            <a:srgbClr val="586165"/>
                          </a:solidFill>
                          <a:latin typeface="Arial"/>
                          <a:ea typeface="Arial"/>
                          <a:cs typeface="Arial"/>
                        </a:rPr>
                        <a:t>Daten und Suche</a:t>
                      </a:r>
                    </a:p>
                  </a:txBody>
                  <a:tcPr anchor="ctr">
                    <a:solidFill>
                      <a:srgbClr val="F5F7FA"/>
                    </a:solidFill>
                  </a:tcPr>
                </a:tc>
                <a:tc>
                  <a:txBody>
                    <a:bodyPr/>
                    <a:lstStyle/>
                    <a:p>
                      <a:r>
                        <a:rPr sz="1800" b="0">
                          <a:solidFill>
                            <a:srgbClr val="586165"/>
                          </a:solidFill>
                          <a:latin typeface="Arial"/>
                          <a:ea typeface="Arial"/>
                          <a:cs typeface="Arial"/>
                        </a:rPr>
                        <a:t>Filter, Volltext, Vektoren und Beziehungen lösen unterschiedliche Suchaufgaben.</a:t>
                      </a:r>
                    </a:p>
                  </a:txBody>
                  <a:tcPr anchor="ctr">
                    <a:solidFill>
                      <a:srgbClr val="F5F7FA"/>
                    </a:solidFill>
                  </a:tcPr>
                </a:tc>
                <a:extLst>
                  <a:ext uri="{0D108BD9-81ED-4DB2-BD59-A6C34878D82A}">
                    <a16:rowId xmlns:a16="http://schemas.microsoft.com/office/drawing/2014/main" val="10002"/>
                  </a:ext>
                </a:extLst>
              </a:tr>
              <a:tr h="621030">
                <a:tc>
                  <a:txBody>
                    <a:bodyPr/>
                    <a:lstStyle/>
                    <a:p>
                      <a:r>
                        <a:rPr sz="1800" b="0">
                          <a:solidFill>
                            <a:srgbClr val="586165"/>
                          </a:solidFill>
                          <a:latin typeface="Arial"/>
                          <a:ea typeface="Arial"/>
                          <a:cs typeface="Arial"/>
                        </a:rPr>
                        <a:t>Integration und MCP</a:t>
                      </a:r>
                    </a:p>
                  </a:txBody>
                  <a:tcPr anchor="ctr">
                    <a:solidFill>
                      <a:srgbClr val="E9EFF7"/>
                    </a:solidFill>
                  </a:tcPr>
                </a:tc>
                <a:tc>
                  <a:txBody>
                    <a:bodyPr/>
                    <a:lstStyle/>
                    <a:p>
                      <a:r>
                        <a:rPr sz="1800" b="0">
                          <a:solidFill>
                            <a:srgbClr val="586165"/>
                          </a:solidFill>
                          <a:latin typeface="Arial"/>
                          <a:ea typeface="Arial"/>
                          <a:cs typeface="Arial"/>
                        </a:rPr>
                        <a:t>Die Datenstrecke bestimmt die Aktualität. MCP vereinheitlicht den Toolzugriff.</a:t>
                      </a:r>
                    </a:p>
                  </a:txBody>
                  <a:tcPr anchor="ctr">
                    <a:solidFill>
                      <a:srgbClr val="E9EFF7"/>
                    </a:solidFill>
                  </a:tcPr>
                </a:tc>
                <a:extLst>
                  <a:ext uri="{0D108BD9-81ED-4DB2-BD59-A6C34878D82A}">
                    <a16:rowId xmlns:a16="http://schemas.microsoft.com/office/drawing/2014/main" val="10003"/>
                  </a:ext>
                </a:extLst>
              </a:tr>
              <a:tr h="621030">
                <a:tc>
                  <a:txBody>
                    <a:bodyPr/>
                    <a:lstStyle/>
                    <a:p>
                      <a:r>
                        <a:rPr sz="1800" b="0">
                          <a:solidFill>
                            <a:srgbClr val="586165"/>
                          </a:solidFill>
                          <a:latin typeface="Arial"/>
                          <a:ea typeface="Arial"/>
                          <a:cs typeface="Arial"/>
                        </a:rPr>
                        <a:t>Qualität und Sicherheit</a:t>
                      </a:r>
                    </a:p>
                  </a:txBody>
                  <a:tcPr anchor="ctr">
                    <a:solidFill>
                      <a:srgbClr val="F5F7FA"/>
                    </a:solidFill>
                  </a:tcPr>
                </a:tc>
                <a:tc>
                  <a:txBody>
                    <a:bodyPr/>
                    <a:lstStyle/>
                    <a:p>
                      <a:r>
                        <a:rPr sz="1800" b="0">
                          <a:solidFill>
                            <a:srgbClr val="586165"/>
                          </a:solidFill>
                          <a:latin typeface="Arial"/>
                          <a:ea typeface="Arial"/>
                          <a:cs typeface="Arial"/>
                        </a:rPr>
                        <a:t>Quellen, Rechte und laufende Tests begrenzen Fehlantworten und unzulässige Zugriffe.</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9303" name="Inhalt: Nächster fachlicher Schritt">
            <a:extLst>
              <a:ext uri="{FF2B5EF4-FFF2-40B4-BE49-F238E27FC236}">
                <a16:creationId xmlns:a16="http://schemas.microsoft.com/office/drawing/2014/main" id="{0F44B23D-C306-4017-8D1A-0A3E6B4C7588}"/>
              </a:ext>
            </a:extLst>
          </p:cNvPr>
          <p:cNvSpPr>
            <a:spLocks noGrp="1"/>
          </p:cNvSpPr>
          <p:nvPr/>
        </p:nvSpPr>
        <p:spPr>
          <a:xfrm>
            <a:off x="571500" y="5010150"/>
            <a:ext cx="10953750"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Nächster fachlicher Schritt</a:t>
            </a:r>
          </a:p>
        </p:txBody>
      </p:sp>
      <p:sp>
        <p:nvSpPr>
          <p:cNvPr id="19304" name="Inhalt: Einen lesenden Pilotfall auswählen und Quelle">
            <a:extLst>
              <a:ext uri="{FF2B5EF4-FFF2-40B4-BE49-F238E27FC236}">
                <a16:creationId xmlns:a16="http://schemas.microsoft.com/office/drawing/2014/main" id="{F1861761-AEC8-4A60-A2B1-DD2B374A8E13}"/>
              </a:ext>
            </a:extLst>
          </p:cNvPr>
          <p:cNvSpPr>
            <a:spLocks noGrp="1"/>
          </p:cNvSpPr>
          <p:nvPr/>
        </p:nvSpPr>
        <p:spPr>
          <a:xfrm>
            <a:off x="571500" y="5486400"/>
            <a:ext cx="10858500" cy="657225"/>
          </a:xfrm>
          <a:prstGeom prst="rect">
            <a:avLst/>
          </a:prstGeom>
          <a:noFill/>
          <a:ln w="0">
            <a:noFill/>
          </a:ln>
        </p:spPr>
        <p:txBody>
          <a:bodyPr wrap="square" lIns="0" tIns="0" rIns="0" bIns="0" anchor="t">
            <a:noAutofit/>
          </a:bodyPr>
          <a:lstStyle/>
          <a:p>
            <a:pPr>
              <a:defRPr sz="1875" b="0">
                <a:solidFill>
                  <a:srgbClr val="586165"/>
                </a:solidFill>
                <a:latin typeface="Arial"/>
                <a:ea typeface="Arial"/>
                <a:cs typeface="Arial"/>
              </a:defRPr>
            </a:pPr>
            <a:r>
              <a:rPr sz="1875" b="0">
                <a:solidFill>
                  <a:srgbClr val="586165"/>
                </a:solidFill>
                <a:latin typeface="Arial"/>
                <a:ea typeface="Arial"/>
                <a:cs typeface="Arial"/>
              </a:rPr>
              <a:t>Einen lesenden Pilotfall auswählen und Quellen, Zugriffsrechte sowie messbare Akzeptanzkriterien gemeinsam festlegen.</a:t>
            </a:r>
          </a:p>
        </p:txBody>
      </p:sp>
    </p:spTree>
    <p:extLst>
      <p:ext uri="{BB962C8B-B14F-4D97-AF65-F5344CB8AC3E}">
        <p14:creationId xmlns:p14="http://schemas.microsoft.com/office/powerpoint/2010/main" val="3929106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00" name="Inhalt: Fragen und Austausch">
            <a:extLst>
              <a:ext uri="{FF2B5EF4-FFF2-40B4-BE49-F238E27FC236}">
                <a16:creationId xmlns:a16="http://schemas.microsoft.com/office/drawing/2014/main" id="{593B9CB7-77DD-4B6F-AF85-3ECE78FEB4CB}"/>
              </a:ext>
            </a:extLst>
          </p:cNvPr>
          <p:cNvSpPr>
            <a:spLocks noGrp="1"/>
          </p:cNvSpPr>
          <p:nvPr/>
        </p:nvSpPr>
        <p:spPr>
          <a:xfrm>
            <a:off x="5095875" y="2676525"/>
            <a:ext cx="5857875" cy="476250"/>
          </a:xfrm>
          <a:prstGeom prst="rect">
            <a:avLst/>
          </a:prstGeom>
          <a:noFill/>
          <a:ln w="0">
            <a:noFill/>
          </a:ln>
        </p:spPr>
        <p:txBody>
          <a:bodyPr wrap="square" lIns="0" tIns="0" rIns="0" bIns="0" anchor="t">
            <a:noAutofit/>
          </a:bodyPr>
          <a:lstStyle/>
          <a:p>
            <a:pPr algn="ctr">
              <a:defRPr sz="2025" b="0">
                <a:solidFill>
                  <a:srgbClr val="FFFFFF"/>
                </a:solidFill>
                <a:latin typeface="Arial"/>
                <a:ea typeface="Arial"/>
                <a:cs typeface="Arial"/>
              </a:defRPr>
            </a:pPr>
            <a:r>
              <a:rPr sz="2025" b="0">
                <a:solidFill>
                  <a:srgbClr val="FFFFFF"/>
                </a:solidFill>
                <a:latin typeface="Arial"/>
                <a:ea typeface="Arial"/>
                <a:cs typeface="Arial"/>
              </a:rPr>
              <a:t>Fragen und Austausch</a:t>
            </a:r>
          </a:p>
        </p:txBody>
      </p:sp>
    </p:spTree>
    <p:extLst>
      <p:ext uri="{BB962C8B-B14F-4D97-AF65-F5344CB8AC3E}">
        <p14:creationId xmlns:p14="http://schemas.microsoft.com/office/powerpoint/2010/main" val="36600199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63</a:t>
            </a:fld>
            <a:endParaRPr lang="en-US"/>
          </a:p>
        </p:txBody>
      </p:sp>
      <p:sp>
        <p:nvSpPr>
          <p:cNvPr id="11400" name="Inhalt: Prompting und Instructions">
            <a:extLst>
              <a:ext uri="{FF2B5EF4-FFF2-40B4-BE49-F238E27FC236}">
                <a16:creationId xmlns:a16="http://schemas.microsoft.com/office/drawing/2014/main" id="{D2769DE8-7A45-45B0-943E-799F1F9BD67C}"/>
              </a:ext>
            </a:extLst>
          </p:cNvPr>
          <p:cNvSpPr>
            <a:spLocks noGrp="1"/>
          </p:cNvSpPr>
          <p:nvPr/>
        </p:nvSpPr>
        <p:spPr>
          <a:xfrm>
            <a:off x="295275" y="247650"/>
            <a:ext cx="9763125" cy="438150"/>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sz="2400" b="1">
                <a:solidFill>
                  <a:srgbClr val="586165"/>
                </a:solidFill>
                <a:latin typeface="Arial"/>
                <a:ea typeface="Arial"/>
                <a:cs typeface="Arial"/>
              </a:rPr>
              <a:t>Prompting und Instructions</a:t>
            </a:r>
          </a:p>
        </p:txBody>
      </p:sp>
      <p:sp>
        <p:nvSpPr>
          <p:cNvPr id="11402" name="Inhalt: Geeignete Bausteine">
            <a:extLst>
              <a:ext uri="{FF2B5EF4-FFF2-40B4-BE49-F238E27FC236}">
                <a16:creationId xmlns:a16="http://schemas.microsoft.com/office/drawing/2014/main" id="{9AE27374-5700-4D26-8D6C-0A2F19E008B7}"/>
              </a:ext>
            </a:extLst>
          </p:cNvPr>
          <p:cNvSpPr>
            <a:spLocks noGrp="1"/>
          </p:cNvSpPr>
          <p:nvPr/>
        </p:nvSpPr>
        <p:spPr>
          <a:xfrm>
            <a:off x="571500" y="1381125"/>
            <a:ext cx="5095875"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Geeignete Bausteine</a:t>
            </a:r>
          </a:p>
        </p:txBody>
      </p:sp>
      <p:sp>
        <p:nvSpPr>
          <p:cNvPr id="11403" name="Inhalt: ">
            <a:extLst>
              <a:ext uri="{FF2B5EF4-FFF2-40B4-BE49-F238E27FC236}">
                <a16:creationId xmlns:a16="http://schemas.microsoft.com/office/drawing/2014/main" id="{2A0F7C85-24CF-43C2-9C3F-C19E60F5A4A9}"/>
              </a:ext>
            </a:extLst>
          </p:cNvPr>
          <p:cNvSpPr>
            <a:spLocks noGrp="1"/>
          </p:cNvSpPr>
          <p:nvPr/>
        </p:nvSpPr>
        <p:spPr>
          <a:xfrm>
            <a:off x="571500" y="1952625"/>
            <a:ext cx="5095875" cy="3429000"/>
          </a:xfrm>
          <a:prstGeom prst="rect">
            <a:avLst/>
          </a:prstGeom>
          <a:noFill/>
          <a:ln w="0">
            <a:noFill/>
          </a:ln>
        </p:spPr>
        <p:txBody>
          <a:bodyPr wrap="square" lIns="0" tIns="0" rIns="0" bIns="0" anchor="t">
            <a:noAutofit/>
          </a:bodyPr>
          <a:lstStyle/>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Aufgabe und gewünschtes Ausgabeformat klar beschreiben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Wenige geprüfte Beispiele zeigen, wie gute Antworten aussehen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Quellenbezug, Unsicherheit und Rückfragen ausdrücklich vorgeben</a:t>
            </a:r>
          </a:p>
          <a:p>
            <a:pPr marL="203200" indent="-114300">
              <a:spcAft>
                <a:spcPts val="1400"/>
              </a:spcAft>
              <a:buChar char="•"/>
              <a:defRPr sz="1800" b="0">
                <a:solidFill>
                  <a:srgbClr val="586165"/>
                </a:solidFill>
                <a:latin typeface="Arial"/>
                <a:ea typeface="Arial"/>
                <a:cs typeface="Arial"/>
              </a:defRPr>
            </a:pPr>
            <a:r>
              <a:rPr sz="1800" b="0">
                <a:solidFill>
                  <a:srgbClr val="586165"/>
                </a:solidFill>
                <a:latin typeface="Arial"/>
                <a:ea typeface="Arial"/>
                <a:cs typeface="Arial"/>
              </a:rPr>
              <a:t>Komplexe Aufgaben in überprüfbare Teilschritte zerlegen</a:t>
            </a:r>
          </a:p>
        </p:txBody>
      </p:sp>
      <p:sp>
        <p:nvSpPr>
          <p:cNvPr id="11404" name="Inhalt: Beispiel für eine Suchzusammenfassung">
            <a:extLst>
              <a:ext uri="{FF2B5EF4-FFF2-40B4-BE49-F238E27FC236}">
                <a16:creationId xmlns:a16="http://schemas.microsoft.com/office/drawing/2014/main" id="{271342A5-0DAB-424A-8F67-8672CBC47389}"/>
              </a:ext>
            </a:extLst>
          </p:cNvPr>
          <p:cNvSpPr>
            <a:spLocks noGrp="1"/>
          </p:cNvSpPr>
          <p:nvPr/>
        </p:nvSpPr>
        <p:spPr>
          <a:xfrm>
            <a:off x="6477000" y="1381125"/>
            <a:ext cx="5143500"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Beispiel für eine Suchzusammenfassung</a:t>
            </a:r>
          </a:p>
        </p:txBody>
      </p:sp>
      <p:sp>
        <p:nvSpPr>
          <p:cNvPr id="11405" name="Inhalt: „Fasse die gefundenen Einträge in einer Tabel">
            <a:extLst>
              <a:ext uri="{FF2B5EF4-FFF2-40B4-BE49-F238E27FC236}">
                <a16:creationId xmlns:a16="http://schemas.microsoft.com/office/drawing/2014/main" id="{F2EAF79B-F783-42DA-A106-5D8D67740BC6}"/>
              </a:ext>
            </a:extLst>
          </p:cNvPr>
          <p:cNvSpPr>
            <a:spLocks noGrp="1"/>
          </p:cNvSpPr>
          <p:nvPr/>
        </p:nvSpPr>
        <p:spPr>
          <a:xfrm>
            <a:off x="6477000" y="2028825"/>
            <a:ext cx="5048250" cy="2000250"/>
          </a:xfrm>
          <a:prstGeom prst="rect">
            <a:avLst/>
          </a:prstGeom>
          <a:noFill/>
          <a:ln w="0">
            <a:noFill/>
          </a:ln>
        </p:spPr>
        <p:txBody>
          <a:bodyPr wrap="square" lIns="0" tIns="0" rIns="0" bIns="0" anchor="t">
            <a:noAutofit/>
          </a:bodyPr>
          <a:lstStyle/>
          <a:p>
            <a:pPr>
              <a:defRPr sz="1950" b="0">
                <a:solidFill>
                  <a:srgbClr val="586165"/>
                </a:solidFill>
                <a:latin typeface="Arial"/>
                <a:ea typeface="Arial"/>
                <a:cs typeface="Arial"/>
              </a:defRPr>
            </a:pPr>
            <a:r>
              <a:rPr sz="1950" b="0">
                <a:solidFill>
                  <a:srgbClr val="586165"/>
                </a:solidFill>
                <a:latin typeface="Arial"/>
                <a:ea typeface="Arial"/>
                <a:cs typeface="Arial"/>
              </a:rPr>
              <a:t>„Fasse die gefundenen Einträge in einer Tabelle zusammen. Nenne pro Aussage die Quelle. Kennzeichne fehlende Angaben und erfinde keine Details.“</a:t>
            </a:r>
          </a:p>
        </p:txBody>
      </p:sp>
      <p:sp>
        <p:nvSpPr>
          <p:cNvPr id="11406" name="Inhalt: Prompting steuert das Verhalten. Aktuelle int">
            <a:extLst>
              <a:ext uri="{FF2B5EF4-FFF2-40B4-BE49-F238E27FC236}">
                <a16:creationId xmlns:a16="http://schemas.microsoft.com/office/drawing/2014/main" id="{CFFE8299-A4CA-414C-84DF-7B075251DD91}"/>
              </a:ext>
            </a:extLst>
          </p:cNvPr>
          <p:cNvSpPr>
            <a:spLocks noGrp="1"/>
          </p:cNvSpPr>
          <p:nvPr/>
        </p:nvSpPr>
        <p:spPr>
          <a:xfrm>
            <a:off x="6477000" y="4429125"/>
            <a:ext cx="5048250" cy="1381125"/>
          </a:xfrm>
          <a:prstGeom prst="rect">
            <a:avLst/>
          </a:prstGeom>
          <a:noFill/>
          <a:ln w="0">
            <a:noFill/>
          </a:ln>
        </p:spPr>
        <p:txBody>
          <a:bodyPr wrap="square" lIns="0" tIns="0" rIns="0" bIns="0" anchor="t">
            <a:noAutofit/>
          </a:bodyPr>
          <a:lstStyle/>
          <a:p>
            <a:pPr>
              <a:defRPr sz="1725" b="0">
                <a:solidFill>
                  <a:srgbClr val="586165"/>
                </a:solidFill>
                <a:latin typeface="Arial"/>
                <a:ea typeface="Arial"/>
                <a:cs typeface="Arial"/>
              </a:defRPr>
            </a:pPr>
            <a:r>
              <a:rPr sz="1725" b="0">
                <a:solidFill>
                  <a:srgbClr val="586165"/>
                </a:solidFill>
                <a:latin typeface="Arial"/>
                <a:ea typeface="Arial"/>
                <a:cs typeface="Arial"/>
              </a:rPr>
              <a:t>Prompting steuert das Verhalten. Aktuelle interne Daten und Systemzugriff benötigen zusätzlich Retrieval oder Tools.</a:t>
            </a:r>
          </a:p>
        </p:txBody>
      </p:sp>
      <p:sp>
        <p:nvSpPr>
          <p:cNvPr id="11407"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28399223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584A678-4E63-49EC-75F9-1903E8BA55F5}"/>
              </a:ext>
            </a:extLst>
          </p:cNvPr>
          <p:cNvSpPr>
            <a:spLocks noGrp="1"/>
          </p:cNvSpPr>
          <p:nvPr>
            <p:ph type="sldNum" sz="quarter" idx="4"/>
          </p:nvPr>
        </p:nvSpPr>
        <p:spPr/>
        <p:txBody>
          <a:bodyPr/>
          <a:lstStyle/>
          <a:p>
            <a:fld id="{BA161025-98FF-4C1D-96AB-5CF6019945BE}" type="slidenum">
              <a:rPr lang="en-US" smtClean="0"/>
              <a:pPr/>
              <a:t>64</a:t>
            </a:fld>
            <a:endParaRPr lang="en-US"/>
          </a:p>
        </p:txBody>
      </p:sp>
      <p:sp>
        <p:nvSpPr>
          <p:cNvPr id="3" name="Titel 2">
            <a:extLst>
              <a:ext uri="{FF2B5EF4-FFF2-40B4-BE49-F238E27FC236}">
                <a16:creationId xmlns:a16="http://schemas.microsoft.com/office/drawing/2014/main" id="{81BFCBAE-97C2-2E03-9241-E1EDF489D225}"/>
              </a:ext>
            </a:extLst>
          </p:cNvPr>
          <p:cNvSpPr>
            <a:spLocks noGrp="1"/>
          </p:cNvSpPr>
          <p:nvPr>
            <p:ph type="title"/>
          </p:nvPr>
        </p:nvSpPr>
        <p:spPr/>
        <p:txBody>
          <a:bodyPr/>
          <a:lstStyle/>
          <a:p>
            <a:r>
              <a:rPr lang="de-DE"/>
              <a:t>Tools &amp; </a:t>
            </a:r>
            <a:r>
              <a:rPr lang="de-DE" err="1"/>
              <a:t>Function</a:t>
            </a:r>
            <a:r>
              <a:rPr lang="de-DE"/>
              <a:t> Calling</a:t>
            </a:r>
          </a:p>
        </p:txBody>
      </p:sp>
      <p:pic>
        <p:nvPicPr>
          <p:cNvPr id="5" name="Picture 4">
            <a:extLst>
              <a:ext uri="{FF2B5EF4-FFF2-40B4-BE49-F238E27FC236}">
                <a16:creationId xmlns:a16="http://schemas.microsoft.com/office/drawing/2014/main" id="{303A0A8E-953F-DFD7-8324-65431AC4F3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842" t="26736" r="33303" b="39364"/>
          <a:stretch/>
        </p:blipFill>
        <p:spPr bwMode="auto">
          <a:xfrm>
            <a:off x="4867748" y="3409815"/>
            <a:ext cx="1539089" cy="145951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5FBC91A-A326-010A-F3FE-43945385F2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578" t="2975" r="47779" b="73263"/>
          <a:stretch/>
        </p:blipFill>
        <p:spPr bwMode="auto">
          <a:xfrm>
            <a:off x="2423313" y="2386774"/>
            <a:ext cx="2553225" cy="10230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A2B3A50-B9DA-FC84-EF02-A8EF0BC3C2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198" t="3540" r="2255" b="74022"/>
          <a:stretch/>
        </p:blipFill>
        <p:spPr bwMode="auto">
          <a:xfrm>
            <a:off x="6406837" y="2386774"/>
            <a:ext cx="3268566" cy="9660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8BA17677-1E9D-0913-F0ED-353F75E7C3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373" t="38248" r="2080" b="39314"/>
          <a:stretch/>
        </p:blipFill>
        <p:spPr bwMode="auto">
          <a:xfrm>
            <a:off x="6406836" y="3903299"/>
            <a:ext cx="3268567" cy="96602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A470EC84-C583-D7D0-E62F-0255BA898F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189" t="60947" r="2956" b="3238"/>
          <a:stretch/>
        </p:blipFill>
        <p:spPr bwMode="auto">
          <a:xfrm>
            <a:off x="8136314" y="4833516"/>
            <a:ext cx="1539090" cy="15419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0A66A80A-724F-A2F1-AEBC-1CAC94E0FB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937" t="74263" r="18682" b="3299"/>
          <a:stretch/>
        </p:blipFill>
        <p:spPr bwMode="auto">
          <a:xfrm>
            <a:off x="6542762" y="5409353"/>
            <a:ext cx="1593552" cy="96602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94644DDC-0DB8-7AA8-0614-B30E84FA99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264" t="73832" r="47871" b="2406"/>
          <a:stretch/>
        </p:blipFill>
        <p:spPr bwMode="auto">
          <a:xfrm>
            <a:off x="2423313" y="5380845"/>
            <a:ext cx="2679825" cy="1023041"/>
          </a:xfrm>
          <a:prstGeom prst="rect">
            <a:avLst/>
          </a:prstGeom>
          <a:noFill/>
          <a:extLst>
            <a:ext uri="{909E8E84-426E-40DD-AFC4-6F175D3DCCD1}">
              <a14:hiddenFill xmlns:a14="http://schemas.microsoft.com/office/drawing/2010/main">
                <a:solidFill>
                  <a:srgbClr val="FFFFFF"/>
                </a:solidFill>
              </a14:hiddenFill>
            </a:ext>
          </a:extLst>
        </p:spPr>
      </p:pic>
      <p:sp>
        <p:nvSpPr>
          <p:cNvPr id="12" name="Rechteck: abgerundete Ecken 11">
            <a:extLst>
              <a:ext uri="{FF2B5EF4-FFF2-40B4-BE49-F238E27FC236}">
                <a16:creationId xmlns:a16="http://schemas.microsoft.com/office/drawing/2014/main" id="{F5E0DB1E-3119-933A-D687-0D6C3B59CA33}"/>
              </a:ext>
            </a:extLst>
          </p:cNvPr>
          <p:cNvSpPr/>
          <p:nvPr/>
        </p:nvSpPr>
        <p:spPr>
          <a:xfrm>
            <a:off x="5022850" y="2476500"/>
            <a:ext cx="1308100" cy="876300"/>
          </a:xfrm>
          <a:prstGeom prst="roundRect">
            <a:avLst>
              <a:gd name="adj" fmla="val 6522"/>
            </a:avLst>
          </a:prstGeom>
          <a:solidFill>
            <a:schemeClr val="accent1">
              <a:lumMod val="60000"/>
              <a:lumOff val="40000"/>
            </a:schemeClr>
          </a:solidFill>
          <a:ln w="28575">
            <a:solidFill>
              <a:srgbClr val="5391B4"/>
            </a:solidFill>
          </a:ln>
        </p:spPr>
        <p:txBody>
          <a:bodyPr vert="horz" lIns="72000" tIns="72000" rIns="72000" bIns="72000" rtlCol="0" anchor="ctr">
            <a:noAutofit/>
          </a:bodyPr>
          <a:lstStyle/>
          <a:p>
            <a:pPr algn="ctr">
              <a:spcBef>
                <a:spcPts val="600"/>
              </a:spcBef>
            </a:pPr>
            <a:r>
              <a:rPr lang="de-DE" sz="2400" b="1">
                <a:solidFill>
                  <a:schemeClr val="bg1"/>
                </a:solidFill>
                <a:latin typeface="Calibri" panose="020F0502020204030204" pitchFamily="34" charset="0"/>
                <a:cs typeface="Calibri" panose="020F0502020204030204" pitchFamily="34" charset="0"/>
              </a:rPr>
              <a:t>LLM</a:t>
            </a:r>
            <a:endParaRPr lang="de-DE" sz="1200" b="1">
              <a:solidFill>
                <a:schemeClr val="bg1"/>
              </a:solidFill>
              <a:latin typeface="Calibri" panose="020F0502020204030204" pitchFamily="34" charset="0"/>
              <a:cs typeface="Calibri" panose="020F0502020204030204" pitchFamily="34" charset="0"/>
            </a:endParaRPr>
          </a:p>
        </p:txBody>
      </p:sp>
      <p:sp>
        <p:nvSpPr>
          <p:cNvPr id="13" name="Rechteck: abgerundete Ecken 12">
            <a:extLst>
              <a:ext uri="{FF2B5EF4-FFF2-40B4-BE49-F238E27FC236}">
                <a16:creationId xmlns:a16="http://schemas.microsoft.com/office/drawing/2014/main" id="{86682E96-E666-912D-CF75-BFA4BF5D10F2}"/>
              </a:ext>
            </a:extLst>
          </p:cNvPr>
          <p:cNvSpPr/>
          <p:nvPr/>
        </p:nvSpPr>
        <p:spPr>
          <a:xfrm>
            <a:off x="5168900" y="5499100"/>
            <a:ext cx="1308100" cy="797024"/>
          </a:xfrm>
          <a:prstGeom prst="roundRect">
            <a:avLst>
              <a:gd name="adj" fmla="val 6522"/>
            </a:avLst>
          </a:prstGeom>
          <a:solidFill>
            <a:schemeClr val="accent1">
              <a:lumMod val="60000"/>
              <a:lumOff val="40000"/>
            </a:schemeClr>
          </a:solidFill>
          <a:ln w="19050">
            <a:solidFill>
              <a:srgbClr val="5391B4"/>
            </a:solidFill>
          </a:ln>
        </p:spPr>
        <p:txBody>
          <a:bodyPr vert="horz" lIns="72000" tIns="72000" rIns="72000" bIns="72000" rtlCol="0" anchor="ctr">
            <a:noAutofit/>
          </a:bodyPr>
          <a:lstStyle/>
          <a:p>
            <a:pPr algn="ctr">
              <a:spcBef>
                <a:spcPts val="600"/>
              </a:spcBef>
            </a:pPr>
            <a:r>
              <a:rPr lang="de-DE" sz="2400" b="1">
                <a:solidFill>
                  <a:schemeClr val="bg1"/>
                </a:solidFill>
                <a:latin typeface="Calibri" panose="020F0502020204030204" pitchFamily="34" charset="0"/>
                <a:cs typeface="Calibri" panose="020F0502020204030204" pitchFamily="34" charset="0"/>
              </a:rPr>
              <a:t>LLM</a:t>
            </a:r>
            <a:endParaRPr lang="de-DE" sz="1200" b="1">
              <a:solidFill>
                <a:schemeClr val="bg1"/>
              </a:solidFill>
              <a:latin typeface="Calibri" panose="020F0502020204030204" pitchFamily="34" charset="0"/>
              <a:cs typeface="Calibri" panose="020F0502020204030204" pitchFamily="34" charset="0"/>
            </a:endParaRPr>
          </a:p>
        </p:txBody>
      </p:sp>
      <p:sp>
        <p:nvSpPr>
          <p:cNvPr id="14" name="Rechteck: abgerundete Ecken 13">
            <a:extLst>
              <a:ext uri="{FF2B5EF4-FFF2-40B4-BE49-F238E27FC236}">
                <a16:creationId xmlns:a16="http://schemas.microsoft.com/office/drawing/2014/main" id="{EE9A084B-8F12-FAF6-BDF9-44A5C46A1C04}"/>
              </a:ext>
            </a:extLst>
          </p:cNvPr>
          <p:cNvSpPr/>
          <p:nvPr/>
        </p:nvSpPr>
        <p:spPr>
          <a:xfrm>
            <a:off x="1153550" y="2386774"/>
            <a:ext cx="1363047" cy="1042226"/>
          </a:xfrm>
          <a:prstGeom prst="roundRect">
            <a:avLst>
              <a:gd name="adj" fmla="val 6522"/>
            </a:avLst>
          </a:prstGeom>
          <a:solidFill>
            <a:srgbClr val="D8EBF6"/>
          </a:solidFill>
          <a:ln w="19050">
            <a:solidFill>
              <a:srgbClr val="5391B4"/>
            </a:solidFill>
          </a:ln>
        </p:spPr>
        <p:txBody>
          <a:bodyPr vert="horz" lIns="72000" tIns="72000" rIns="72000" bIns="72000" rtlCol="0" anchor="ctr">
            <a:noAutofit/>
          </a:bodyPr>
          <a:lstStyle/>
          <a:p>
            <a:pPr algn="ctr">
              <a:spcBef>
                <a:spcPts val="600"/>
              </a:spcBef>
            </a:pPr>
            <a:r>
              <a:rPr lang="de-DE" sz="2400" b="1">
                <a:solidFill>
                  <a:srgbClr val="171918"/>
                </a:solidFill>
                <a:latin typeface="Calibri" panose="020F0502020204030204" pitchFamily="34" charset="0"/>
                <a:cs typeface="Calibri" panose="020F0502020204030204" pitchFamily="34" charset="0"/>
              </a:rPr>
              <a:t>USER</a:t>
            </a:r>
            <a:endParaRPr lang="de-DE" sz="1200" b="1">
              <a:solidFill>
                <a:srgbClr val="171918"/>
              </a:solidFill>
              <a:latin typeface="Calibri" panose="020F0502020204030204" pitchFamily="34" charset="0"/>
              <a:cs typeface="Calibri" panose="020F0502020204030204" pitchFamily="34" charset="0"/>
            </a:endParaRPr>
          </a:p>
        </p:txBody>
      </p:sp>
      <p:sp>
        <p:nvSpPr>
          <p:cNvPr id="17" name="Rechteck: abgerundete Ecken 16">
            <a:extLst>
              <a:ext uri="{FF2B5EF4-FFF2-40B4-BE49-F238E27FC236}">
                <a16:creationId xmlns:a16="http://schemas.microsoft.com/office/drawing/2014/main" id="{C9AB30AF-BE4F-702B-F6EE-02AF29EE5DEB}"/>
              </a:ext>
            </a:extLst>
          </p:cNvPr>
          <p:cNvSpPr/>
          <p:nvPr/>
        </p:nvSpPr>
        <p:spPr>
          <a:xfrm>
            <a:off x="1153550" y="2386774"/>
            <a:ext cx="3822987" cy="1061412"/>
          </a:xfrm>
          <a:prstGeom prst="roundRect">
            <a:avLst>
              <a:gd name="adj" fmla="val 9378"/>
            </a:avLst>
          </a:prstGeom>
          <a:noFill/>
          <a:ln w="28575">
            <a:solidFill>
              <a:srgbClr val="FF0000"/>
            </a:solid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18" name="Rechteck: abgerundete Ecken 17">
            <a:extLst>
              <a:ext uri="{FF2B5EF4-FFF2-40B4-BE49-F238E27FC236}">
                <a16:creationId xmlns:a16="http://schemas.microsoft.com/office/drawing/2014/main" id="{5991FCE6-61A1-15A1-BE0C-F810797D5C0B}"/>
              </a:ext>
            </a:extLst>
          </p:cNvPr>
          <p:cNvSpPr/>
          <p:nvPr/>
        </p:nvSpPr>
        <p:spPr>
          <a:xfrm>
            <a:off x="6406836" y="2386774"/>
            <a:ext cx="3268566" cy="994534"/>
          </a:xfrm>
          <a:prstGeom prst="roundRect">
            <a:avLst>
              <a:gd name="adj" fmla="val 7473"/>
            </a:avLst>
          </a:prstGeom>
          <a:noFill/>
          <a:ln w="28575">
            <a:solidFill>
              <a:srgbClr val="FF0000"/>
            </a:solid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19" name="Rechteck: abgerundete Ecken 18">
            <a:extLst>
              <a:ext uri="{FF2B5EF4-FFF2-40B4-BE49-F238E27FC236}">
                <a16:creationId xmlns:a16="http://schemas.microsoft.com/office/drawing/2014/main" id="{C9B3D956-89E2-1F93-5273-094A5F7CAE51}"/>
              </a:ext>
            </a:extLst>
          </p:cNvPr>
          <p:cNvSpPr/>
          <p:nvPr/>
        </p:nvSpPr>
        <p:spPr>
          <a:xfrm>
            <a:off x="4897323" y="2386774"/>
            <a:ext cx="1539089" cy="1572931"/>
          </a:xfrm>
          <a:prstGeom prst="roundRect">
            <a:avLst>
              <a:gd name="adj" fmla="val 9378"/>
            </a:avLst>
          </a:prstGeom>
          <a:noFill/>
          <a:ln w="28575">
            <a:solidFill>
              <a:srgbClr val="FF0000"/>
            </a:solid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20" name="Rechteck: abgerundete Ecken 19">
            <a:extLst>
              <a:ext uri="{FF2B5EF4-FFF2-40B4-BE49-F238E27FC236}">
                <a16:creationId xmlns:a16="http://schemas.microsoft.com/office/drawing/2014/main" id="{ECF44F22-3742-48D4-6560-91BA0095F505}"/>
              </a:ext>
            </a:extLst>
          </p:cNvPr>
          <p:cNvSpPr/>
          <p:nvPr/>
        </p:nvSpPr>
        <p:spPr>
          <a:xfrm>
            <a:off x="4897322" y="3931805"/>
            <a:ext cx="3036856" cy="945561"/>
          </a:xfrm>
          <a:prstGeom prst="roundRect">
            <a:avLst>
              <a:gd name="adj" fmla="val 9378"/>
            </a:avLst>
          </a:prstGeom>
          <a:noFill/>
          <a:ln w="28575">
            <a:solidFill>
              <a:srgbClr val="FF0000"/>
            </a:solid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21" name="Rechteck: abgerundete Ecken 20">
            <a:extLst>
              <a:ext uri="{FF2B5EF4-FFF2-40B4-BE49-F238E27FC236}">
                <a16:creationId xmlns:a16="http://schemas.microsoft.com/office/drawing/2014/main" id="{C0229EEF-7E66-95FA-52E5-DE654E3FF0E4}"/>
              </a:ext>
            </a:extLst>
          </p:cNvPr>
          <p:cNvSpPr/>
          <p:nvPr/>
        </p:nvSpPr>
        <p:spPr>
          <a:xfrm>
            <a:off x="7963752" y="3950848"/>
            <a:ext cx="1711650" cy="1468976"/>
          </a:xfrm>
          <a:prstGeom prst="roundRect">
            <a:avLst>
              <a:gd name="adj" fmla="val 9378"/>
            </a:avLst>
          </a:prstGeom>
          <a:noFill/>
          <a:ln w="28575">
            <a:solidFill>
              <a:srgbClr val="FF0000"/>
            </a:solid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22" name="Rechteck: abgerundete Ecken 21">
            <a:extLst>
              <a:ext uri="{FF2B5EF4-FFF2-40B4-BE49-F238E27FC236}">
                <a16:creationId xmlns:a16="http://schemas.microsoft.com/office/drawing/2014/main" id="{D81638F8-FFBB-B3F8-A566-67BC4F6F53B6}"/>
              </a:ext>
            </a:extLst>
          </p:cNvPr>
          <p:cNvSpPr/>
          <p:nvPr/>
        </p:nvSpPr>
        <p:spPr>
          <a:xfrm>
            <a:off x="6552124" y="5429859"/>
            <a:ext cx="3036856" cy="945561"/>
          </a:xfrm>
          <a:prstGeom prst="roundRect">
            <a:avLst>
              <a:gd name="adj" fmla="val 9378"/>
            </a:avLst>
          </a:prstGeom>
          <a:noFill/>
          <a:ln w="28575">
            <a:solidFill>
              <a:srgbClr val="FF0000"/>
            </a:solid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23" name="Rechteck: abgerundete Ecken 22">
            <a:extLst>
              <a:ext uri="{FF2B5EF4-FFF2-40B4-BE49-F238E27FC236}">
                <a16:creationId xmlns:a16="http://schemas.microsoft.com/office/drawing/2014/main" id="{CEF3179D-5C66-8197-9927-FB7B6173147B}"/>
              </a:ext>
            </a:extLst>
          </p:cNvPr>
          <p:cNvSpPr/>
          <p:nvPr/>
        </p:nvSpPr>
        <p:spPr>
          <a:xfrm>
            <a:off x="3917273" y="5411797"/>
            <a:ext cx="2606855" cy="945561"/>
          </a:xfrm>
          <a:prstGeom prst="roundRect">
            <a:avLst>
              <a:gd name="adj" fmla="val 9378"/>
            </a:avLst>
          </a:prstGeom>
          <a:noFill/>
          <a:ln w="28575">
            <a:solidFill>
              <a:srgbClr val="FF0000"/>
            </a:solid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11700" name="Inhalt: Beispielfrage: „Welche Projekte sind mit Tech">
            <a:extLst>
              <a:ext uri="{FF2B5EF4-FFF2-40B4-BE49-F238E27FC236}">
                <a16:creationId xmlns:a16="http://schemas.microsoft.com/office/drawing/2014/main" id="{8A0CE91A-8D81-45C2-AA15-858D09D273C9}"/>
              </a:ext>
            </a:extLst>
          </p:cNvPr>
          <p:cNvSpPr>
            <a:spLocks noGrp="1"/>
          </p:cNvSpPr>
          <p:nvPr/>
        </p:nvSpPr>
        <p:spPr>
          <a:xfrm>
            <a:off x="1143000" y="1285875"/>
            <a:ext cx="10477500" cy="381000"/>
          </a:xfrm>
          <a:prstGeom prst="rect">
            <a:avLst/>
          </a:prstGeom>
          <a:noFill/>
          <a:ln w="0">
            <a:noFill/>
          </a:ln>
        </p:spPr>
        <p:txBody>
          <a:bodyPr wrap="square" lIns="0" tIns="0" rIns="0" bIns="0" anchor="t">
            <a:noAutofit/>
          </a:bodyPr>
          <a:lstStyle/>
          <a:p>
            <a:pPr>
              <a:defRPr sz="1950" b="1">
                <a:solidFill>
                  <a:srgbClr val="3D6DA8"/>
                </a:solidFill>
                <a:latin typeface="Arial"/>
                <a:ea typeface="Arial"/>
                <a:cs typeface="Arial"/>
              </a:defRPr>
            </a:pPr>
            <a:r>
              <a:rPr sz="1950" b="1">
                <a:solidFill>
                  <a:srgbClr val="3D6DA8"/>
                </a:solidFill>
                <a:latin typeface="Arial"/>
                <a:ea typeface="Arial"/>
                <a:cs typeface="Arial"/>
              </a:rPr>
              <a:t>Beispielfrage: „Welche Projekte sind mit Technologie X verknüpft?“</a:t>
            </a:r>
          </a:p>
        </p:txBody>
      </p:sp>
      <p:sp>
        <p:nvSpPr>
          <p:cNvPr id="11701" name="Inhalt: Das Modell schlägt einen Aufruf vor. Die Anwe">
            <a:extLst>
              <a:ext uri="{FF2B5EF4-FFF2-40B4-BE49-F238E27FC236}">
                <a16:creationId xmlns:a16="http://schemas.microsoft.com/office/drawing/2014/main" id="{F0A1A1B7-509D-479D-A2D0-A2D62B290DCA}"/>
              </a:ext>
            </a:extLst>
          </p:cNvPr>
          <p:cNvSpPr>
            <a:spLocks noGrp="1"/>
          </p:cNvSpPr>
          <p:nvPr/>
        </p:nvSpPr>
        <p:spPr>
          <a:xfrm>
            <a:off x="1143000" y="1781175"/>
            <a:ext cx="10477500" cy="542925"/>
          </a:xfrm>
          <a:prstGeom prst="rect">
            <a:avLst/>
          </a:prstGeom>
          <a:noFill/>
          <a:ln w="0">
            <a:noFill/>
          </a:ln>
        </p:spPr>
        <p:txBody>
          <a:bodyPr wrap="square" lIns="0" tIns="0" rIns="0" bIns="0" anchor="t">
            <a:noAutofit/>
          </a:bodyPr>
          <a:lstStyle/>
          <a:p>
            <a:pPr>
              <a:defRPr sz="1650" b="0">
                <a:solidFill>
                  <a:srgbClr val="586165"/>
                </a:solidFill>
                <a:latin typeface="Arial"/>
                <a:ea typeface="Arial"/>
                <a:cs typeface="Arial"/>
              </a:defRPr>
            </a:pPr>
            <a:r>
              <a:rPr sz="1650" b="0">
                <a:solidFill>
                  <a:srgbClr val="586165"/>
                </a:solidFill>
                <a:latin typeface="Arial"/>
                <a:ea typeface="Arial"/>
                <a:cs typeface="Arial"/>
              </a:rPr>
              <a:t>Das Modell schlägt einen Aufruf vor. Die Anwendung prüft und führt ihn aus.</a:t>
            </a:r>
          </a:p>
          <a:p>
            <a:pPr>
              <a:defRPr sz="1650" b="0">
                <a:solidFill>
                  <a:srgbClr val="586165"/>
                </a:solidFill>
                <a:latin typeface="Arial"/>
                <a:ea typeface="Arial"/>
                <a:cs typeface="Arial"/>
              </a:defRPr>
            </a:pPr>
            <a:r>
              <a:rPr sz="1650" b="0">
                <a:solidFill>
                  <a:srgbClr val="586165"/>
                </a:solidFill>
                <a:latin typeface="Arial"/>
                <a:ea typeface="Arial"/>
                <a:cs typeface="Arial"/>
              </a:rPr>
              <a:t>Das Ergebnis fließt als Kontext zurück in die Antwortgenerierung.</a:t>
            </a:r>
          </a:p>
        </p:txBody>
      </p:sp>
      <p:sp>
        <p:nvSpPr>
          <p:cNvPr id="11702"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31634882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1DC6097-8368-88E4-AADA-4B821957944A}"/>
              </a:ext>
            </a:extLst>
          </p:cNvPr>
          <p:cNvSpPr>
            <a:spLocks noGrp="1"/>
          </p:cNvSpPr>
          <p:nvPr>
            <p:ph type="sldNum" sz="quarter" idx="4"/>
          </p:nvPr>
        </p:nvSpPr>
        <p:spPr/>
        <p:txBody>
          <a:bodyPr/>
          <a:lstStyle/>
          <a:p>
            <a:fld id="{BA161025-98FF-4C1D-96AB-5CF6019945BE}" type="slidenum">
              <a:rPr lang="en-US" smtClean="0"/>
              <a:pPr/>
              <a:t>65</a:t>
            </a:fld>
            <a:endParaRPr lang="en-US"/>
          </a:p>
        </p:txBody>
      </p:sp>
      <p:sp>
        <p:nvSpPr>
          <p:cNvPr id="3" name="Titel 2">
            <a:extLst>
              <a:ext uri="{FF2B5EF4-FFF2-40B4-BE49-F238E27FC236}">
                <a16:creationId xmlns:a16="http://schemas.microsoft.com/office/drawing/2014/main" id="{17994A60-8CE4-8991-6CDD-332E35413C39}"/>
              </a:ext>
            </a:extLst>
          </p:cNvPr>
          <p:cNvSpPr>
            <a:spLocks noGrp="1"/>
          </p:cNvSpPr>
          <p:nvPr>
            <p:ph type="title"/>
          </p:nvPr>
        </p:nvSpPr>
        <p:spPr/>
        <p:txBody>
          <a:bodyPr/>
          <a:lstStyle/>
          <a:p>
            <a:r>
              <a:rPr lang="de-DE"/>
              <a:t>Von einfachen Assistenten zu autonomen Agentensystemen</a:t>
            </a:r>
          </a:p>
        </p:txBody>
      </p:sp>
      <p:pic>
        <p:nvPicPr>
          <p:cNvPr id="4108" name="Picture 12" descr="5 Levels of Agentic AI Systems">
            <a:extLst>
              <a:ext uri="{FF2B5EF4-FFF2-40B4-BE49-F238E27FC236}">
                <a16:creationId xmlns:a16="http://schemas.microsoft.com/office/drawing/2014/main" id="{BA040A2E-C707-1DF9-E796-B57E943236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7593" r="50000"/>
          <a:stretch/>
        </p:blipFill>
        <p:spPr bwMode="auto">
          <a:xfrm>
            <a:off x="2826858" y="3754494"/>
            <a:ext cx="3019425" cy="22225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abgerundete Ecken 4">
            <a:extLst>
              <a:ext uri="{FF2B5EF4-FFF2-40B4-BE49-F238E27FC236}">
                <a16:creationId xmlns:a16="http://schemas.microsoft.com/office/drawing/2014/main" id="{C54A45F9-A51B-3805-1043-1D7863CC0EB0}"/>
              </a:ext>
            </a:extLst>
          </p:cNvPr>
          <p:cNvSpPr/>
          <p:nvPr/>
        </p:nvSpPr>
        <p:spPr>
          <a:xfrm>
            <a:off x="3343275" y="2314575"/>
            <a:ext cx="771525" cy="638175"/>
          </a:xfrm>
          <a:prstGeom prst="roundRect">
            <a:avLst>
              <a:gd name="adj" fmla="val 6522"/>
            </a:avLst>
          </a:prstGeom>
          <a:solidFill>
            <a:schemeClr val="accent1">
              <a:lumMod val="60000"/>
              <a:lumOff val="40000"/>
            </a:schemeClr>
          </a:solidFill>
          <a:ln w="28575">
            <a:solidFill>
              <a:srgbClr val="5391B4"/>
            </a:solidFill>
          </a:ln>
        </p:spPr>
        <p:txBody>
          <a:bodyPr vert="horz" lIns="72000" tIns="72000" rIns="72000" bIns="72000" rtlCol="0" anchor="ctr">
            <a:noAutofit/>
          </a:bodyPr>
          <a:lstStyle/>
          <a:p>
            <a:pPr algn="ctr">
              <a:spcBef>
                <a:spcPts val="600"/>
              </a:spcBef>
            </a:pPr>
            <a:r>
              <a:rPr lang="de-DE" sz="1800" b="1">
                <a:solidFill>
                  <a:schemeClr val="bg1"/>
                </a:solidFill>
                <a:latin typeface="Calibri" panose="020F0502020204030204" pitchFamily="34" charset="0"/>
                <a:cs typeface="Calibri" panose="020F0502020204030204" pitchFamily="34" charset="0"/>
              </a:rPr>
              <a:t>LLM</a:t>
            </a:r>
            <a:endParaRPr lang="de-DE" sz="1200" b="1">
              <a:solidFill>
                <a:schemeClr val="bg1"/>
              </a:solidFill>
              <a:latin typeface="Calibri" panose="020F0502020204030204" pitchFamily="34" charset="0"/>
              <a:cs typeface="Calibri" panose="020F0502020204030204" pitchFamily="34" charset="0"/>
            </a:endParaRPr>
          </a:p>
        </p:txBody>
      </p:sp>
      <p:grpSp>
        <p:nvGrpSpPr>
          <p:cNvPr id="26" name="Gruppieren 25">
            <a:extLst>
              <a:ext uri="{FF2B5EF4-FFF2-40B4-BE49-F238E27FC236}">
                <a16:creationId xmlns:a16="http://schemas.microsoft.com/office/drawing/2014/main" id="{66054906-3292-EF59-E04B-122F045B0826}"/>
              </a:ext>
            </a:extLst>
          </p:cNvPr>
          <p:cNvGrpSpPr/>
          <p:nvPr/>
        </p:nvGrpSpPr>
        <p:grpSpPr>
          <a:xfrm>
            <a:off x="4702565" y="1407534"/>
            <a:ext cx="3009901" cy="2222500"/>
            <a:chOff x="4702565" y="1407534"/>
            <a:chExt cx="3009901" cy="2222500"/>
          </a:xfrm>
        </p:grpSpPr>
        <p:pic>
          <p:nvPicPr>
            <p:cNvPr id="4100" name="Picture 4" descr="5 Levels of Agentic AI Systems">
              <a:extLst>
                <a:ext uri="{FF2B5EF4-FFF2-40B4-BE49-F238E27FC236}">
                  <a16:creationId xmlns:a16="http://schemas.microsoft.com/office/drawing/2014/main" id="{0828CE71-5587-6CF4-2454-157C1D3624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8" t="33519" r="50000" b="32407"/>
            <a:stretch/>
          </p:blipFill>
          <p:spPr bwMode="auto">
            <a:xfrm>
              <a:off x="4702565" y="1407534"/>
              <a:ext cx="3009901" cy="2222500"/>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abgerundete Ecken 5">
              <a:extLst>
                <a:ext uri="{FF2B5EF4-FFF2-40B4-BE49-F238E27FC236}">
                  <a16:creationId xmlns:a16="http://schemas.microsoft.com/office/drawing/2014/main" id="{F0FF3910-53B5-FA0A-6CA7-31AE2F00CA24}"/>
                </a:ext>
              </a:extLst>
            </p:cNvPr>
            <p:cNvSpPr/>
            <p:nvPr/>
          </p:nvSpPr>
          <p:spPr>
            <a:xfrm>
              <a:off x="6451600" y="1876425"/>
              <a:ext cx="796925" cy="390525"/>
            </a:xfrm>
            <a:prstGeom prst="roundRect">
              <a:avLst>
                <a:gd name="adj" fmla="val 6522"/>
              </a:avLst>
            </a:prstGeom>
            <a:solidFill>
              <a:schemeClr val="accent1">
                <a:lumMod val="60000"/>
                <a:lumOff val="40000"/>
              </a:schemeClr>
            </a:solidFill>
            <a:ln w="28575">
              <a:solidFill>
                <a:srgbClr val="5391B4"/>
              </a:solidFill>
            </a:ln>
          </p:spPr>
          <p:txBody>
            <a:bodyPr vert="horz" lIns="72000" tIns="72000" rIns="72000" bIns="72000" rtlCol="0" anchor="ctr">
              <a:noAutofit/>
            </a:bodyPr>
            <a:lstStyle/>
            <a:p>
              <a:pPr algn="ctr">
                <a:spcBef>
                  <a:spcPts val="600"/>
                </a:spcBef>
              </a:pPr>
              <a:r>
                <a:rPr lang="de-DE" sz="1800" b="1">
                  <a:solidFill>
                    <a:schemeClr val="bg1"/>
                  </a:solidFill>
                  <a:latin typeface="Calibri" panose="020F0502020204030204" pitchFamily="34" charset="0"/>
                  <a:cs typeface="Calibri" panose="020F0502020204030204" pitchFamily="34" charset="0"/>
                </a:rPr>
                <a:t>LLM</a:t>
              </a:r>
              <a:endParaRPr lang="de-DE" sz="1200" b="1">
                <a:solidFill>
                  <a:schemeClr val="bg1"/>
                </a:solidFill>
                <a:latin typeface="Calibri" panose="020F0502020204030204" pitchFamily="34" charset="0"/>
                <a:cs typeface="Calibri" panose="020F0502020204030204" pitchFamily="34" charset="0"/>
              </a:endParaRPr>
            </a:p>
          </p:txBody>
        </p:sp>
        <p:sp>
          <p:nvSpPr>
            <p:cNvPr id="7" name="Rechteck: abgerundete Ecken 6">
              <a:extLst>
                <a:ext uri="{FF2B5EF4-FFF2-40B4-BE49-F238E27FC236}">
                  <a16:creationId xmlns:a16="http://schemas.microsoft.com/office/drawing/2014/main" id="{DA53C8BE-E137-A36D-6E84-1DEFFA7604F9}"/>
                </a:ext>
              </a:extLst>
            </p:cNvPr>
            <p:cNvSpPr/>
            <p:nvPr/>
          </p:nvSpPr>
          <p:spPr>
            <a:xfrm>
              <a:off x="6169024" y="2784474"/>
              <a:ext cx="492125" cy="257175"/>
            </a:xfrm>
            <a:prstGeom prst="roundRect">
              <a:avLst>
                <a:gd name="adj" fmla="val 6522"/>
              </a:avLst>
            </a:prstGeom>
            <a:solidFill>
              <a:schemeClr val="accent1">
                <a:lumMod val="60000"/>
                <a:lumOff val="40000"/>
              </a:schemeClr>
            </a:solidFill>
            <a:ln w="28575">
              <a:solidFill>
                <a:srgbClr val="5391B4"/>
              </a:solidFill>
            </a:ln>
          </p:spPr>
          <p:txBody>
            <a:bodyPr vert="horz" lIns="72000" tIns="72000" rIns="72000" bIns="72000" rtlCol="0" anchor="ctr">
              <a:noAutofit/>
            </a:bodyPr>
            <a:lstStyle/>
            <a:p>
              <a:pPr algn="ctr">
                <a:spcBef>
                  <a:spcPts val="600"/>
                </a:spcBef>
              </a:pPr>
              <a:r>
                <a:rPr lang="de-DE" sz="1200" b="1">
                  <a:solidFill>
                    <a:schemeClr val="bg1"/>
                  </a:solidFill>
                  <a:latin typeface="Calibri" panose="020F0502020204030204" pitchFamily="34" charset="0"/>
                  <a:cs typeface="Calibri" panose="020F0502020204030204" pitchFamily="34" charset="0"/>
                </a:rPr>
                <a:t>LLM</a:t>
              </a:r>
            </a:p>
          </p:txBody>
        </p:sp>
        <p:sp>
          <p:nvSpPr>
            <p:cNvPr id="8" name="Rechteck: abgerundete Ecken 7">
              <a:extLst>
                <a:ext uri="{FF2B5EF4-FFF2-40B4-BE49-F238E27FC236}">
                  <a16:creationId xmlns:a16="http://schemas.microsoft.com/office/drawing/2014/main" id="{093525FA-232A-3F82-198E-E6C3C11F6003}"/>
                </a:ext>
              </a:extLst>
            </p:cNvPr>
            <p:cNvSpPr/>
            <p:nvPr/>
          </p:nvSpPr>
          <p:spPr>
            <a:xfrm>
              <a:off x="7045324" y="2784473"/>
              <a:ext cx="492125" cy="257175"/>
            </a:xfrm>
            <a:prstGeom prst="roundRect">
              <a:avLst>
                <a:gd name="adj" fmla="val 6522"/>
              </a:avLst>
            </a:prstGeom>
            <a:solidFill>
              <a:schemeClr val="accent1">
                <a:lumMod val="20000"/>
                <a:lumOff val="80000"/>
              </a:schemeClr>
            </a:solidFill>
            <a:ln w="28575">
              <a:solidFill>
                <a:schemeClr val="accent1">
                  <a:lumMod val="40000"/>
                  <a:lumOff val="60000"/>
                </a:schemeClr>
              </a:solidFill>
            </a:ln>
          </p:spPr>
          <p:txBody>
            <a:bodyPr vert="horz" lIns="72000" tIns="72000" rIns="72000" bIns="72000" rtlCol="0" anchor="ctr">
              <a:noAutofit/>
            </a:bodyPr>
            <a:lstStyle/>
            <a:p>
              <a:pPr algn="ctr">
                <a:spcBef>
                  <a:spcPts val="600"/>
                </a:spcBef>
              </a:pPr>
              <a:r>
                <a:rPr lang="de-DE" sz="1200" b="1">
                  <a:solidFill>
                    <a:schemeClr val="bg1"/>
                  </a:solidFill>
                  <a:latin typeface="Calibri" panose="020F0502020204030204" pitchFamily="34" charset="0"/>
                  <a:cs typeface="Calibri" panose="020F0502020204030204" pitchFamily="34" charset="0"/>
                </a:rPr>
                <a:t>LLM</a:t>
              </a:r>
            </a:p>
          </p:txBody>
        </p:sp>
        <p:sp>
          <p:nvSpPr>
            <p:cNvPr id="11" name="Rechteck 10">
              <a:extLst>
                <a:ext uri="{FF2B5EF4-FFF2-40B4-BE49-F238E27FC236}">
                  <a16:creationId xmlns:a16="http://schemas.microsoft.com/office/drawing/2014/main" id="{FEE810BC-319E-A2EF-D71B-FC9BCAE93735}"/>
                </a:ext>
              </a:extLst>
            </p:cNvPr>
            <p:cNvSpPr/>
            <p:nvPr/>
          </p:nvSpPr>
          <p:spPr>
            <a:xfrm>
              <a:off x="4766056" y="1831975"/>
              <a:ext cx="430212" cy="736600"/>
            </a:xfrm>
            <a:prstGeom prst="rect">
              <a:avLst/>
            </a:prstGeom>
            <a:solidFill>
              <a:srgbClr val="F2F5FA"/>
            </a:solidFill>
            <a:ln>
              <a:no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12" name="Rechteck: abgerundete Ecken 11">
              <a:extLst>
                <a:ext uri="{FF2B5EF4-FFF2-40B4-BE49-F238E27FC236}">
                  <a16:creationId xmlns:a16="http://schemas.microsoft.com/office/drawing/2014/main" id="{063B2EF9-26A5-8C0C-5FCB-FE2A3A9F5FA9}"/>
                </a:ext>
              </a:extLst>
            </p:cNvPr>
            <p:cNvSpPr/>
            <p:nvPr/>
          </p:nvSpPr>
          <p:spPr>
            <a:xfrm>
              <a:off x="4793044" y="2057400"/>
              <a:ext cx="430212" cy="206375"/>
            </a:xfrm>
            <a:prstGeom prst="roundRect">
              <a:avLst/>
            </a:prstGeom>
            <a:solidFill>
              <a:srgbClr val="F6EFE5"/>
            </a:solidFill>
            <a:ln w="12700">
              <a:solidFill>
                <a:srgbClr val="BCA981"/>
              </a:solidFill>
            </a:ln>
          </p:spPr>
          <p:txBody>
            <a:bodyPr vert="horz" lIns="72000" tIns="72000" rIns="72000" bIns="72000" rtlCol="0" anchor="ctr">
              <a:noAutofit/>
            </a:bodyPr>
            <a:lstStyle/>
            <a:p>
              <a:pPr algn="ctr">
                <a:spcBef>
                  <a:spcPts val="600"/>
                </a:spcBef>
              </a:pPr>
              <a:r>
                <a:rPr lang="de-DE" sz="700" b="1">
                  <a:solidFill>
                    <a:srgbClr val="171918"/>
                  </a:solidFill>
                  <a:latin typeface="Calibri" panose="020F0502020204030204" pitchFamily="34" charset="0"/>
                  <a:cs typeface="Calibri" panose="020F0502020204030204" pitchFamily="34" charset="0"/>
                </a:rPr>
                <a:t>USER</a:t>
              </a:r>
            </a:p>
          </p:txBody>
        </p:sp>
      </p:grpSp>
      <p:grpSp>
        <p:nvGrpSpPr>
          <p:cNvPr id="28" name="Gruppieren 27">
            <a:extLst>
              <a:ext uri="{FF2B5EF4-FFF2-40B4-BE49-F238E27FC236}">
                <a16:creationId xmlns:a16="http://schemas.microsoft.com/office/drawing/2014/main" id="{C30651B7-AFEC-FC21-7922-D7A80E637E63}"/>
              </a:ext>
            </a:extLst>
          </p:cNvPr>
          <p:cNvGrpSpPr/>
          <p:nvPr/>
        </p:nvGrpSpPr>
        <p:grpSpPr>
          <a:xfrm>
            <a:off x="2997200" y="4116604"/>
            <a:ext cx="457200" cy="736600"/>
            <a:chOff x="2997200" y="4116604"/>
            <a:chExt cx="457200" cy="736600"/>
          </a:xfrm>
        </p:grpSpPr>
        <p:sp>
          <p:nvSpPr>
            <p:cNvPr id="15" name="Rechteck 14">
              <a:extLst>
                <a:ext uri="{FF2B5EF4-FFF2-40B4-BE49-F238E27FC236}">
                  <a16:creationId xmlns:a16="http://schemas.microsoft.com/office/drawing/2014/main" id="{722D8E1A-7EDA-1F45-91E1-93F0859A7EF3}"/>
                </a:ext>
              </a:extLst>
            </p:cNvPr>
            <p:cNvSpPr/>
            <p:nvPr/>
          </p:nvSpPr>
          <p:spPr>
            <a:xfrm>
              <a:off x="2997200" y="4116604"/>
              <a:ext cx="430212" cy="736600"/>
            </a:xfrm>
            <a:prstGeom prst="rect">
              <a:avLst/>
            </a:prstGeom>
            <a:solidFill>
              <a:srgbClr val="EFF5F4"/>
            </a:solidFill>
            <a:ln>
              <a:no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16" name="Rechteck: abgerundete Ecken 15">
              <a:extLst>
                <a:ext uri="{FF2B5EF4-FFF2-40B4-BE49-F238E27FC236}">
                  <a16:creationId xmlns:a16="http://schemas.microsoft.com/office/drawing/2014/main" id="{5EBE38FF-60B6-9F31-BB28-798A8D064C9B}"/>
                </a:ext>
              </a:extLst>
            </p:cNvPr>
            <p:cNvSpPr/>
            <p:nvPr/>
          </p:nvSpPr>
          <p:spPr>
            <a:xfrm>
              <a:off x="3024188" y="4342029"/>
              <a:ext cx="430212" cy="206375"/>
            </a:xfrm>
            <a:prstGeom prst="roundRect">
              <a:avLst/>
            </a:prstGeom>
            <a:solidFill>
              <a:srgbClr val="F6EFE5"/>
            </a:solidFill>
            <a:ln w="12700">
              <a:solidFill>
                <a:srgbClr val="D6AD44"/>
              </a:solidFill>
            </a:ln>
          </p:spPr>
          <p:txBody>
            <a:bodyPr vert="horz" lIns="72000" tIns="72000" rIns="72000" bIns="72000" rtlCol="0" anchor="ctr">
              <a:noAutofit/>
            </a:bodyPr>
            <a:lstStyle/>
            <a:p>
              <a:pPr algn="ctr">
                <a:spcBef>
                  <a:spcPts val="600"/>
                </a:spcBef>
              </a:pPr>
              <a:r>
                <a:rPr lang="de-DE" sz="700" b="1">
                  <a:solidFill>
                    <a:srgbClr val="171918"/>
                  </a:solidFill>
                  <a:latin typeface="Calibri" panose="020F0502020204030204" pitchFamily="34" charset="0"/>
                  <a:cs typeface="Calibri" panose="020F0502020204030204" pitchFamily="34" charset="0"/>
                </a:rPr>
                <a:t>USER</a:t>
              </a:r>
            </a:p>
          </p:txBody>
        </p:sp>
      </p:grpSp>
      <p:grpSp>
        <p:nvGrpSpPr>
          <p:cNvPr id="29" name="Gruppieren 28">
            <a:extLst>
              <a:ext uri="{FF2B5EF4-FFF2-40B4-BE49-F238E27FC236}">
                <a16:creationId xmlns:a16="http://schemas.microsoft.com/office/drawing/2014/main" id="{C51C1CDA-F3B0-4C54-71F7-7C110A7DD7D6}"/>
              </a:ext>
            </a:extLst>
          </p:cNvPr>
          <p:cNvGrpSpPr/>
          <p:nvPr/>
        </p:nvGrpSpPr>
        <p:grpSpPr>
          <a:xfrm>
            <a:off x="6760841" y="3754494"/>
            <a:ext cx="3009903" cy="2222501"/>
            <a:chOff x="6760841" y="3754494"/>
            <a:chExt cx="3009903" cy="2222501"/>
          </a:xfrm>
        </p:grpSpPr>
        <p:pic>
          <p:nvPicPr>
            <p:cNvPr id="4112" name="Picture 16" descr="5 Levels of Agentic AI Systems">
              <a:extLst>
                <a:ext uri="{FF2B5EF4-FFF2-40B4-BE49-F238E27FC236}">
                  <a16:creationId xmlns:a16="http://schemas.microsoft.com/office/drawing/2014/main" id="{65DD5F59-87BE-8758-1954-22A3118568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158" t="67593"/>
            <a:stretch/>
          </p:blipFill>
          <p:spPr bwMode="auto">
            <a:xfrm>
              <a:off x="6760841" y="3754494"/>
              <a:ext cx="3009903" cy="2222501"/>
            </a:xfrm>
            <a:prstGeom prst="rect">
              <a:avLst/>
            </a:prstGeom>
            <a:noFill/>
            <a:extLst>
              <a:ext uri="{909E8E84-426E-40DD-AFC4-6F175D3DCCD1}">
                <a14:hiddenFill xmlns:a14="http://schemas.microsoft.com/office/drawing/2010/main">
                  <a:solidFill>
                    <a:srgbClr val="FFFFFF"/>
                  </a:solidFill>
                </a14:hiddenFill>
              </a:ext>
            </a:extLst>
          </p:spPr>
        </p:pic>
        <p:sp>
          <p:nvSpPr>
            <p:cNvPr id="17" name="Rechteck 16">
              <a:extLst>
                <a:ext uri="{FF2B5EF4-FFF2-40B4-BE49-F238E27FC236}">
                  <a16:creationId xmlns:a16="http://schemas.microsoft.com/office/drawing/2014/main" id="{A85CD967-735A-A678-896E-7E2E244E9C36}"/>
                </a:ext>
              </a:extLst>
            </p:cNvPr>
            <p:cNvSpPr/>
            <p:nvPr/>
          </p:nvSpPr>
          <p:spPr>
            <a:xfrm>
              <a:off x="6954837" y="4147557"/>
              <a:ext cx="430212" cy="736600"/>
            </a:xfrm>
            <a:prstGeom prst="rect">
              <a:avLst/>
            </a:prstGeom>
            <a:solidFill>
              <a:srgbClr val="EFF5F4"/>
            </a:solidFill>
            <a:ln>
              <a:no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18" name="Rechteck: abgerundete Ecken 17">
              <a:extLst>
                <a:ext uri="{FF2B5EF4-FFF2-40B4-BE49-F238E27FC236}">
                  <a16:creationId xmlns:a16="http://schemas.microsoft.com/office/drawing/2014/main" id="{C4822ECC-321E-0043-EE1A-FBFC0007E3AA}"/>
                </a:ext>
              </a:extLst>
            </p:cNvPr>
            <p:cNvSpPr/>
            <p:nvPr/>
          </p:nvSpPr>
          <p:spPr>
            <a:xfrm>
              <a:off x="6981825" y="4372982"/>
              <a:ext cx="430212" cy="206375"/>
            </a:xfrm>
            <a:prstGeom prst="roundRect">
              <a:avLst/>
            </a:prstGeom>
            <a:solidFill>
              <a:srgbClr val="F6EFE5"/>
            </a:solidFill>
            <a:ln w="12700">
              <a:solidFill>
                <a:srgbClr val="D6AD44"/>
              </a:solidFill>
            </a:ln>
          </p:spPr>
          <p:txBody>
            <a:bodyPr vert="horz" lIns="72000" tIns="72000" rIns="72000" bIns="72000" rtlCol="0" anchor="ctr">
              <a:noAutofit/>
            </a:bodyPr>
            <a:lstStyle/>
            <a:p>
              <a:pPr algn="ctr">
                <a:spcBef>
                  <a:spcPts val="600"/>
                </a:spcBef>
              </a:pPr>
              <a:r>
                <a:rPr lang="de-DE" sz="700" b="1">
                  <a:solidFill>
                    <a:srgbClr val="171918"/>
                  </a:solidFill>
                  <a:latin typeface="Calibri" panose="020F0502020204030204" pitchFamily="34" charset="0"/>
                  <a:cs typeface="Calibri" panose="020F0502020204030204" pitchFamily="34" charset="0"/>
                </a:rPr>
                <a:t>USER</a:t>
              </a:r>
            </a:p>
          </p:txBody>
        </p:sp>
      </p:grpSp>
      <p:grpSp>
        <p:nvGrpSpPr>
          <p:cNvPr id="27" name="Gruppieren 26">
            <a:extLst>
              <a:ext uri="{FF2B5EF4-FFF2-40B4-BE49-F238E27FC236}">
                <a16:creationId xmlns:a16="http://schemas.microsoft.com/office/drawing/2014/main" id="{A0D875D4-B357-4DB1-F5AD-340B9081AB92}"/>
              </a:ext>
            </a:extLst>
          </p:cNvPr>
          <p:cNvGrpSpPr/>
          <p:nvPr/>
        </p:nvGrpSpPr>
        <p:grpSpPr>
          <a:xfrm>
            <a:off x="8124823" y="1404885"/>
            <a:ext cx="2850286" cy="2222499"/>
            <a:chOff x="8124823" y="1404885"/>
            <a:chExt cx="2850286" cy="2222499"/>
          </a:xfrm>
        </p:grpSpPr>
        <p:pic>
          <p:nvPicPr>
            <p:cNvPr id="4102" name="Picture 6" descr="5 Levels of Agentic AI Systems">
              <a:extLst>
                <a:ext uri="{FF2B5EF4-FFF2-40B4-BE49-F238E27FC236}">
                  <a16:creationId xmlns:a16="http://schemas.microsoft.com/office/drawing/2014/main" id="{F45EDAA5-F44D-D4D5-9755-5569635DBF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157" t="33333" b="32444"/>
            <a:stretch/>
          </p:blipFill>
          <p:spPr bwMode="auto">
            <a:xfrm>
              <a:off x="8124823" y="1404885"/>
              <a:ext cx="2850286" cy="2222499"/>
            </a:xfrm>
            <a:prstGeom prst="rect">
              <a:avLst/>
            </a:prstGeom>
            <a:noFill/>
            <a:extLst>
              <a:ext uri="{909E8E84-426E-40DD-AFC4-6F175D3DCCD1}">
                <a14:hiddenFill xmlns:a14="http://schemas.microsoft.com/office/drawing/2010/main">
                  <a:solidFill>
                    <a:srgbClr val="FFFFFF"/>
                  </a:solidFill>
                </a14:hiddenFill>
              </a:ext>
            </a:extLst>
          </p:spPr>
        </p:pic>
        <p:sp>
          <p:nvSpPr>
            <p:cNvPr id="13" name="Rechteck 12">
              <a:extLst>
                <a:ext uri="{FF2B5EF4-FFF2-40B4-BE49-F238E27FC236}">
                  <a16:creationId xmlns:a16="http://schemas.microsoft.com/office/drawing/2014/main" id="{A6D45A82-6CE4-E81D-952C-0EF0F8B1962F}"/>
                </a:ext>
              </a:extLst>
            </p:cNvPr>
            <p:cNvSpPr/>
            <p:nvPr/>
          </p:nvSpPr>
          <p:spPr>
            <a:xfrm>
              <a:off x="8236331" y="1831975"/>
              <a:ext cx="430212" cy="736600"/>
            </a:xfrm>
            <a:prstGeom prst="rect">
              <a:avLst/>
            </a:prstGeom>
            <a:solidFill>
              <a:srgbClr val="F2F5FA"/>
            </a:solidFill>
            <a:ln>
              <a:no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14" name="Rechteck: abgerundete Ecken 13">
              <a:extLst>
                <a:ext uri="{FF2B5EF4-FFF2-40B4-BE49-F238E27FC236}">
                  <a16:creationId xmlns:a16="http://schemas.microsoft.com/office/drawing/2014/main" id="{0CB4B561-92EF-84F9-0238-A963B31714B9}"/>
                </a:ext>
              </a:extLst>
            </p:cNvPr>
            <p:cNvSpPr/>
            <p:nvPr/>
          </p:nvSpPr>
          <p:spPr>
            <a:xfrm>
              <a:off x="8263319" y="2057400"/>
              <a:ext cx="430212" cy="206375"/>
            </a:xfrm>
            <a:prstGeom prst="roundRect">
              <a:avLst/>
            </a:prstGeom>
            <a:solidFill>
              <a:srgbClr val="F6EFE5"/>
            </a:solidFill>
            <a:ln w="12700">
              <a:solidFill>
                <a:srgbClr val="BCA981"/>
              </a:solidFill>
            </a:ln>
          </p:spPr>
          <p:txBody>
            <a:bodyPr vert="horz" lIns="72000" tIns="72000" rIns="72000" bIns="72000" rtlCol="0" anchor="ctr">
              <a:noAutofit/>
            </a:bodyPr>
            <a:lstStyle/>
            <a:p>
              <a:pPr algn="ctr">
                <a:spcBef>
                  <a:spcPts val="600"/>
                </a:spcBef>
              </a:pPr>
              <a:r>
                <a:rPr lang="de-DE" sz="700" b="1">
                  <a:solidFill>
                    <a:srgbClr val="171918"/>
                  </a:solidFill>
                  <a:latin typeface="Calibri" panose="020F0502020204030204" pitchFamily="34" charset="0"/>
                  <a:cs typeface="Calibri" panose="020F0502020204030204" pitchFamily="34" charset="0"/>
                </a:rPr>
                <a:t>USER</a:t>
              </a:r>
            </a:p>
          </p:txBody>
        </p:sp>
        <p:sp>
          <p:nvSpPr>
            <p:cNvPr id="19" name="Rechteck: abgerundete Ecken 18">
              <a:extLst>
                <a:ext uri="{FF2B5EF4-FFF2-40B4-BE49-F238E27FC236}">
                  <a16:creationId xmlns:a16="http://schemas.microsoft.com/office/drawing/2014/main" id="{47977193-5C63-C0DA-04E0-0366CA913554}"/>
                </a:ext>
              </a:extLst>
            </p:cNvPr>
            <p:cNvSpPr/>
            <p:nvPr/>
          </p:nvSpPr>
          <p:spPr>
            <a:xfrm>
              <a:off x="10137776" y="1876425"/>
              <a:ext cx="768350" cy="528638"/>
            </a:xfrm>
            <a:prstGeom prst="roundRect">
              <a:avLst>
                <a:gd name="adj" fmla="val 6522"/>
              </a:avLst>
            </a:prstGeom>
            <a:solidFill>
              <a:schemeClr val="accent1">
                <a:lumMod val="60000"/>
                <a:lumOff val="40000"/>
              </a:schemeClr>
            </a:solidFill>
            <a:ln w="28575">
              <a:solidFill>
                <a:srgbClr val="5391B4"/>
              </a:solidFill>
            </a:ln>
          </p:spPr>
          <p:txBody>
            <a:bodyPr vert="horz" lIns="72000" tIns="72000" rIns="72000" bIns="72000" rtlCol="0" anchor="ctr">
              <a:noAutofit/>
            </a:bodyPr>
            <a:lstStyle/>
            <a:p>
              <a:pPr algn="ctr">
                <a:spcBef>
                  <a:spcPts val="600"/>
                </a:spcBef>
              </a:pPr>
              <a:r>
                <a:rPr lang="de-DE" sz="1800" b="1">
                  <a:solidFill>
                    <a:schemeClr val="bg1"/>
                  </a:solidFill>
                  <a:latin typeface="Calibri" panose="020F0502020204030204" pitchFamily="34" charset="0"/>
                  <a:cs typeface="Calibri" panose="020F0502020204030204" pitchFamily="34" charset="0"/>
                </a:rPr>
                <a:t>LLM</a:t>
              </a:r>
              <a:endParaRPr lang="de-DE" sz="1200" b="1">
                <a:solidFill>
                  <a:schemeClr val="bg1"/>
                </a:solidFill>
                <a:latin typeface="Calibri" panose="020F0502020204030204" pitchFamily="34" charset="0"/>
                <a:cs typeface="Calibri" panose="020F0502020204030204" pitchFamily="34" charset="0"/>
              </a:endParaRPr>
            </a:p>
          </p:txBody>
        </p:sp>
        <p:sp>
          <p:nvSpPr>
            <p:cNvPr id="22" name="Rechteck: abgerundete Ecken 21">
              <a:extLst>
                <a:ext uri="{FF2B5EF4-FFF2-40B4-BE49-F238E27FC236}">
                  <a16:creationId xmlns:a16="http://schemas.microsoft.com/office/drawing/2014/main" id="{67E2AD25-E9BE-83D1-9075-86D178243700}"/>
                </a:ext>
              </a:extLst>
            </p:cNvPr>
            <p:cNvSpPr/>
            <p:nvPr/>
          </p:nvSpPr>
          <p:spPr>
            <a:xfrm>
              <a:off x="9296400" y="2952750"/>
              <a:ext cx="489943" cy="419100"/>
            </a:xfrm>
            <a:prstGeom prst="roundRect">
              <a:avLst>
                <a:gd name="adj" fmla="val 6522"/>
              </a:avLst>
            </a:prstGeom>
            <a:solidFill>
              <a:schemeClr val="accent1">
                <a:lumMod val="60000"/>
                <a:lumOff val="40000"/>
              </a:schemeClr>
            </a:solidFill>
            <a:ln w="28575">
              <a:solidFill>
                <a:srgbClr val="5391B4"/>
              </a:solidFill>
            </a:ln>
          </p:spPr>
          <p:txBody>
            <a:bodyPr vert="horz" lIns="72000" tIns="72000" rIns="72000" bIns="72000" rtlCol="0" anchor="ctr">
              <a:noAutofit/>
            </a:bodyPr>
            <a:lstStyle/>
            <a:p>
              <a:pPr algn="ctr">
                <a:spcBef>
                  <a:spcPts val="600"/>
                </a:spcBef>
              </a:pPr>
              <a:r>
                <a:rPr lang="de-DE" sz="1200" b="1">
                  <a:solidFill>
                    <a:schemeClr val="bg1"/>
                  </a:solidFill>
                  <a:latin typeface="Calibri" panose="020F0502020204030204" pitchFamily="34" charset="0"/>
                  <a:cs typeface="Calibri" panose="020F0502020204030204" pitchFamily="34" charset="0"/>
                </a:rPr>
                <a:t>LLM</a:t>
              </a:r>
            </a:p>
          </p:txBody>
        </p:sp>
      </p:grpSp>
      <p:grpSp>
        <p:nvGrpSpPr>
          <p:cNvPr id="25" name="Gruppieren 24">
            <a:extLst>
              <a:ext uri="{FF2B5EF4-FFF2-40B4-BE49-F238E27FC236}">
                <a16:creationId xmlns:a16="http://schemas.microsoft.com/office/drawing/2014/main" id="{8013A799-BDAC-5D15-1270-2428104BEAB5}"/>
              </a:ext>
            </a:extLst>
          </p:cNvPr>
          <p:cNvGrpSpPr/>
          <p:nvPr/>
        </p:nvGrpSpPr>
        <p:grpSpPr>
          <a:xfrm>
            <a:off x="1363508" y="1407534"/>
            <a:ext cx="2926700" cy="2222499"/>
            <a:chOff x="1363508" y="1407534"/>
            <a:chExt cx="2926700" cy="2222499"/>
          </a:xfrm>
        </p:grpSpPr>
        <p:grpSp>
          <p:nvGrpSpPr>
            <p:cNvPr id="23" name="Gruppieren 22">
              <a:extLst>
                <a:ext uri="{FF2B5EF4-FFF2-40B4-BE49-F238E27FC236}">
                  <a16:creationId xmlns:a16="http://schemas.microsoft.com/office/drawing/2014/main" id="{D6243E7E-CA45-A9A5-693D-315927993FFF}"/>
                </a:ext>
              </a:extLst>
            </p:cNvPr>
            <p:cNvGrpSpPr/>
            <p:nvPr/>
          </p:nvGrpSpPr>
          <p:grpSpPr>
            <a:xfrm>
              <a:off x="1363508" y="1407534"/>
              <a:ext cx="2926700" cy="2222499"/>
              <a:chOff x="1363508" y="1407534"/>
              <a:chExt cx="2926700" cy="2222499"/>
            </a:xfrm>
          </p:grpSpPr>
          <p:pic>
            <p:nvPicPr>
              <p:cNvPr id="4098" name="Picture 2" descr="5 Levels of Agentic AI Systems">
                <a:extLst>
                  <a:ext uri="{FF2B5EF4-FFF2-40B4-BE49-F238E27FC236}">
                    <a16:creationId xmlns:a16="http://schemas.microsoft.com/office/drawing/2014/main" id="{9B031D6C-143D-A2B8-C086-3362B2AC44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693" b="66361"/>
              <a:stretch/>
            </p:blipFill>
            <p:spPr bwMode="auto">
              <a:xfrm>
                <a:off x="1363508" y="1407534"/>
                <a:ext cx="2926700" cy="2222499"/>
              </a:xfrm>
              <a:prstGeom prst="rect">
                <a:avLst/>
              </a:prstGeom>
              <a:noFill/>
              <a:extLst>
                <a:ext uri="{909E8E84-426E-40DD-AFC4-6F175D3DCCD1}">
                  <a14:hiddenFill xmlns:a14="http://schemas.microsoft.com/office/drawing/2010/main">
                    <a:solidFill>
                      <a:srgbClr val="FFFFFF"/>
                    </a:solidFill>
                  </a14:hiddenFill>
                </a:ext>
              </a:extLst>
            </p:spPr>
          </p:pic>
          <p:sp>
            <p:nvSpPr>
              <p:cNvPr id="10" name="Rechteck 9">
                <a:extLst>
                  <a:ext uri="{FF2B5EF4-FFF2-40B4-BE49-F238E27FC236}">
                    <a16:creationId xmlns:a16="http://schemas.microsoft.com/office/drawing/2014/main" id="{535D7A3F-4BCD-4C3D-9C8C-28D56431E98C}"/>
                  </a:ext>
                </a:extLst>
              </p:cNvPr>
              <p:cNvSpPr/>
              <p:nvPr/>
            </p:nvSpPr>
            <p:spPr>
              <a:xfrm>
                <a:off x="1536700" y="1768475"/>
                <a:ext cx="430212" cy="736600"/>
              </a:xfrm>
              <a:prstGeom prst="rect">
                <a:avLst/>
              </a:prstGeom>
              <a:solidFill>
                <a:srgbClr val="EFF5F4"/>
              </a:solidFill>
              <a:ln>
                <a:noFill/>
              </a:ln>
            </p:spPr>
            <p:txBody>
              <a:bodyPr vert="horz" lIns="72000" tIns="72000" rIns="72000" bIns="72000" rtlCol="0" anchor="ctr">
                <a:noAutofit/>
              </a:bodyPr>
              <a:lstStyle/>
              <a:p>
                <a:pPr algn="ctr">
                  <a:spcBef>
                    <a:spcPts val="600"/>
                  </a:spcBef>
                </a:pPr>
                <a:endParaRPr lang="de-DE" sz="1200" err="1">
                  <a:solidFill>
                    <a:schemeClr val="bg1"/>
                  </a:solidFill>
                </a:endParaRPr>
              </a:p>
            </p:txBody>
          </p:sp>
          <p:sp>
            <p:nvSpPr>
              <p:cNvPr id="9" name="Rechteck: abgerundete Ecken 8">
                <a:extLst>
                  <a:ext uri="{FF2B5EF4-FFF2-40B4-BE49-F238E27FC236}">
                    <a16:creationId xmlns:a16="http://schemas.microsoft.com/office/drawing/2014/main" id="{FBE8FCCD-C207-C6DF-B3CF-1DE94F1E13E5}"/>
                  </a:ext>
                </a:extLst>
              </p:cNvPr>
              <p:cNvSpPr/>
              <p:nvPr/>
            </p:nvSpPr>
            <p:spPr>
              <a:xfrm>
                <a:off x="1563688" y="1993900"/>
                <a:ext cx="430212" cy="206375"/>
              </a:xfrm>
              <a:prstGeom prst="roundRect">
                <a:avLst/>
              </a:prstGeom>
              <a:solidFill>
                <a:srgbClr val="F6EFE5"/>
              </a:solidFill>
              <a:ln w="12700">
                <a:solidFill>
                  <a:srgbClr val="D3AA49"/>
                </a:solidFill>
              </a:ln>
            </p:spPr>
            <p:txBody>
              <a:bodyPr vert="horz" lIns="72000" tIns="72000" rIns="72000" bIns="72000" rtlCol="0" anchor="ctr">
                <a:noAutofit/>
              </a:bodyPr>
              <a:lstStyle/>
              <a:p>
                <a:pPr algn="ctr">
                  <a:spcBef>
                    <a:spcPts val="600"/>
                  </a:spcBef>
                </a:pPr>
                <a:r>
                  <a:rPr lang="de-DE" sz="700" b="1">
                    <a:solidFill>
                      <a:srgbClr val="171918"/>
                    </a:solidFill>
                    <a:latin typeface="Calibri" panose="020F0502020204030204" pitchFamily="34" charset="0"/>
                    <a:cs typeface="Calibri" panose="020F0502020204030204" pitchFamily="34" charset="0"/>
                  </a:rPr>
                  <a:t>USER</a:t>
                </a:r>
              </a:p>
            </p:txBody>
          </p:sp>
        </p:grpSp>
        <p:sp>
          <p:nvSpPr>
            <p:cNvPr id="24" name="Rechteck: abgerundete Ecken 23">
              <a:extLst>
                <a:ext uri="{FF2B5EF4-FFF2-40B4-BE49-F238E27FC236}">
                  <a16:creationId xmlns:a16="http://schemas.microsoft.com/office/drawing/2014/main" id="{4C146233-865F-8538-0B95-01862E9C7631}"/>
                </a:ext>
              </a:extLst>
            </p:cNvPr>
            <p:cNvSpPr/>
            <p:nvPr/>
          </p:nvSpPr>
          <p:spPr>
            <a:xfrm>
              <a:off x="3343275" y="2300664"/>
              <a:ext cx="796925" cy="692150"/>
            </a:xfrm>
            <a:prstGeom prst="roundRect">
              <a:avLst>
                <a:gd name="adj" fmla="val 6522"/>
              </a:avLst>
            </a:prstGeom>
            <a:solidFill>
              <a:schemeClr val="accent1">
                <a:lumMod val="60000"/>
                <a:lumOff val="40000"/>
              </a:schemeClr>
            </a:solidFill>
            <a:ln w="28575">
              <a:solidFill>
                <a:srgbClr val="5391B4"/>
              </a:solidFill>
            </a:ln>
          </p:spPr>
          <p:txBody>
            <a:bodyPr vert="horz" lIns="72000" tIns="72000" rIns="72000" bIns="72000" rtlCol="0" anchor="ctr">
              <a:noAutofit/>
            </a:bodyPr>
            <a:lstStyle/>
            <a:p>
              <a:pPr algn="ctr">
                <a:spcBef>
                  <a:spcPts val="600"/>
                </a:spcBef>
              </a:pPr>
              <a:r>
                <a:rPr lang="de-DE" sz="1800" b="1">
                  <a:solidFill>
                    <a:schemeClr val="bg1"/>
                  </a:solidFill>
                  <a:latin typeface="Calibri" panose="020F0502020204030204" pitchFamily="34" charset="0"/>
                  <a:cs typeface="Calibri" panose="020F0502020204030204" pitchFamily="34" charset="0"/>
                </a:rPr>
                <a:t>LLM</a:t>
              </a:r>
              <a:endParaRPr lang="de-DE" sz="1200" b="1">
                <a:solidFill>
                  <a:schemeClr val="bg1"/>
                </a:solidFill>
                <a:latin typeface="Calibri" panose="020F0502020204030204" pitchFamily="34" charset="0"/>
                <a:cs typeface="Calibri" panose="020F0502020204030204" pitchFamily="34" charset="0"/>
              </a:endParaRPr>
            </a:p>
          </p:txBody>
        </p:sp>
      </p:grpSp>
      <p:sp>
        <p:nvSpPr>
          <p:cNvPr id="4113"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200906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down)">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108"/>
                                        </p:tgtEl>
                                        <p:attrNameLst>
                                          <p:attrName>style.visibility</p:attrName>
                                        </p:attrNameLst>
                                      </p:cBhvr>
                                      <p:to>
                                        <p:strVal val="visible"/>
                                      </p:to>
                                    </p:set>
                                    <p:animEffect transition="in" filter="wipe(down)">
                                      <p:cBhvr>
                                        <p:cTn id="22" dur="500"/>
                                        <p:tgtEl>
                                          <p:spTgt spid="41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down)">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66</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Relationale Datenbanken</a:t>
            </a:r>
          </a:p>
        </p:txBody>
      </p:sp>
      <p:graphicFrame>
        <p:nvGraphicFramePr>
          <p:cNvPr id="6" name="Tabelle 5">
            <a:extLst>
              <a:ext uri="{FF2B5EF4-FFF2-40B4-BE49-F238E27FC236}">
                <a16:creationId xmlns:a16="http://schemas.microsoft.com/office/drawing/2014/main" id="{B8A5D4DF-F6A9-53E9-3653-CFD36CAF93F8}"/>
              </a:ext>
            </a:extLst>
          </p:cNvPr>
          <p:cNvGraphicFramePr>
            <a:graphicFrameLocks noGrp="1"/>
          </p:cNvGraphicFramePr>
          <p:nvPr/>
        </p:nvGraphicFramePr>
        <p:xfrm>
          <a:off x="2028428" y="2498551"/>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393276181"/>
                    </a:ext>
                  </a:extLst>
                </a:gridCol>
                <a:gridCol w="2032000">
                  <a:extLst>
                    <a:ext uri="{9D8B030D-6E8A-4147-A177-3AD203B41FA5}">
                      <a16:colId xmlns:a16="http://schemas.microsoft.com/office/drawing/2014/main" val="615828434"/>
                    </a:ext>
                  </a:extLst>
                </a:gridCol>
                <a:gridCol w="2032000">
                  <a:extLst>
                    <a:ext uri="{9D8B030D-6E8A-4147-A177-3AD203B41FA5}">
                      <a16:colId xmlns:a16="http://schemas.microsoft.com/office/drawing/2014/main" val="3703569692"/>
                    </a:ext>
                  </a:extLst>
                </a:gridCol>
                <a:gridCol w="2032000">
                  <a:extLst>
                    <a:ext uri="{9D8B030D-6E8A-4147-A177-3AD203B41FA5}">
                      <a16:colId xmlns:a16="http://schemas.microsoft.com/office/drawing/2014/main" val="834802286"/>
                    </a:ext>
                  </a:extLst>
                </a:gridCol>
              </a:tblGrid>
              <a:tr h="370840">
                <a:tc>
                  <a:txBody>
                    <a:bodyPr/>
                    <a:lstStyle/>
                    <a:p>
                      <a:r>
                        <a:rPr lang="de-DE"/>
                        <a:t>Technologie</a:t>
                      </a:r>
                    </a:p>
                  </a:txBody>
                  <a:tcPr/>
                </a:tc>
                <a:tc>
                  <a:txBody>
                    <a:bodyPr/>
                    <a:lstStyle/>
                    <a:p>
                      <a:r>
                        <a:rPr lang="de-DE"/>
                        <a:t>TRL</a:t>
                      </a:r>
                    </a:p>
                  </a:txBody>
                  <a:tcPr/>
                </a:tc>
                <a:tc>
                  <a:txBody>
                    <a:bodyPr/>
                    <a:lstStyle/>
                    <a:p>
                      <a:r>
                        <a:rPr lang="de-DE"/>
                        <a:t>Status</a:t>
                      </a:r>
                    </a:p>
                  </a:txBody>
                  <a:tcPr/>
                </a:tc>
                <a:tc>
                  <a:txBody>
                    <a:bodyPr/>
                    <a:lstStyle/>
                    <a:p>
                      <a:r>
                        <a:rPr lang="de-DE"/>
                        <a:t>Relevanz</a:t>
                      </a:r>
                    </a:p>
                  </a:txBody>
                  <a:tcPr/>
                </a:tc>
                <a:extLst>
                  <a:ext uri="{0D108BD9-81ED-4DB2-BD59-A6C34878D82A}">
                    <a16:rowId xmlns:a16="http://schemas.microsoft.com/office/drawing/2014/main" val="3366620072"/>
                  </a:ext>
                </a:extLst>
              </a:tr>
              <a:tr h="370840">
                <a:tc>
                  <a:txBody>
                    <a:bodyPr/>
                    <a:lstStyle/>
                    <a:p>
                      <a:r>
                        <a:rPr lang="de-DE"/>
                        <a:t>A</a:t>
                      </a:r>
                    </a:p>
                  </a:txBody>
                  <a:tcPr/>
                </a:tc>
                <a:tc>
                  <a:txBody>
                    <a:bodyPr/>
                    <a:lstStyle/>
                    <a:p>
                      <a:r>
                        <a:rPr lang="de-DE"/>
                        <a:t>5</a:t>
                      </a:r>
                    </a:p>
                  </a:txBody>
                  <a:tcPr/>
                </a:tc>
                <a:tc>
                  <a:txBody>
                    <a:bodyPr/>
                    <a:lstStyle/>
                    <a:p>
                      <a:r>
                        <a:rPr lang="de-DE"/>
                        <a:t>Evaluation</a:t>
                      </a:r>
                    </a:p>
                  </a:txBody>
                  <a:tcPr/>
                </a:tc>
                <a:tc>
                  <a:txBody>
                    <a:bodyPr/>
                    <a:lstStyle/>
                    <a:p>
                      <a:r>
                        <a:rPr lang="de-DE"/>
                        <a:t>Hoch</a:t>
                      </a:r>
                    </a:p>
                  </a:txBody>
                  <a:tcPr/>
                </a:tc>
                <a:extLst>
                  <a:ext uri="{0D108BD9-81ED-4DB2-BD59-A6C34878D82A}">
                    <a16:rowId xmlns:a16="http://schemas.microsoft.com/office/drawing/2014/main" val="1258040517"/>
                  </a:ext>
                </a:extLst>
              </a:tr>
              <a:tr h="370840">
                <a:tc>
                  <a:txBody>
                    <a:bodyPr/>
                    <a:lstStyle/>
                    <a:p>
                      <a:r>
                        <a:rPr lang="de-DE">
                          <a:solidFill>
                            <a:schemeClr val="bg1"/>
                          </a:solidFill>
                        </a:rPr>
                        <a:t>B</a:t>
                      </a:r>
                    </a:p>
                  </a:txBody>
                  <a:tcPr>
                    <a:solidFill>
                      <a:srgbClr val="94D897"/>
                    </a:solidFill>
                  </a:tcPr>
                </a:tc>
                <a:tc>
                  <a:txBody>
                    <a:bodyPr/>
                    <a:lstStyle/>
                    <a:p>
                      <a:r>
                        <a:rPr lang="de-DE">
                          <a:solidFill>
                            <a:schemeClr val="bg1"/>
                          </a:solidFill>
                        </a:rPr>
                        <a:t>7</a:t>
                      </a:r>
                    </a:p>
                  </a:txBody>
                  <a:tcPr>
                    <a:solidFill>
                      <a:srgbClr val="94D897"/>
                    </a:solidFill>
                  </a:tcPr>
                </a:tc>
                <a:tc>
                  <a:txBody>
                    <a:bodyPr/>
                    <a:lstStyle/>
                    <a:p>
                      <a:r>
                        <a:rPr lang="de-DE" err="1">
                          <a:solidFill>
                            <a:schemeClr val="bg1"/>
                          </a:solidFill>
                        </a:rPr>
                        <a:t>Active</a:t>
                      </a:r>
                      <a:endParaRPr lang="de-DE">
                        <a:solidFill>
                          <a:schemeClr val="bg1"/>
                        </a:solidFill>
                      </a:endParaRPr>
                    </a:p>
                  </a:txBody>
                  <a:tcPr>
                    <a:solidFill>
                      <a:srgbClr val="94D897"/>
                    </a:solidFill>
                  </a:tcPr>
                </a:tc>
                <a:tc>
                  <a:txBody>
                    <a:bodyPr/>
                    <a:lstStyle/>
                    <a:p>
                      <a:r>
                        <a:rPr lang="de-DE">
                          <a:solidFill>
                            <a:schemeClr val="bg1"/>
                          </a:solidFill>
                        </a:rPr>
                        <a:t>Mittel</a:t>
                      </a:r>
                    </a:p>
                  </a:txBody>
                  <a:tcPr>
                    <a:solidFill>
                      <a:srgbClr val="94D897"/>
                    </a:solidFill>
                  </a:tcPr>
                </a:tc>
                <a:extLst>
                  <a:ext uri="{0D108BD9-81ED-4DB2-BD59-A6C34878D82A}">
                    <a16:rowId xmlns:a16="http://schemas.microsoft.com/office/drawing/2014/main" val="1524564964"/>
                  </a:ext>
                </a:extLst>
              </a:tr>
              <a:tr h="370840">
                <a:tc>
                  <a:txBody>
                    <a:bodyPr/>
                    <a:lstStyle/>
                    <a:p>
                      <a:r>
                        <a:rPr lang="de-DE">
                          <a:solidFill>
                            <a:schemeClr val="bg1"/>
                          </a:solidFill>
                        </a:rPr>
                        <a:t>C</a:t>
                      </a:r>
                    </a:p>
                  </a:txBody>
                  <a:tcPr>
                    <a:solidFill>
                      <a:srgbClr val="94D897"/>
                    </a:solidFill>
                  </a:tcPr>
                </a:tc>
                <a:tc>
                  <a:txBody>
                    <a:bodyPr/>
                    <a:lstStyle/>
                    <a:p>
                      <a:r>
                        <a:rPr lang="de-DE">
                          <a:solidFill>
                            <a:schemeClr val="bg1"/>
                          </a:solidFill>
                        </a:rPr>
                        <a:t>8</a:t>
                      </a:r>
                    </a:p>
                  </a:txBody>
                  <a:tcPr>
                    <a:solidFill>
                      <a:srgbClr val="94D897"/>
                    </a:solidFill>
                  </a:tcPr>
                </a:tc>
                <a:tc>
                  <a:txBody>
                    <a:bodyPr/>
                    <a:lstStyle/>
                    <a:p>
                      <a:r>
                        <a:rPr lang="de-DE" err="1">
                          <a:solidFill>
                            <a:schemeClr val="bg1"/>
                          </a:solidFill>
                        </a:rPr>
                        <a:t>Active</a:t>
                      </a:r>
                      <a:endParaRPr lang="de-DE">
                        <a:solidFill>
                          <a:schemeClr val="bg1"/>
                        </a:solidFill>
                      </a:endParaRPr>
                    </a:p>
                  </a:txBody>
                  <a:tcPr>
                    <a:solidFill>
                      <a:srgbClr val="94D897"/>
                    </a:solidFill>
                  </a:tcPr>
                </a:tc>
                <a:tc>
                  <a:txBody>
                    <a:bodyPr/>
                    <a:lstStyle/>
                    <a:p>
                      <a:r>
                        <a:rPr lang="de-DE">
                          <a:solidFill>
                            <a:schemeClr val="bg1"/>
                          </a:solidFill>
                        </a:rPr>
                        <a:t>Hoch</a:t>
                      </a:r>
                    </a:p>
                  </a:txBody>
                  <a:tcPr>
                    <a:solidFill>
                      <a:srgbClr val="94D897"/>
                    </a:solidFill>
                  </a:tcPr>
                </a:tc>
                <a:extLst>
                  <a:ext uri="{0D108BD9-81ED-4DB2-BD59-A6C34878D82A}">
                    <a16:rowId xmlns:a16="http://schemas.microsoft.com/office/drawing/2014/main" val="3809867325"/>
                  </a:ext>
                </a:extLst>
              </a:tr>
            </a:tbl>
          </a:graphicData>
        </a:graphic>
      </p:graphicFrame>
      <p:sp>
        <p:nvSpPr>
          <p:cNvPr id="7" name="Textfeld 6">
            <a:extLst>
              <a:ext uri="{FF2B5EF4-FFF2-40B4-BE49-F238E27FC236}">
                <a16:creationId xmlns:a16="http://schemas.microsoft.com/office/drawing/2014/main" id="{28F6C7E6-5D54-FE5E-BCAE-E5E256CD3C74}"/>
              </a:ext>
            </a:extLst>
          </p:cNvPr>
          <p:cNvSpPr txBox="1"/>
          <p:nvPr/>
        </p:nvSpPr>
        <p:spPr>
          <a:xfrm>
            <a:off x="2779177" y="4359449"/>
            <a:ext cx="6396326" cy="553998"/>
          </a:xfrm>
          <a:prstGeom prst="rect">
            <a:avLst/>
          </a:prstGeom>
          <a:noFill/>
        </p:spPr>
        <p:txBody>
          <a:bodyPr wrap="square" lIns="0" tIns="0" rIns="0" bIns="0" rtlCol="0">
            <a:spAutoFit/>
          </a:bodyPr>
          <a:lstStyle/>
          <a:p>
            <a:pPr algn="ctr"/>
            <a:r>
              <a:rPr lang="de-DE" b="1"/>
              <a:t>Für exakte strukturierte Informationen braucht man keine </a:t>
            </a:r>
            <a:r>
              <a:rPr lang="de-DE" b="1" err="1"/>
              <a:t>Embeddings</a:t>
            </a:r>
            <a:r>
              <a:rPr lang="de-DE" b="1"/>
              <a:t>.</a:t>
            </a:r>
          </a:p>
        </p:txBody>
      </p:sp>
      <p:sp>
        <p:nvSpPr>
          <p:cNvPr id="8" name="Textfeld 7">
            <a:extLst>
              <a:ext uri="{FF2B5EF4-FFF2-40B4-BE49-F238E27FC236}">
                <a16:creationId xmlns:a16="http://schemas.microsoft.com/office/drawing/2014/main" id="{695CA3C3-5783-5DD6-4626-B31A3D9031B5}"/>
              </a:ext>
            </a:extLst>
          </p:cNvPr>
          <p:cNvSpPr txBox="1"/>
          <p:nvPr/>
        </p:nvSpPr>
        <p:spPr>
          <a:xfrm>
            <a:off x="2028429" y="1750170"/>
            <a:ext cx="8127999" cy="276999"/>
          </a:xfrm>
          <a:prstGeom prst="rect">
            <a:avLst/>
          </a:prstGeom>
          <a:noFill/>
        </p:spPr>
        <p:txBody>
          <a:bodyPr wrap="square" lIns="0" tIns="0" rIns="0" bIns="0" rtlCol="0">
            <a:spAutoFit/>
          </a:bodyPr>
          <a:lstStyle/>
          <a:p>
            <a:pPr algn="ctr"/>
            <a:r>
              <a:rPr lang="de-DE"/>
              <a:t>Frage: „Zeige alle Technologien mit TRL &gt;= 7 und Status = Active.“</a:t>
            </a:r>
          </a:p>
        </p:txBody>
      </p:sp>
      <p:sp>
        <p:nvSpPr>
          <p:cNvPr id="9"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3441120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67</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Vektordatenbanken</a:t>
            </a:r>
          </a:p>
        </p:txBody>
      </p:sp>
      <p:graphicFrame>
        <p:nvGraphicFramePr>
          <p:cNvPr id="6" name="Diagramm 5">
            <a:extLst>
              <a:ext uri="{FF2B5EF4-FFF2-40B4-BE49-F238E27FC236}">
                <a16:creationId xmlns:a16="http://schemas.microsoft.com/office/drawing/2014/main" id="{65A4BC04-609A-0E9A-203D-7F34504F6829}"/>
              </a:ext>
            </a:extLst>
          </p:cNvPr>
          <p:cNvGraphicFramePr/>
          <p:nvPr/>
        </p:nvGraphicFramePr>
        <p:xfrm>
          <a:off x="1566636" y="1191986"/>
          <a:ext cx="2548164" cy="47539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8" name="Diagramm 17">
            <a:extLst>
              <a:ext uri="{FF2B5EF4-FFF2-40B4-BE49-F238E27FC236}">
                <a16:creationId xmlns:a16="http://schemas.microsoft.com/office/drawing/2014/main" id="{A1CA3025-182D-5E94-0E82-2AE01B2DB96E}"/>
              </a:ext>
            </a:extLst>
          </p:cNvPr>
          <p:cNvGraphicFramePr/>
          <p:nvPr/>
        </p:nvGraphicFramePr>
        <p:xfrm>
          <a:off x="5176156" y="1134836"/>
          <a:ext cx="5372101" cy="5003497"/>
        </p:xfrm>
        <a:graphic>
          <a:graphicData uri="http://schemas.openxmlformats.org/drawingml/2006/chart">
            <c:chart xmlns:c="http://schemas.openxmlformats.org/drawingml/2006/chart" xmlns:r="http://schemas.openxmlformats.org/officeDocument/2006/relationships" r:id="rId8"/>
          </a:graphicData>
        </a:graphic>
      </p:graphicFrame>
      <p:sp>
        <p:nvSpPr>
          <p:cNvPr id="13600" name="Inhalt: Schematische Darstellung eines Vektorraums. D">
            <a:extLst>
              <a:ext uri="{FF2B5EF4-FFF2-40B4-BE49-F238E27FC236}">
                <a16:creationId xmlns:a16="http://schemas.microsoft.com/office/drawing/2014/main" id="{85C8D7B4-30E0-4CBE-B7C8-29EC6CEEEEAD}"/>
              </a:ext>
            </a:extLst>
          </p:cNvPr>
          <p:cNvSpPr>
            <a:spLocks noGrp="1"/>
          </p:cNvSpPr>
          <p:nvPr/>
        </p:nvSpPr>
        <p:spPr>
          <a:xfrm>
            <a:off x="571500" y="6143625"/>
            <a:ext cx="10858500" cy="457200"/>
          </a:xfrm>
          <a:prstGeom prst="rect">
            <a:avLst/>
          </a:prstGeom>
          <a:noFill/>
          <a:ln w="0">
            <a:noFill/>
          </a:ln>
        </p:spPr>
        <p:txBody>
          <a:bodyPr wrap="square" lIns="0" tIns="0" rIns="0" bIns="0" anchor="t">
            <a:noAutofit/>
          </a:bodyPr>
          <a:lstStyle/>
          <a:p>
            <a:pPr>
              <a:defRPr sz="1425" b="0">
                <a:solidFill>
                  <a:srgbClr val="3D6DA8"/>
                </a:solidFill>
                <a:latin typeface="Arial"/>
                <a:ea typeface="Arial"/>
                <a:cs typeface="Arial"/>
              </a:defRPr>
            </a:pPr>
            <a:r>
              <a:rPr sz="1425" b="0">
                <a:solidFill>
                  <a:srgbClr val="3D6DA8"/>
                </a:solidFill>
                <a:latin typeface="Arial"/>
                <a:ea typeface="Arial"/>
                <a:cs typeface="Arial"/>
              </a:rPr>
              <a:t>Schematische Darstellung eines Vektorraums. Die Punkte zeigen keine realen Messdaten.</a:t>
            </a:r>
          </a:p>
        </p:txBody>
      </p:sp>
      <p:sp>
        <p:nvSpPr>
          <p:cNvPr id="13601"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9830006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68</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Graph-Datenbanken</a:t>
            </a:r>
          </a:p>
        </p:txBody>
      </p:sp>
      <p:graphicFrame>
        <p:nvGraphicFramePr>
          <p:cNvPr id="6" name="Diagramm 5">
            <a:extLst>
              <a:ext uri="{FF2B5EF4-FFF2-40B4-BE49-F238E27FC236}">
                <a16:creationId xmlns:a16="http://schemas.microsoft.com/office/drawing/2014/main" id="{3908EAF8-6EE7-1154-ED95-13C4ABC870B2}"/>
              </a:ext>
            </a:extLst>
          </p:cNvPr>
          <p:cNvGraphicFramePr/>
          <p:nvPr/>
        </p:nvGraphicFramePr>
        <p:xfrm>
          <a:off x="4234336" y="708581"/>
          <a:ext cx="7073200" cy="5450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feld 6">
            <a:extLst>
              <a:ext uri="{FF2B5EF4-FFF2-40B4-BE49-F238E27FC236}">
                <a16:creationId xmlns:a16="http://schemas.microsoft.com/office/drawing/2014/main" id="{033876F5-1C11-627E-20DB-AF0A47915CD1}"/>
              </a:ext>
            </a:extLst>
          </p:cNvPr>
          <p:cNvSpPr txBox="1"/>
          <p:nvPr/>
        </p:nvSpPr>
        <p:spPr>
          <a:xfrm>
            <a:off x="400048" y="4895400"/>
            <a:ext cx="5102680" cy="984885"/>
          </a:xfrm>
          <a:prstGeom prst="rect">
            <a:avLst/>
          </a:prstGeom>
          <a:noFill/>
        </p:spPr>
        <p:txBody>
          <a:bodyPr wrap="square" lIns="0" tIns="0" rIns="0" bIns="0" rtlCol="0">
            <a:spAutoFit/>
          </a:bodyPr>
          <a:lstStyle/>
          <a:p>
            <a:pPr algn="l"/>
            <a:r>
              <a:rPr lang="de-DE" b="1"/>
              <a:t>Beispielfrage:</a:t>
            </a:r>
          </a:p>
          <a:p>
            <a:pPr algn="l"/>
            <a:endParaRPr lang="de-DE" sz="1400"/>
          </a:p>
          <a:p>
            <a:pPr algn="l"/>
            <a:r>
              <a:rPr lang="de-DE" sz="1600"/>
              <a:t>„Welche Trends beeinflussen Technologien, die wiederum mit aktiven Projekten verknüpft sind?“</a:t>
            </a:r>
            <a:br>
              <a:rPr lang="de-DE" sz="1600"/>
            </a:br>
            <a:endParaRPr lang="de-DE" sz="1600"/>
          </a:p>
        </p:txBody>
      </p:sp>
      <p:sp>
        <p:nvSpPr>
          <p:cNvPr id="8" name="Textfeld 7">
            <a:extLst>
              <a:ext uri="{FF2B5EF4-FFF2-40B4-BE49-F238E27FC236}">
                <a16:creationId xmlns:a16="http://schemas.microsoft.com/office/drawing/2014/main" id="{0C780DB6-71F5-B447-3BEB-9AE1522FBBFD}"/>
              </a:ext>
            </a:extLst>
          </p:cNvPr>
          <p:cNvSpPr txBox="1"/>
          <p:nvPr/>
        </p:nvSpPr>
        <p:spPr>
          <a:xfrm>
            <a:off x="400049" y="1747157"/>
            <a:ext cx="3575957" cy="21544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spAutoFit/>
          </a:bodyPr>
          <a:lstStyle/>
          <a:p>
            <a:pPr algn="l"/>
            <a:r>
              <a:rPr lang="de-DE" sz="1400"/>
              <a:t>Node: Objekt (Technologie, Projekt, Trend)</a:t>
            </a:r>
          </a:p>
        </p:txBody>
      </p:sp>
      <p:sp>
        <p:nvSpPr>
          <p:cNvPr id="9" name="Textfeld 8">
            <a:extLst>
              <a:ext uri="{FF2B5EF4-FFF2-40B4-BE49-F238E27FC236}">
                <a16:creationId xmlns:a16="http://schemas.microsoft.com/office/drawing/2014/main" id="{5DA151D1-6306-B2A6-05EB-2DD9982E7F5D}"/>
              </a:ext>
            </a:extLst>
          </p:cNvPr>
          <p:cNvSpPr txBox="1"/>
          <p:nvPr/>
        </p:nvSpPr>
        <p:spPr>
          <a:xfrm>
            <a:off x="400048" y="2175860"/>
            <a:ext cx="3575957" cy="215444"/>
          </a:xfrm>
          <a:prstGeom prst="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spAutoFit/>
          </a:bodyPr>
          <a:lstStyle/>
          <a:p>
            <a:pPr algn="l"/>
            <a:r>
              <a:rPr lang="de-DE" sz="1400">
                <a:solidFill>
                  <a:schemeClr val="tx1"/>
                </a:solidFill>
              </a:rPr>
              <a:t>Edge: Beziehungen zwischen zwei Objekten</a:t>
            </a:r>
          </a:p>
        </p:txBody>
      </p:sp>
      <p:sp>
        <p:nvSpPr>
          <p:cNvPr id="11" name="Textfeld 10">
            <a:extLst>
              <a:ext uri="{FF2B5EF4-FFF2-40B4-BE49-F238E27FC236}">
                <a16:creationId xmlns:a16="http://schemas.microsoft.com/office/drawing/2014/main" id="{375DF96F-D26A-9AD1-C1B2-89FB9EC94394}"/>
              </a:ext>
            </a:extLst>
          </p:cNvPr>
          <p:cNvSpPr txBox="1"/>
          <p:nvPr/>
        </p:nvSpPr>
        <p:spPr>
          <a:xfrm>
            <a:off x="400048" y="2585016"/>
            <a:ext cx="3575957" cy="523220"/>
          </a:xfrm>
          <a:prstGeom prst="rect">
            <a:avLst/>
          </a:prstGeom>
          <a:solidFill>
            <a:srgbClr val="00ACA9"/>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l"/>
            <a:r>
              <a:rPr lang="de-DE" sz="1400"/>
              <a:t>Property: Eigenschaft eines Objektes oder einer Beziehung</a:t>
            </a:r>
          </a:p>
        </p:txBody>
      </p:sp>
      <p:sp>
        <p:nvSpPr>
          <p:cNvPr id="12"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37398413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69</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Modelle im Überblick</a:t>
            </a:r>
          </a:p>
        </p:txBody>
      </p:sp>
      <p:graphicFrame>
        <p:nvGraphicFramePr>
          <p:cNvPr id="6" name="Diagramm 5">
            <a:extLst>
              <a:ext uri="{FF2B5EF4-FFF2-40B4-BE49-F238E27FC236}">
                <a16:creationId xmlns:a16="http://schemas.microsoft.com/office/drawing/2014/main" id="{C7FA4FC6-4B94-B8F6-DF15-FDFB39AA69E4}"/>
              </a:ext>
            </a:extLst>
          </p:cNvPr>
          <p:cNvGraphicFramePr/>
          <p:nvPr>
            <p:extLst>
              <p:ext uri="{D42A27DB-BD31-4B8C-83A1-F6EECF244321}">
                <p14:modId xmlns:p14="http://schemas.microsoft.com/office/powerpoint/2010/main" val="4234036968"/>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1307813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E17CCCA-001B-E0F9-53C3-891A9CFFB54F}"/>
              </a:ext>
            </a:extLst>
          </p:cNvPr>
          <p:cNvSpPr>
            <a:spLocks noGrp="1"/>
          </p:cNvSpPr>
          <p:nvPr>
            <p:ph type="sldNum" sz="quarter" idx="4"/>
          </p:nvPr>
        </p:nvSpPr>
        <p:spPr/>
        <p:txBody>
          <a:bodyPr/>
          <a:lstStyle/>
          <a:p>
            <a:fld id="{BA161025-98FF-4C1D-96AB-5CF6019945BE}" type="slidenum">
              <a:rPr lang="en-US" smtClean="0"/>
              <a:pPr/>
              <a:t>70</a:t>
            </a:fld>
            <a:endParaRPr lang="en-US"/>
          </a:p>
        </p:txBody>
      </p:sp>
      <p:sp>
        <p:nvSpPr>
          <p:cNvPr id="3" name="Titel 2">
            <a:extLst>
              <a:ext uri="{FF2B5EF4-FFF2-40B4-BE49-F238E27FC236}">
                <a16:creationId xmlns:a16="http://schemas.microsoft.com/office/drawing/2014/main" id="{2B3A330D-A832-D021-4B81-950F6F1FCF26}"/>
              </a:ext>
            </a:extLst>
          </p:cNvPr>
          <p:cNvSpPr>
            <a:spLocks noGrp="1"/>
          </p:cNvSpPr>
          <p:nvPr>
            <p:ph type="title"/>
          </p:nvPr>
        </p:nvSpPr>
        <p:spPr/>
        <p:txBody>
          <a:bodyPr/>
          <a:lstStyle/>
          <a:p>
            <a:r>
              <a:rPr lang="de-DE"/>
              <a:t>Daten bearbeiten und zuverlässig verändern</a:t>
            </a:r>
          </a:p>
        </p:txBody>
      </p:sp>
      <p:sp>
        <p:nvSpPr>
          <p:cNvPr id="13" name="Freihandform: Form 12">
            <a:extLst>
              <a:ext uri="{FF2B5EF4-FFF2-40B4-BE49-F238E27FC236}">
                <a16:creationId xmlns:a16="http://schemas.microsoft.com/office/drawing/2014/main" id="{A7786A5A-EA18-5530-CF38-3C62361FF370}"/>
              </a:ext>
            </a:extLst>
          </p:cNvPr>
          <p:cNvSpPr/>
          <p:nvPr/>
        </p:nvSpPr>
        <p:spPr>
          <a:xfrm>
            <a:off x="853597" y="1501919"/>
            <a:ext cx="4788545" cy="1062605"/>
          </a:xfrm>
          <a:custGeom>
            <a:avLst/>
            <a:gdLst>
              <a:gd name="connsiteX0" fmla="*/ 0 w 4788545"/>
              <a:gd name="connsiteY0" fmla="*/ 0 h 1526400"/>
              <a:gd name="connsiteX1" fmla="*/ 4788545 w 4788545"/>
              <a:gd name="connsiteY1" fmla="*/ 0 h 1526400"/>
              <a:gd name="connsiteX2" fmla="*/ 4788545 w 4788545"/>
              <a:gd name="connsiteY2" fmla="*/ 1526400 h 1526400"/>
              <a:gd name="connsiteX3" fmla="*/ 0 w 4788545"/>
              <a:gd name="connsiteY3" fmla="*/ 1526400 h 1526400"/>
              <a:gd name="connsiteX4" fmla="*/ 0 w 4788545"/>
              <a:gd name="connsiteY4" fmla="*/ 0 h 152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8545" h="1526400">
                <a:moveTo>
                  <a:pt x="0" y="0"/>
                </a:moveTo>
                <a:lnTo>
                  <a:pt x="4788545" y="0"/>
                </a:lnTo>
                <a:lnTo>
                  <a:pt x="4788545" y="1526400"/>
                </a:lnTo>
                <a:lnTo>
                  <a:pt x="0" y="1526400"/>
                </a:lnTo>
                <a:lnTo>
                  <a:pt x="0" y="0"/>
                </a:lnTo>
                <a:close/>
              </a:path>
            </a:pathLst>
          </a:custGeom>
        </p:spPr>
        <p:style>
          <a:lnRef idx="2">
            <a:schemeClr val="accent1">
              <a:shade val="50000"/>
              <a:hueOff val="0"/>
              <a:satOff val="0"/>
              <a:lumOff val="0"/>
              <a:alphaOff val="0"/>
            </a:schemeClr>
          </a:lnRef>
          <a:fillRef idx="1">
            <a:schemeClr val="accent1">
              <a:shade val="50000"/>
              <a:hueOff val="0"/>
              <a:satOff val="0"/>
              <a:lumOff val="0"/>
              <a:alphaOff val="0"/>
            </a:schemeClr>
          </a:fillRef>
          <a:effectRef idx="0">
            <a:schemeClr val="accent1">
              <a:shade val="50000"/>
              <a:hueOff val="0"/>
              <a:satOff val="0"/>
              <a:lumOff val="0"/>
              <a:alphaOff val="0"/>
            </a:schemeClr>
          </a:effectRef>
          <a:fontRef idx="minor">
            <a:schemeClr val="lt1"/>
          </a:fontRef>
        </p:style>
        <p:txBody>
          <a:bodyPr spcFirstLastPara="0" vert="horz" wrap="square" lIns="426720" tIns="243840" rIns="426720" bIns="243840" numCol="1" spcCol="1270" anchor="ctr" anchorCtr="0">
            <a:noAutofit/>
          </a:bodyPr>
          <a:lstStyle/>
          <a:p>
            <a:pPr marL="0" lvl="0" indent="0" algn="ctr" defTabSz="2667000">
              <a:lnSpc>
                <a:spcPct val="90000"/>
              </a:lnSpc>
              <a:spcBef>
                <a:spcPct val="0"/>
              </a:spcBef>
              <a:spcAft>
                <a:spcPct val="35000"/>
              </a:spcAft>
              <a:buNone/>
            </a:pPr>
            <a:r>
              <a:rPr lang="de-DE" sz="6000" kern="1200"/>
              <a:t>CRUD</a:t>
            </a:r>
            <a:endParaRPr lang="de-DE" sz="5400" kern="1200"/>
          </a:p>
        </p:txBody>
      </p:sp>
      <p:sp>
        <p:nvSpPr>
          <p:cNvPr id="14" name="Freihandform: Form 13">
            <a:extLst>
              <a:ext uri="{FF2B5EF4-FFF2-40B4-BE49-F238E27FC236}">
                <a16:creationId xmlns:a16="http://schemas.microsoft.com/office/drawing/2014/main" id="{D1D321D0-1FFB-256D-3F73-4D3ED0BCD302}"/>
              </a:ext>
            </a:extLst>
          </p:cNvPr>
          <p:cNvSpPr/>
          <p:nvPr/>
        </p:nvSpPr>
        <p:spPr>
          <a:xfrm>
            <a:off x="853597" y="2564523"/>
            <a:ext cx="4788545" cy="3710153"/>
          </a:xfrm>
          <a:custGeom>
            <a:avLst/>
            <a:gdLst>
              <a:gd name="connsiteX0" fmla="*/ 0 w 4788545"/>
              <a:gd name="connsiteY0" fmla="*/ 0 h 2327760"/>
              <a:gd name="connsiteX1" fmla="*/ 4788545 w 4788545"/>
              <a:gd name="connsiteY1" fmla="*/ 0 h 2327760"/>
              <a:gd name="connsiteX2" fmla="*/ 4788545 w 4788545"/>
              <a:gd name="connsiteY2" fmla="*/ 2327760 h 2327760"/>
              <a:gd name="connsiteX3" fmla="*/ 0 w 4788545"/>
              <a:gd name="connsiteY3" fmla="*/ 2327760 h 2327760"/>
              <a:gd name="connsiteX4" fmla="*/ 0 w 4788545"/>
              <a:gd name="connsiteY4" fmla="*/ 0 h 2327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8545" h="2327760">
                <a:moveTo>
                  <a:pt x="0" y="0"/>
                </a:moveTo>
                <a:lnTo>
                  <a:pt x="4788545" y="0"/>
                </a:lnTo>
                <a:lnTo>
                  <a:pt x="4788545" y="2327760"/>
                </a:lnTo>
                <a:lnTo>
                  <a:pt x="0" y="2327760"/>
                </a:lnTo>
                <a:lnTo>
                  <a:pt x="0" y="0"/>
                </a:lnTo>
                <a:close/>
              </a:path>
            </a:pathLst>
          </a:custGeom>
        </p:spPr>
        <p:style>
          <a:lnRef idx="2">
            <a:schemeClr val="accent1">
              <a:alpha val="90000"/>
              <a:tint val="55000"/>
              <a:hueOff val="0"/>
              <a:satOff val="0"/>
              <a:lumOff val="0"/>
              <a:alphaOff val="0"/>
            </a:schemeClr>
          </a:lnRef>
          <a:fillRef idx="1">
            <a:schemeClr val="accent1">
              <a:alpha val="90000"/>
              <a:tint val="55000"/>
              <a:hueOff val="0"/>
              <a:satOff val="0"/>
              <a:lumOff val="0"/>
              <a:alphaOff val="0"/>
            </a:schemeClr>
          </a:fillRef>
          <a:effectRef idx="0">
            <a:schemeClr val="accent1">
              <a:alpha val="90000"/>
              <a:tint val="55000"/>
              <a:hueOff val="0"/>
              <a:satOff val="0"/>
              <a:lumOff val="0"/>
              <a:alphaOff val="0"/>
            </a:schemeClr>
          </a:effectRef>
          <a:fontRef idx="minor">
            <a:schemeClr val="dk1">
              <a:hueOff val="0"/>
              <a:satOff val="0"/>
              <a:lumOff val="0"/>
              <a:alphaOff val="0"/>
            </a:schemeClr>
          </a:fontRef>
        </p:style>
        <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br>
              <a:rPr lang="de-DE" sz="2100" kern="1200"/>
            </a:br>
            <a:endParaRPr lang="de-DE" sz="2100" kern="1200"/>
          </a:p>
          <a:p>
            <a:pPr marL="228600" lvl="1" indent="-228600" algn="l" defTabSz="933450">
              <a:spcBef>
                <a:spcPct val="0"/>
              </a:spcBef>
              <a:spcAft>
                <a:spcPct val="15000"/>
              </a:spcAft>
              <a:buNone/>
            </a:pPr>
            <a:br>
              <a:rPr lang="de-DE" sz="1800" kern="1200"/>
            </a:br>
            <a:r>
              <a:rPr lang="de-DE" sz="2800" b="1" kern="1200"/>
              <a:t>C</a:t>
            </a:r>
            <a:r>
              <a:rPr lang="de-DE" sz="1700" b="1" kern="1200"/>
              <a:t>reate</a:t>
            </a:r>
            <a:r>
              <a:rPr lang="de-DE" sz="1700" kern="1200"/>
              <a:t> -&gt; Datensatz anlegen</a:t>
            </a:r>
            <a:br>
              <a:rPr lang="de-DE" sz="1700" kern="1200"/>
            </a:br>
            <a:r>
              <a:rPr lang="de-DE" sz="2800" b="1" kern="1200"/>
              <a:t>R</a:t>
            </a:r>
            <a:r>
              <a:rPr lang="de-DE" sz="1700" b="1" kern="1200"/>
              <a:t>ead</a:t>
            </a:r>
            <a:r>
              <a:rPr lang="de-DE" sz="1700" kern="1200"/>
              <a:t> -&gt; Datensatz lesen</a:t>
            </a:r>
            <a:br>
              <a:rPr lang="de-DE" sz="1700" kern="1200"/>
            </a:br>
            <a:r>
              <a:rPr lang="de-DE" sz="2800" b="1" kern="1200"/>
              <a:t>U</a:t>
            </a:r>
            <a:r>
              <a:rPr lang="de-DE" sz="1700" b="1" kern="1200"/>
              <a:t>pdate</a:t>
            </a:r>
            <a:r>
              <a:rPr lang="de-DE" sz="1700" kern="1200"/>
              <a:t> -&gt; Datensatz ändern</a:t>
            </a:r>
            <a:br>
              <a:rPr lang="de-DE" sz="1700" kern="1200"/>
            </a:br>
            <a:r>
              <a:rPr lang="de-DE" sz="2800" b="1" kern="1200"/>
              <a:t>D</a:t>
            </a:r>
            <a:r>
              <a:rPr lang="de-DE" sz="1700" b="1" kern="1200"/>
              <a:t>elete</a:t>
            </a:r>
            <a:r>
              <a:rPr lang="de-DE" sz="1700" kern="1200"/>
              <a:t> -&gt; Datensatz löschen</a:t>
            </a:r>
          </a:p>
        </p:txBody>
      </p:sp>
      <p:sp>
        <p:nvSpPr>
          <p:cNvPr id="15" name="Freihandform: Form 14">
            <a:extLst>
              <a:ext uri="{FF2B5EF4-FFF2-40B4-BE49-F238E27FC236}">
                <a16:creationId xmlns:a16="http://schemas.microsoft.com/office/drawing/2014/main" id="{E1F2EC71-0916-BA05-68D3-EB8D6AFBEF00}"/>
              </a:ext>
            </a:extLst>
          </p:cNvPr>
          <p:cNvSpPr/>
          <p:nvPr/>
        </p:nvSpPr>
        <p:spPr>
          <a:xfrm>
            <a:off x="6312538" y="1501919"/>
            <a:ext cx="4788545" cy="1062605"/>
          </a:xfrm>
          <a:custGeom>
            <a:avLst/>
            <a:gdLst>
              <a:gd name="connsiteX0" fmla="*/ 0 w 4788545"/>
              <a:gd name="connsiteY0" fmla="*/ 0 h 1526400"/>
              <a:gd name="connsiteX1" fmla="*/ 4788545 w 4788545"/>
              <a:gd name="connsiteY1" fmla="*/ 0 h 1526400"/>
              <a:gd name="connsiteX2" fmla="*/ 4788545 w 4788545"/>
              <a:gd name="connsiteY2" fmla="*/ 1526400 h 1526400"/>
              <a:gd name="connsiteX3" fmla="*/ 0 w 4788545"/>
              <a:gd name="connsiteY3" fmla="*/ 1526400 h 1526400"/>
              <a:gd name="connsiteX4" fmla="*/ 0 w 4788545"/>
              <a:gd name="connsiteY4" fmla="*/ 0 h 152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8545" h="1526400">
                <a:moveTo>
                  <a:pt x="0" y="0"/>
                </a:moveTo>
                <a:lnTo>
                  <a:pt x="4788545" y="0"/>
                </a:lnTo>
                <a:lnTo>
                  <a:pt x="4788545" y="1526400"/>
                </a:lnTo>
                <a:lnTo>
                  <a:pt x="0" y="1526400"/>
                </a:lnTo>
                <a:lnTo>
                  <a:pt x="0" y="0"/>
                </a:lnTo>
                <a:close/>
              </a:path>
            </a:pathLst>
          </a:custGeom>
          <a:solidFill>
            <a:schemeClr val="accent1">
              <a:lumMod val="75000"/>
            </a:schemeClr>
          </a:solidFill>
        </p:spPr>
        <p:style>
          <a:lnRef idx="2">
            <a:schemeClr val="accent1">
              <a:shade val="50000"/>
              <a:hueOff val="300419"/>
              <a:satOff val="6316"/>
              <a:lumOff val="39258"/>
              <a:alphaOff val="0"/>
            </a:schemeClr>
          </a:lnRef>
          <a:fillRef idx="1">
            <a:schemeClr val="accent1">
              <a:shade val="50000"/>
              <a:hueOff val="300419"/>
              <a:satOff val="6316"/>
              <a:lumOff val="39258"/>
              <a:alphaOff val="0"/>
            </a:schemeClr>
          </a:fillRef>
          <a:effectRef idx="0">
            <a:schemeClr val="accent1">
              <a:shade val="50000"/>
              <a:hueOff val="300419"/>
              <a:satOff val="6316"/>
              <a:lumOff val="39258"/>
              <a:alphaOff val="0"/>
            </a:schemeClr>
          </a:effectRef>
          <a:fontRef idx="minor">
            <a:schemeClr val="lt1"/>
          </a:fontRef>
        </p:style>
        <p:txBody>
          <a:bodyPr spcFirstLastPara="0" vert="horz" wrap="square" lIns="376936" tIns="215392" rIns="376936" bIns="215392" numCol="1" spcCol="1270" anchor="ctr" anchorCtr="0">
            <a:noAutofit/>
          </a:bodyPr>
          <a:lstStyle/>
          <a:p>
            <a:pPr marL="0" lvl="0" indent="0" algn="ctr" defTabSz="2355850">
              <a:lnSpc>
                <a:spcPct val="90000"/>
              </a:lnSpc>
              <a:spcBef>
                <a:spcPct val="0"/>
              </a:spcBef>
              <a:spcAft>
                <a:spcPct val="35000"/>
              </a:spcAft>
              <a:buNone/>
            </a:pPr>
            <a:r>
              <a:rPr lang="de-DE" sz="5300" kern="1200"/>
              <a:t>ACID</a:t>
            </a:r>
          </a:p>
        </p:txBody>
      </p:sp>
      <p:sp>
        <p:nvSpPr>
          <p:cNvPr id="16" name="Freihandform: Form 15">
            <a:extLst>
              <a:ext uri="{FF2B5EF4-FFF2-40B4-BE49-F238E27FC236}">
                <a16:creationId xmlns:a16="http://schemas.microsoft.com/office/drawing/2014/main" id="{83A8929D-E52F-19E4-46D6-6AF2DF5D606A}"/>
              </a:ext>
            </a:extLst>
          </p:cNvPr>
          <p:cNvSpPr/>
          <p:nvPr/>
        </p:nvSpPr>
        <p:spPr>
          <a:xfrm>
            <a:off x="6312538" y="2564523"/>
            <a:ext cx="4788545" cy="3710153"/>
          </a:xfrm>
          <a:custGeom>
            <a:avLst/>
            <a:gdLst>
              <a:gd name="connsiteX0" fmla="*/ 0 w 4788545"/>
              <a:gd name="connsiteY0" fmla="*/ 0 h 2327760"/>
              <a:gd name="connsiteX1" fmla="*/ 4788545 w 4788545"/>
              <a:gd name="connsiteY1" fmla="*/ 0 h 2327760"/>
              <a:gd name="connsiteX2" fmla="*/ 4788545 w 4788545"/>
              <a:gd name="connsiteY2" fmla="*/ 2327760 h 2327760"/>
              <a:gd name="connsiteX3" fmla="*/ 0 w 4788545"/>
              <a:gd name="connsiteY3" fmla="*/ 2327760 h 2327760"/>
              <a:gd name="connsiteX4" fmla="*/ 0 w 4788545"/>
              <a:gd name="connsiteY4" fmla="*/ 0 h 2327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8545" h="2327760">
                <a:moveTo>
                  <a:pt x="0" y="0"/>
                </a:moveTo>
                <a:lnTo>
                  <a:pt x="4788545" y="0"/>
                </a:lnTo>
                <a:lnTo>
                  <a:pt x="4788545" y="2327760"/>
                </a:lnTo>
                <a:lnTo>
                  <a:pt x="0" y="2327760"/>
                </a:lnTo>
                <a:lnTo>
                  <a:pt x="0" y="0"/>
                </a:lnTo>
                <a:close/>
              </a:path>
            </a:pathLst>
          </a:custGeom>
        </p:spPr>
        <p:style>
          <a:lnRef idx="2">
            <a:schemeClr val="accent1">
              <a:alpha val="90000"/>
              <a:tint val="55000"/>
              <a:hueOff val="0"/>
              <a:satOff val="0"/>
              <a:lumOff val="0"/>
              <a:alphaOff val="0"/>
            </a:schemeClr>
          </a:lnRef>
          <a:fillRef idx="1">
            <a:schemeClr val="accent1">
              <a:alpha val="90000"/>
              <a:tint val="55000"/>
              <a:hueOff val="0"/>
              <a:satOff val="0"/>
              <a:lumOff val="0"/>
              <a:alphaOff val="0"/>
            </a:schemeClr>
          </a:fillRef>
          <a:effectRef idx="0">
            <a:schemeClr val="accent1">
              <a:alpha val="90000"/>
              <a:tint val="55000"/>
              <a:hueOff val="0"/>
              <a:satOff val="0"/>
              <a:lumOff val="0"/>
              <a:alphaOff val="0"/>
            </a:schemeClr>
          </a:effectRef>
          <a:fontRef idx="minor">
            <a:schemeClr val="dk1">
              <a:hueOff val="0"/>
              <a:satOff val="0"/>
              <a:lumOff val="0"/>
              <a:alphaOff val="0"/>
            </a:schemeClr>
          </a:fontRef>
        </p:style>
        <p:txBody>
          <a:bodyPr spcFirstLastPara="0" vert="horz" wrap="square" lIns="112014" tIns="112014" rIns="149352" bIns="168021" numCol="1" spcCol="1270" anchor="ctr" anchorCtr="0">
            <a:noAutofit/>
          </a:bodyPr>
          <a:lstStyle/>
          <a:p>
            <a:pPr marL="228600" lvl="1" indent="-228600" algn="l" defTabSz="933450">
              <a:lnSpc>
                <a:spcPct val="90000"/>
              </a:lnSpc>
              <a:spcBef>
                <a:spcPct val="0"/>
              </a:spcBef>
              <a:spcAft>
                <a:spcPct val="15000"/>
              </a:spcAft>
              <a:buNone/>
            </a:pPr>
            <a:br>
              <a:rPr lang="de-DE" sz="1600" kern="1200"/>
            </a:br>
            <a:br>
              <a:rPr lang="de-DE" sz="1600" kern="1200"/>
            </a:br>
            <a:endParaRPr lang="de-DE" sz="1600" kern="1200"/>
          </a:p>
          <a:p>
            <a:pPr marL="228600" lvl="1" indent="-228600" algn="l" defTabSz="933450">
              <a:lnSpc>
                <a:spcPct val="90000"/>
              </a:lnSpc>
              <a:spcBef>
                <a:spcPct val="0"/>
              </a:spcBef>
              <a:spcAft>
                <a:spcPct val="15000"/>
              </a:spcAft>
              <a:buNone/>
            </a:pPr>
            <a:endParaRPr lang="de-DE" sz="1600" b="1"/>
          </a:p>
          <a:p>
            <a:pPr marL="228600" lvl="1" indent="-228600" algn="l" defTabSz="933450">
              <a:spcBef>
                <a:spcPct val="0"/>
              </a:spcBef>
              <a:spcAft>
                <a:spcPts val="600"/>
              </a:spcAft>
              <a:buNone/>
            </a:pPr>
            <a:r>
              <a:rPr lang="de-DE" sz="2800" b="1" kern="1200" err="1"/>
              <a:t>A</a:t>
            </a:r>
            <a:r>
              <a:rPr lang="de-DE" sz="1700" b="1" kern="1200" err="1"/>
              <a:t>tomicity</a:t>
            </a:r>
            <a:r>
              <a:rPr lang="de-DE" sz="1700" kern="1200"/>
              <a:t>: Ganz oder gar nicht</a:t>
            </a:r>
            <a:br>
              <a:rPr lang="de-DE" sz="1700" kern="1200"/>
            </a:br>
            <a:r>
              <a:rPr lang="de-DE" sz="2800" b="1" kern="1200"/>
              <a:t>C</a:t>
            </a:r>
            <a:r>
              <a:rPr lang="de-DE" sz="1700" b="1" kern="1200"/>
              <a:t>onsistency</a:t>
            </a:r>
            <a:r>
              <a:rPr lang="de-DE" sz="1700" kern="1200"/>
              <a:t>: Daten bleiben in einem gültigen Zustand</a:t>
            </a:r>
            <a:br>
              <a:rPr lang="de-DE" sz="1700" kern="1200"/>
            </a:br>
            <a:r>
              <a:rPr lang="de-DE" sz="2800" b="1" kern="1200"/>
              <a:t>I</a:t>
            </a:r>
            <a:r>
              <a:rPr lang="de-DE" sz="1700" b="1" kern="1200"/>
              <a:t>solation</a:t>
            </a:r>
            <a:r>
              <a:rPr lang="de-DE" sz="1700" kern="1200"/>
              <a:t>: Parallele Transaktionen </a:t>
            </a:r>
            <a:r>
              <a:rPr lang="de-DE" sz="1700" kern="1200" err="1"/>
              <a:t>beeinflussen</a:t>
            </a:r>
            <a:r>
              <a:rPr lang="de-DE" sz="1700" kern="1200"/>
              <a:t> sich kontrolliert</a:t>
            </a:r>
            <a:br>
              <a:rPr lang="de-DE" sz="1700" kern="1200"/>
            </a:br>
            <a:r>
              <a:rPr lang="de-DE" sz="2800" b="1" kern="1200" err="1"/>
              <a:t>D</a:t>
            </a:r>
            <a:r>
              <a:rPr lang="de-DE" sz="1700" b="1" kern="1200" err="1"/>
              <a:t>urability</a:t>
            </a:r>
            <a:r>
              <a:rPr lang="de-DE" sz="1700" kern="1200"/>
              <a:t>: Bestätigte Änderungen bleiben erhalten</a:t>
            </a:r>
          </a:p>
        </p:txBody>
      </p:sp>
      <p:sp>
        <p:nvSpPr>
          <p:cNvPr id="17" name="Textfeld 16">
            <a:extLst>
              <a:ext uri="{FF2B5EF4-FFF2-40B4-BE49-F238E27FC236}">
                <a16:creationId xmlns:a16="http://schemas.microsoft.com/office/drawing/2014/main" id="{BAFFBDFF-934E-6AEC-2540-A9615FE445A6}"/>
              </a:ext>
            </a:extLst>
          </p:cNvPr>
          <p:cNvSpPr txBox="1"/>
          <p:nvPr/>
        </p:nvSpPr>
        <p:spPr>
          <a:xfrm>
            <a:off x="6579423" y="2734977"/>
            <a:ext cx="4254774" cy="646331"/>
          </a:xfrm>
          <a:prstGeom prst="rect">
            <a:avLst/>
          </a:prstGeom>
          <a:noFill/>
        </p:spPr>
        <p:txBody>
          <a:bodyPr wrap="square" lIns="0" tIns="0" rIns="0" bIns="0" rtlCol="0">
            <a:spAutoFit/>
          </a:bodyPr>
          <a:lstStyle/>
          <a:p>
            <a:pPr algn="ctr"/>
            <a:r>
              <a:rPr lang="de-DE" sz="2100" kern="1200"/>
              <a:t>Eigenschaften zuverlässiger Transaktionen</a:t>
            </a:r>
            <a:endParaRPr lang="de-DE" sz="2100"/>
          </a:p>
        </p:txBody>
      </p:sp>
      <p:sp>
        <p:nvSpPr>
          <p:cNvPr id="19" name="Textfeld 18">
            <a:extLst>
              <a:ext uri="{FF2B5EF4-FFF2-40B4-BE49-F238E27FC236}">
                <a16:creationId xmlns:a16="http://schemas.microsoft.com/office/drawing/2014/main" id="{1E91393B-60BD-21A5-0AD4-C1BEFF32ECFD}"/>
              </a:ext>
            </a:extLst>
          </p:cNvPr>
          <p:cNvSpPr txBox="1"/>
          <p:nvPr/>
        </p:nvSpPr>
        <p:spPr>
          <a:xfrm>
            <a:off x="853597" y="2896559"/>
            <a:ext cx="4814768" cy="323165"/>
          </a:xfrm>
          <a:prstGeom prst="rect">
            <a:avLst/>
          </a:prstGeom>
          <a:noFill/>
        </p:spPr>
        <p:txBody>
          <a:bodyPr wrap="square" lIns="0" tIns="0" rIns="0" bIns="0" rtlCol="0">
            <a:spAutoFit/>
          </a:bodyPr>
          <a:lstStyle/>
          <a:p>
            <a:pPr algn="ctr"/>
            <a:r>
              <a:rPr lang="de-DE" sz="2100" kern="1200"/>
              <a:t>Grundlegende Operationen auf Daten</a:t>
            </a:r>
            <a:endParaRPr lang="de-DE" sz="2100"/>
          </a:p>
        </p:txBody>
      </p:sp>
      <p:sp>
        <p:nvSpPr>
          <p:cNvPr id="20"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31668117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71</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err="1"/>
              <a:t>Polyglot Persistence</a:t>
            </a:r>
            <a:endParaRPr lang="de-DE"/>
          </a:p>
        </p:txBody>
      </p:sp>
      <p:graphicFrame>
        <p:nvGraphicFramePr>
          <p:cNvPr id="6" name="Diagramm 5">
            <a:extLst>
              <a:ext uri="{FF2B5EF4-FFF2-40B4-BE49-F238E27FC236}">
                <a16:creationId xmlns:a16="http://schemas.microsoft.com/office/drawing/2014/main" id="{790C189D-31CD-EF52-B5FA-F55F43CF20E7}"/>
              </a:ext>
            </a:extLst>
          </p:cNvPr>
          <p:cNvGraphicFramePr/>
          <p:nvPr>
            <p:extLst>
              <p:ext uri="{D42A27DB-BD31-4B8C-83A1-F6EECF244321}">
                <p14:modId xmlns:p14="http://schemas.microsoft.com/office/powerpoint/2010/main" val="3445360610"/>
              </p:ext>
            </p:extLst>
          </p:nvPr>
        </p:nvGraphicFramePr>
        <p:xfrm>
          <a:off x="4971143" y="1261987"/>
          <a:ext cx="6442529" cy="4334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feld 6">
            <a:extLst>
              <a:ext uri="{FF2B5EF4-FFF2-40B4-BE49-F238E27FC236}">
                <a16:creationId xmlns:a16="http://schemas.microsoft.com/office/drawing/2014/main" id="{865A7043-BB5A-E06F-121A-EB4CE21FE314}"/>
              </a:ext>
            </a:extLst>
          </p:cNvPr>
          <p:cNvSpPr txBox="1"/>
          <p:nvPr/>
        </p:nvSpPr>
        <p:spPr>
          <a:xfrm>
            <a:off x="1023258" y="2044005"/>
            <a:ext cx="2756805" cy="2769989"/>
          </a:xfrm>
          <a:prstGeom prst="rect">
            <a:avLst/>
          </a:prstGeom>
          <a:noFill/>
        </p:spPr>
        <p:txBody>
          <a:bodyPr wrap="square" lIns="0" tIns="0" rIns="0" bIns="0" rtlCol="0">
            <a:spAutoFit/>
          </a:bodyPr>
          <a:lstStyle/>
          <a:p>
            <a:pPr algn="l"/>
            <a:r>
              <a:rPr lang="de-DE" sz="2000" b="1"/>
              <a:t>Nutzen:</a:t>
            </a:r>
          </a:p>
          <a:p>
            <a:pPr algn="l"/>
            <a:endParaRPr lang="de-DE" sz="1600"/>
          </a:p>
          <a:p>
            <a:pPr marL="742950" lvl="1" indent="-285750">
              <a:buFont typeface="Arial" panose="020B0604020202020204" pitchFamily="34" charset="0"/>
              <a:buChar char="•"/>
            </a:pPr>
            <a:r>
              <a:rPr lang="de-DE"/>
              <a:t>Spezialisierung </a:t>
            </a:r>
          </a:p>
          <a:p>
            <a:pPr algn="l"/>
            <a:endParaRPr lang="de-DE" u="sng"/>
          </a:p>
          <a:p>
            <a:pPr algn="l"/>
            <a:r>
              <a:rPr lang="de-DE" u="sng"/>
              <a:t>Zusätzlicher Aufwand:</a:t>
            </a:r>
          </a:p>
          <a:p>
            <a:pPr lvl="1"/>
            <a:endParaRPr lang="de-DE"/>
          </a:p>
          <a:p>
            <a:pPr marL="742950" lvl="1" indent="-285750">
              <a:buFont typeface="Arial" panose="020B0604020202020204" pitchFamily="34" charset="0"/>
              <a:buChar char="•"/>
            </a:pPr>
            <a:r>
              <a:rPr lang="de-DE"/>
              <a:t>Komplexität</a:t>
            </a:r>
          </a:p>
          <a:p>
            <a:pPr marL="742950" lvl="1" indent="-285750">
              <a:buFont typeface="Arial" panose="020B0604020202020204" pitchFamily="34" charset="0"/>
              <a:buChar char="•"/>
            </a:pPr>
            <a:r>
              <a:rPr lang="de-DE"/>
              <a:t>Synchronisation</a:t>
            </a:r>
          </a:p>
          <a:p>
            <a:pPr marL="742950" lvl="1" indent="-285750">
              <a:buFont typeface="Arial" panose="020B0604020202020204" pitchFamily="34" charset="0"/>
              <a:buChar char="•"/>
            </a:pPr>
            <a:r>
              <a:rPr lang="de-DE"/>
              <a:t>Betriebsaufwand</a:t>
            </a:r>
          </a:p>
          <a:p>
            <a:pPr marL="742950" lvl="1" indent="-285750">
              <a:buFont typeface="Arial" panose="020B0604020202020204" pitchFamily="34" charset="0"/>
              <a:buChar char="•"/>
            </a:pPr>
            <a:r>
              <a:rPr lang="de-DE"/>
              <a:t>Konsistenzprüfung</a:t>
            </a:r>
          </a:p>
        </p:txBody>
      </p:sp>
      <p:sp>
        <p:nvSpPr>
          <p:cNvPr id="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1776006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72</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Die Landkarte der Integrationsmuster</a:t>
            </a:r>
          </a:p>
        </p:txBody>
      </p:sp>
      <p:graphicFrame>
        <p:nvGraphicFramePr>
          <p:cNvPr id="6" name="Diagramm 5">
            <a:extLst>
              <a:ext uri="{FF2B5EF4-FFF2-40B4-BE49-F238E27FC236}">
                <a16:creationId xmlns:a16="http://schemas.microsoft.com/office/drawing/2014/main" id="{8126332B-4630-C518-CE03-5FA1EAFA73EF}"/>
              </a:ext>
            </a:extLst>
          </p:cNvPr>
          <p:cNvGraphicFramePr/>
          <p:nvPr/>
        </p:nvGraphicFramePr>
        <p:xfrm>
          <a:off x="889000" y="1113366"/>
          <a:ext cx="4419600" cy="20425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 6">
            <a:extLst>
              <a:ext uri="{FF2B5EF4-FFF2-40B4-BE49-F238E27FC236}">
                <a16:creationId xmlns:a16="http://schemas.microsoft.com/office/drawing/2014/main" id="{4F6E1E90-6D31-E61D-CF30-CB2B7B4EBEB9}"/>
              </a:ext>
            </a:extLst>
          </p:cNvPr>
          <p:cNvGraphicFramePr/>
          <p:nvPr/>
        </p:nvGraphicFramePr>
        <p:xfrm>
          <a:off x="889000" y="2002366"/>
          <a:ext cx="4419600" cy="204258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m 8">
            <a:extLst>
              <a:ext uri="{FF2B5EF4-FFF2-40B4-BE49-F238E27FC236}">
                <a16:creationId xmlns:a16="http://schemas.microsoft.com/office/drawing/2014/main" id="{366B6556-2DAB-5BA3-DD81-30CD2FE658C6}"/>
              </a:ext>
            </a:extLst>
          </p:cNvPr>
          <p:cNvGraphicFramePr/>
          <p:nvPr/>
        </p:nvGraphicFramePr>
        <p:xfrm>
          <a:off x="9290050" y="1739899"/>
          <a:ext cx="2717800" cy="461009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3" name="Diagramm 12">
            <a:extLst>
              <a:ext uri="{FF2B5EF4-FFF2-40B4-BE49-F238E27FC236}">
                <a16:creationId xmlns:a16="http://schemas.microsoft.com/office/drawing/2014/main" id="{DA6C72D1-676D-8D5E-01B3-5DF6DB266DAF}"/>
              </a:ext>
            </a:extLst>
          </p:cNvPr>
          <p:cNvGraphicFramePr/>
          <p:nvPr/>
        </p:nvGraphicFramePr>
        <p:xfrm>
          <a:off x="7169150" y="1739898"/>
          <a:ext cx="2717800" cy="4610099"/>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4" name="Textfeld 13">
            <a:extLst>
              <a:ext uri="{FF2B5EF4-FFF2-40B4-BE49-F238E27FC236}">
                <a16:creationId xmlns:a16="http://schemas.microsoft.com/office/drawing/2014/main" id="{9BABA95F-D982-0F6A-BD10-B979E92FE18C}"/>
              </a:ext>
            </a:extLst>
          </p:cNvPr>
          <p:cNvSpPr txBox="1"/>
          <p:nvPr/>
        </p:nvSpPr>
        <p:spPr>
          <a:xfrm>
            <a:off x="7727950" y="1095877"/>
            <a:ext cx="1193800" cy="553998"/>
          </a:xfrm>
          <a:prstGeom prst="rect">
            <a:avLst/>
          </a:prstGeom>
          <a:noFill/>
        </p:spPr>
        <p:txBody>
          <a:bodyPr wrap="square" lIns="0" tIns="0" rIns="0" bIns="0" rtlCol="0">
            <a:spAutoFit/>
          </a:bodyPr>
          <a:lstStyle/>
          <a:p>
            <a:pPr algn="ctr"/>
            <a:r>
              <a:rPr lang="de-DE"/>
              <a:t>ETL/ ELT /CDC</a:t>
            </a:r>
          </a:p>
        </p:txBody>
      </p:sp>
      <p:sp>
        <p:nvSpPr>
          <p:cNvPr id="15" name="Textfeld 14">
            <a:extLst>
              <a:ext uri="{FF2B5EF4-FFF2-40B4-BE49-F238E27FC236}">
                <a16:creationId xmlns:a16="http://schemas.microsoft.com/office/drawing/2014/main" id="{FCD5B329-C289-306B-3F12-D0807EDC6AE2}"/>
              </a:ext>
            </a:extLst>
          </p:cNvPr>
          <p:cNvSpPr txBox="1"/>
          <p:nvPr/>
        </p:nvSpPr>
        <p:spPr>
          <a:xfrm>
            <a:off x="9207500" y="1095877"/>
            <a:ext cx="2470150" cy="553998"/>
          </a:xfrm>
          <a:prstGeom prst="rect">
            <a:avLst/>
          </a:prstGeom>
          <a:noFill/>
        </p:spPr>
        <p:txBody>
          <a:bodyPr wrap="square" lIns="0" tIns="0" rIns="0" bIns="0" rtlCol="0">
            <a:spAutoFit/>
          </a:bodyPr>
          <a:lstStyle/>
          <a:p>
            <a:pPr algn="ctr"/>
            <a:r>
              <a:rPr lang="de-DE"/>
              <a:t>Events/ Messaging/ </a:t>
            </a:r>
            <a:r>
              <a:rPr lang="de-DE" err="1"/>
              <a:t>Webhooks</a:t>
            </a:r>
            <a:endParaRPr lang="de-DE"/>
          </a:p>
        </p:txBody>
      </p:sp>
      <p:sp>
        <p:nvSpPr>
          <p:cNvPr id="16" name="Textfeld 15">
            <a:extLst>
              <a:ext uri="{FF2B5EF4-FFF2-40B4-BE49-F238E27FC236}">
                <a16:creationId xmlns:a16="http://schemas.microsoft.com/office/drawing/2014/main" id="{C7ADEB9F-20AE-F706-7382-87DDF9DCA777}"/>
              </a:ext>
            </a:extLst>
          </p:cNvPr>
          <p:cNvSpPr txBox="1"/>
          <p:nvPr/>
        </p:nvSpPr>
        <p:spPr>
          <a:xfrm>
            <a:off x="2209800" y="1290759"/>
            <a:ext cx="1778000" cy="276999"/>
          </a:xfrm>
          <a:prstGeom prst="rect">
            <a:avLst/>
          </a:prstGeom>
          <a:noFill/>
        </p:spPr>
        <p:txBody>
          <a:bodyPr wrap="square" lIns="0" tIns="0" rIns="0" bIns="0" rtlCol="0">
            <a:spAutoFit/>
          </a:bodyPr>
          <a:lstStyle/>
          <a:p>
            <a:pPr algn="ctr"/>
            <a:r>
              <a:rPr lang="de-DE"/>
              <a:t>API</a:t>
            </a:r>
          </a:p>
        </p:txBody>
      </p:sp>
      <p:graphicFrame>
        <p:nvGraphicFramePr>
          <p:cNvPr id="17" name="Diagramm 16">
            <a:extLst>
              <a:ext uri="{FF2B5EF4-FFF2-40B4-BE49-F238E27FC236}">
                <a16:creationId xmlns:a16="http://schemas.microsoft.com/office/drawing/2014/main" id="{8D1066A1-1713-8D06-DA38-032A0595DE9F}"/>
              </a:ext>
            </a:extLst>
          </p:cNvPr>
          <p:cNvGraphicFramePr/>
          <p:nvPr/>
        </p:nvGraphicFramePr>
        <p:xfrm>
          <a:off x="889000" y="3225800"/>
          <a:ext cx="3409950" cy="3806457"/>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5" name="Diagramm 4">
            <a:extLst>
              <a:ext uri="{FF2B5EF4-FFF2-40B4-BE49-F238E27FC236}">
                <a16:creationId xmlns:a16="http://schemas.microsoft.com/office/drawing/2014/main" id="{161DCF6E-905D-6528-A2E5-FF49EF78DC01}"/>
              </a:ext>
            </a:extLst>
          </p:cNvPr>
          <p:cNvGraphicFramePr/>
          <p:nvPr/>
        </p:nvGraphicFramePr>
        <p:xfrm>
          <a:off x="5819775" y="4724611"/>
          <a:ext cx="5289550" cy="1428751"/>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8" name="Textfeld 7">
            <a:extLst>
              <a:ext uri="{FF2B5EF4-FFF2-40B4-BE49-F238E27FC236}">
                <a16:creationId xmlns:a16="http://schemas.microsoft.com/office/drawing/2014/main" id="{D85CB667-7DFD-A12B-9091-53263BB39F89}"/>
              </a:ext>
            </a:extLst>
          </p:cNvPr>
          <p:cNvSpPr txBox="1"/>
          <p:nvPr/>
        </p:nvSpPr>
        <p:spPr>
          <a:xfrm>
            <a:off x="1568450" y="3818748"/>
            <a:ext cx="2051050" cy="276999"/>
          </a:xfrm>
          <a:prstGeom prst="rect">
            <a:avLst/>
          </a:prstGeom>
          <a:noFill/>
        </p:spPr>
        <p:txBody>
          <a:bodyPr wrap="square" lIns="0" tIns="0" rIns="0" bIns="0" rtlCol="0">
            <a:spAutoFit/>
          </a:bodyPr>
          <a:lstStyle/>
          <a:p>
            <a:pPr algn="ctr"/>
            <a:r>
              <a:rPr lang="de-DE"/>
              <a:t>Middleware / iPaaS</a:t>
            </a:r>
          </a:p>
        </p:txBody>
      </p:sp>
      <p:sp>
        <p:nvSpPr>
          <p:cNvPr id="10" name="Textfeld 9">
            <a:extLst>
              <a:ext uri="{FF2B5EF4-FFF2-40B4-BE49-F238E27FC236}">
                <a16:creationId xmlns:a16="http://schemas.microsoft.com/office/drawing/2014/main" id="{3B3D8430-2979-8DF0-06B3-852F9A5618BA}"/>
              </a:ext>
            </a:extLst>
          </p:cNvPr>
          <p:cNvSpPr txBox="1"/>
          <p:nvPr/>
        </p:nvSpPr>
        <p:spPr>
          <a:xfrm>
            <a:off x="7804150" y="4527975"/>
            <a:ext cx="1320800" cy="276999"/>
          </a:xfrm>
          <a:prstGeom prst="rect">
            <a:avLst/>
          </a:prstGeom>
          <a:noFill/>
        </p:spPr>
        <p:txBody>
          <a:bodyPr wrap="square" lIns="0" tIns="0" rIns="0" bIns="0" rtlCol="0">
            <a:spAutoFit/>
          </a:bodyPr>
          <a:lstStyle/>
          <a:p>
            <a:pPr algn="ctr"/>
            <a:r>
              <a:rPr lang="de-DE"/>
              <a:t>MCP</a:t>
            </a:r>
            <a:endParaRPr lang="de-DE" sz="1400"/>
          </a:p>
        </p:txBody>
      </p:sp>
      <p:sp>
        <p:nvSpPr>
          <p:cNvPr id="1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41099585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73</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API basierte Integration</a:t>
            </a:r>
          </a:p>
        </p:txBody>
      </p:sp>
      <p:graphicFrame>
        <p:nvGraphicFramePr>
          <p:cNvPr id="6" name="Diagramm 5">
            <a:extLst>
              <a:ext uri="{FF2B5EF4-FFF2-40B4-BE49-F238E27FC236}">
                <a16:creationId xmlns:a16="http://schemas.microsoft.com/office/drawing/2014/main" id="{122D70DB-AC41-FCEB-76BF-FA59473D439F}"/>
              </a:ext>
            </a:extLst>
          </p:cNvPr>
          <p:cNvGraphicFramePr/>
          <p:nvPr/>
        </p:nvGraphicFramePr>
        <p:xfrm>
          <a:off x="3441700" y="699364"/>
          <a:ext cx="5816600" cy="53826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feld 6">
            <a:extLst>
              <a:ext uri="{FF2B5EF4-FFF2-40B4-BE49-F238E27FC236}">
                <a16:creationId xmlns:a16="http://schemas.microsoft.com/office/drawing/2014/main" id="{81041292-1FCC-0217-C8DB-0F5BA9961368}"/>
              </a:ext>
            </a:extLst>
          </p:cNvPr>
          <p:cNvSpPr txBox="1"/>
          <p:nvPr/>
        </p:nvSpPr>
        <p:spPr>
          <a:xfrm>
            <a:off x="8731249" y="2898263"/>
            <a:ext cx="2868871" cy="984885"/>
          </a:xfrm>
          <a:prstGeom prst="rect">
            <a:avLst/>
          </a:prstGeom>
          <a:noFill/>
        </p:spPr>
        <p:txBody>
          <a:bodyPr wrap="square" lIns="0" tIns="0" rIns="0" bIns="0" rtlCol="0">
            <a:spAutoFit/>
          </a:bodyPr>
          <a:lstStyle/>
          <a:p>
            <a:pPr algn="l"/>
            <a:r>
              <a:rPr lang="de-DE" sz="1600"/>
              <a:t>GET            -&gt; lesen</a:t>
            </a:r>
          </a:p>
          <a:p>
            <a:pPr algn="l"/>
            <a:r>
              <a:rPr lang="de-DE" sz="1600"/>
              <a:t>POST          -&gt; erstellen</a:t>
            </a:r>
          </a:p>
          <a:p>
            <a:pPr algn="l"/>
            <a:r>
              <a:rPr lang="de-DE" sz="1600"/>
              <a:t>PUT/PATCH  -&gt; aktualisieren</a:t>
            </a:r>
          </a:p>
          <a:p>
            <a:pPr algn="l"/>
            <a:r>
              <a:rPr lang="de-DE" sz="1600"/>
              <a:t>DELETE        -&gt; löschen</a:t>
            </a:r>
          </a:p>
        </p:txBody>
      </p:sp>
      <p:sp>
        <p:nvSpPr>
          <p:cNvPr id="8" name="Textfeld 7">
            <a:extLst>
              <a:ext uri="{FF2B5EF4-FFF2-40B4-BE49-F238E27FC236}">
                <a16:creationId xmlns:a16="http://schemas.microsoft.com/office/drawing/2014/main" id="{5AA64F7C-35A2-D24E-FC12-BC8BA1D680DB}"/>
              </a:ext>
            </a:extLst>
          </p:cNvPr>
          <p:cNvSpPr txBox="1"/>
          <p:nvPr/>
        </p:nvSpPr>
        <p:spPr>
          <a:xfrm>
            <a:off x="812800" y="1911350"/>
            <a:ext cx="1428750" cy="677108"/>
          </a:xfrm>
          <a:prstGeom prst="rect">
            <a:avLst/>
          </a:prstGeom>
          <a:noFill/>
        </p:spPr>
        <p:txBody>
          <a:bodyPr wrap="square" lIns="0" tIns="0" rIns="0" bIns="0" rtlCol="0">
            <a:spAutoFit/>
          </a:bodyPr>
          <a:lstStyle/>
          <a:p>
            <a:pPr algn="l"/>
            <a:r>
              <a:rPr lang="de-DE" sz="1600" b="1"/>
              <a:t>REST</a:t>
            </a:r>
            <a:endParaRPr lang="de-DE" sz="1400" b="1"/>
          </a:p>
          <a:p>
            <a:pPr algn="l"/>
            <a:r>
              <a:rPr lang="de-DE" sz="1400"/>
              <a:t>Weit verbreiteter Standardfall</a:t>
            </a:r>
          </a:p>
        </p:txBody>
      </p:sp>
      <p:sp>
        <p:nvSpPr>
          <p:cNvPr id="9" name="Textfeld 8">
            <a:extLst>
              <a:ext uri="{FF2B5EF4-FFF2-40B4-BE49-F238E27FC236}">
                <a16:creationId xmlns:a16="http://schemas.microsoft.com/office/drawing/2014/main" id="{1591EB78-49A3-7BA5-0A5F-18031FDD2BC3}"/>
              </a:ext>
            </a:extLst>
          </p:cNvPr>
          <p:cNvSpPr txBox="1"/>
          <p:nvPr/>
        </p:nvSpPr>
        <p:spPr>
          <a:xfrm>
            <a:off x="812800" y="3035300"/>
            <a:ext cx="1428750" cy="1107996"/>
          </a:xfrm>
          <a:prstGeom prst="rect">
            <a:avLst/>
          </a:prstGeom>
          <a:noFill/>
        </p:spPr>
        <p:txBody>
          <a:bodyPr wrap="square" lIns="0" tIns="0" rIns="0" bIns="0" rtlCol="0">
            <a:spAutoFit/>
          </a:bodyPr>
          <a:lstStyle/>
          <a:p>
            <a:pPr algn="l"/>
            <a:r>
              <a:rPr lang="de-DE" sz="1600" b="1" err="1"/>
              <a:t>GraphQL</a:t>
            </a:r>
            <a:endParaRPr lang="de-DE" sz="1400" b="1"/>
          </a:p>
          <a:p>
            <a:pPr algn="l"/>
            <a:r>
              <a:rPr lang="de-DE" sz="1400"/>
              <a:t>Client kann gezielt angeben, welche Daten benötigt werden.</a:t>
            </a:r>
          </a:p>
        </p:txBody>
      </p:sp>
      <p:sp>
        <p:nvSpPr>
          <p:cNvPr id="10" name="Textfeld 9">
            <a:extLst>
              <a:ext uri="{FF2B5EF4-FFF2-40B4-BE49-F238E27FC236}">
                <a16:creationId xmlns:a16="http://schemas.microsoft.com/office/drawing/2014/main" id="{FF6BCCC6-D636-4A81-B27D-3E88F49DAC22}"/>
              </a:ext>
            </a:extLst>
          </p:cNvPr>
          <p:cNvSpPr txBox="1"/>
          <p:nvPr/>
        </p:nvSpPr>
        <p:spPr>
          <a:xfrm>
            <a:off x="812800" y="4590137"/>
            <a:ext cx="2190750" cy="892552"/>
          </a:xfrm>
          <a:prstGeom prst="rect">
            <a:avLst/>
          </a:prstGeom>
          <a:noFill/>
        </p:spPr>
        <p:txBody>
          <a:bodyPr wrap="square" lIns="0" tIns="0" rIns="0" bIns="0" rtlCol="0">
            <a:spAutoFit/>
          </a:bodyPr>
          <a:lstStyle/>
          <a:p>
            <a:pPr algn="l"/>
            <a:r>
              <a:rPr lang="de-DE" sz="1600" b="1"/>
              <a:t>gRPC</a:t>
            </a:r>
            <a:endParaRPr lang="de-DE" sz="1400" b="1"/>
          </a:p>
          <a:p>
            <a:pPr algn="l"/>
            <a:r>
              <a:rPr lang="de-DE" sz="1400"/>
              <a:t>Vor allem für schnelle interne Service-Kommunikation</a:t>
            </a:r>
          </a:p>
        </p:txBody>
      </p:sp>
      <p:sp>
        <p:nvSpPr>
          <p:cNvPr id="11"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1766872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74</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Event Driven Integration</a:t>
            </a:r>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a:xfrm>
            <a:off x="420687" y="2320783"/>
            <a:ext cx="4227513" cy="2332038"/>
          </a:xfrm>
        </p:spPr>
        <p:txBody>
          <a:bodyPr/>
          <a:lstStyle/>
          <a:p>
            <a:r>
              <a:rPr lang="de-DE" sz="1800" b="1"/>
              <a:t>Klassisch: Polling</a:t>
            </a:r>
          </a:p>
          <a:p>
            <a:r>
              <a:rPr lang="de-DE"/>
              <a:t>System B -&gt; Hat sich etwas geändert?</a:t>
            </a:r>
            <a:br>
              <a:rPr lang="de-DE"/>
            </a:br>
            <a:r>
              <a:rPr lang="de-DE"/>
              <a:t>System A -&gt; Nein.</a:t>
            </a:r>
          </a:p>
          <a:p>
            <a:r>
              <a:rPr lang="de-DE"/>
              <a:t>System B -&gt; Hat sich etwas geändert?</a:t>
            </a:r>
            <a:br>
              <a:rPr lang="de-DE"/>
            </a:br>
            <a:r>
              <a:rPr lang="de-DE"/>
              <a:t>System A -&gt; Nein.</a:t>
            </a:r>
          </a:p>
          <a:p>
            <a:r>
              <a:rPr lang="de-DE"/>
              <a:t>System B -&gt; Hat sich etwas geändert?</a:t>
            </a:r>
            <a:br>
              <a:rPr lang="de-DE"/>
            </a:br>
            <a:r>
              <a:rPr lang="de-DE"/>
              <a:t>System A -&gt; Ja.</a:t>
            </a:r>
          </a:p>
          <a:p>
            <a:endParaRPr lang="de-DE"/>
          </a:p>
        </p:txBody>
      </p:sp>
      <p:graphicFrame>
        <p:nvGraphicFramePr>
          <p:cNvPr id="6" name="Diagramm 5">
            <a:extLst>
              <a:ext uri="{FF2B5EF4-FFF2-40B4-BE49-F238E27FC236}">
                <a16:creationId xmlns:a16="http://schemas.microsoft.com/office/drawing/2014/main" id="{AC601B4A-8082-8CE1-D5C1-10DB0C216EFD}"/>
              </a:ext>
            </a:extLst>
          </p:cNvPr>
          <p:cNvGraphicFramePr/>
          <p:nvPr/>
        </p:nvGraphicFramePr>
        <p:xfrm>
          <a:off x="5670550" y="679831"/>
          <a:ext cx="5289550" cy="5469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17331141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D747414-CFF6-46B5-2E59-310CD960CF3B}"/>
              </a:ext>
            </a:extLst>
          </p:cNvPr>
          <p:cNvSpPr>
            <a:spLocks noGrp="1"/>
          </p:cNvSpPr>
          <p:nvPr>
            <p:ph type="sldNum" sz="quarter" idx="4"/>
          </p:nvPr>
        </p:nvSpPr>
        <p:spPr/>
        <p:txBody>
          <a:bodyPr/>
          <a:lstStyle/>
          <a:p>
            <a:fld id="{BA161025-98FF-4C1D-96AB-5CF6019945BE}" type="slidenum">
              <a:rPr lang="en-US" smtClean="0"/>
              <a:pPr/>
              <a:t>75</a:t>
            </a:fld>
            <a:endParaRPr lang="en-US"/>
          </a:p>
        </p:txBody>
      </p:sp>
      <p:graphicFrame>
        <p:nvGraphicFramePr>
          <p:cNvPr id="6" name="Diagramm 5">
            <a:extLst>
              <a:ext uri="{FF2B5EF4-FFF2-40B4-BE49-F238E27FC236}">
                <a16:creationId xmlns:a16="http://schemas.microsoft.com/office/drawing/2014/main" id="{7770925D-2B28-0DE2-B3B8-D369728D021D}"/>
              </a:ext>
            </a:extLst>
          </p:cNvPr>
          <p:cNvGraphicFramePr/>
          <p:nvPr/>
        </p:nvGraphicFramePr>
        <p:xfrm>
          <a:off x="1616149" y="1871331"/>
          <a:ext cx="1839432" cy="3795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 6">
            <a:extLst>
              <a:ext uri="{FF2B5EF4-FFF2-40B4-BE49-F238E27FC236}">
                <a16:creationId xmlns:a16="http://schemas.microsoft.com/office/drawing/2014/main" id="{0F844F6C-B7D2-DCCB-3391-96E4E1D754EF}"/>
              </a:ext>
            </a:extLst>
          </p:cNvPr>
          <p:cNvGraphicFramePr/>
          <p:nvPr/>
        </p:nvGraphicFramePr>
        <p:xfrm>
          <a:off x="5172712" y="1871331"/>
          <a:ext cx="1839432" cy="37958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m 7">
            <a:extLst>
              <a:ext uri="{FF2B5EF4-FFF2-40B4-BE49-F238E27FC236}">
                <a16:creationId xmlns:a16="http://schemas.microsoft.com/office/drawing/2014/main" id="{66136B05-F237-C407-CF73-216F6CAEA413}"/>
              </a:ext>
            </a:extLst>
          </p:cNvPr>
          <p:cNvGraphicFramePr/>
          <p:nvPr/>
        </p:nvGraphicFramePr>
        <p:xfrm>
          <a:off x="8729275" y="1871331"/>
          <a:ext cx="1839432" cy="379582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9" name="Textfeld 8">
            <a:extLst>
              <a:ext uri="{FF2B5EF4-FFF2-40B4-BE49-F238E27FC236}">
                <a16:creationId xmlns:a16="http://schemas.microsoft.com/office/drawing/2014/main" id="{95C4693A-731F-0864-BD25-3D41E8792FBE}"/>
              </a:ext>
            </a:extLst>
          </p:cNvPr>
          <p:cNvSpPr txBox="1"/>
          <p:nvPr/>
        </p:nvSpPr>
        <p:spPr>
          <a:xfrm>
            <a:off x="1339702" y="5667155"/>
            <a:ext cx="2371061" cy="215444"/>
          </a:xfrm>
          <a:prstGeom prst="rect">
            <a:avLst/>
          </a:prstGeom>
          <a:noFill/>
        </p:spPr>
        <p:txBody>
          <a:bodyPr wrap="square" lIns="0" tIns="0" rIns="0" bIns="0" rtlCol="0">
            <a:spAutoFit/>
          </a:bodyPr>
          <a:lstStyle/>
          <a:p>
            <a:pPr algn="l"/>
            <a:r>
              <a:rPr lang="de-DE" sz="1400"/>
              <a:t>Daten vor dem Laden formen</a:t>
            </a:r>
          </a:p>
        </p:txBody>
      </p:sp>
      <p:sp>
        <p:nvSpPr>
          <p:cNvPr id="10" name="Textfeld 9">
            <a:extLst>
              <a:ext uri="{FF2B5EF4-FFF2-40B4-BE49-F238E27FC236}">
                <a16:creationId xmlns:a16="http://schemas.microsoft.com/office/drawing/2014/main" id="{805C2766-91BA-CF18-C956-ACCDBB7736C4}"/>
              </a:ext>
            </a:extLst>
          </p:cNvPr>
          <p:cNvSpPr txBox="1"/>
          <p:nvPr/>
        </p:nvSpPr>
        <p:spPr>
          <a:xfrm>
            <a:off x="4976037" y="5661000"/>
            <a:ext cx="2222205" cy="215444"/>
          </a:xfrm>
          <a:prstGeom prst="rect">
            <a:avLst/>
          </a:prstGeom>
          <a:noFill/>
        </p:spPr>
        <p:txBody>
          <a:bodyPr wrap="square" lIns="0" tIns="0" rIns="0" bIns="0" rtlCol="0">
            <a:spAutoFit/>
          </a:bodyPr>
          <a:lstStyle/>
          <a:p>
            <a:pPr algn="l"/>
            <a:r>
              <a:rPr lang="de-DE" sz="1400"/>
              <a:t>Daten im Ziel formen</a:t>
            </a:r>
          </a:p>
        </p:txBody>
      </p:sp>
      <p:sp>
        <p:nvSpPr>
          <p:cNvPr id="11" name="Textfeld 10">
            <a:extLst>
              <a:ext uri="{FF2B5EF4-FFF2-40B4-BE49-F238E27FC236}">
                <a16:creationId xmlns:a16="http://schemas.microsoft.com/office/drawing/2014/main" id="{E5EDEA48-EA59-3DB8-854B-B968C9BC341B}"/>
              </a:ext>
            </a:extLst>
          </p:cNvPr>
          <p:cNvSpPr txBox="1"/>
          <p:nvPr/>
        </p:nvSpPr>
        <p:spPr>
          <a:xfrm>
            <a:off x="8601740" y="5654845"/>
            <a:ext cx="2222205" cy="215444"/>
          </a:xfrm>
          <a:prstGeom prst="rect">
            <a:avLst/>
          </a:prstGeom>
          <a:noFill/>
        </p:spPr>
        <p:txBody>
          <a:bodyPr wrap="square" lIns="0" tIns="0" rIns="0" bIns="0" rtlCol="0">
            <a:spAutoFit/>
          </a:bodyPr>
          <a:lstStyle/>
          <a:p>
            <a:pPr algn="l"/>
            <a:r>
              <a:rPr lang="de-DE" sz="1400"/>
              <a:t>Nur Änderungen übertragen</a:t>
            </a:r>
          </a:p>
        </p:txBody>
      </p:sp>
      <p:sp>
        <p:nvSpPr>
          <p:cNvPr id="12" name="Textfeld 11">
            <a:extLst>
              <a:ext uri="{FF2B5EF4-FFF2-40B4-BE49-F238E27FC236}">
                <a16:creationId xmlns:a16="http://schemas.microsoft.com/office/drawing/2014/main" id="{0B5EC5F9-99F6-79A8-AF5B-644C2A91E8A9}"/>
              </a:ext>
            </a:extLst>
          </p:cNvPr>
          <p:cNvSpPr txBox="1"/>
          <p:nvPr/>
        </p:nvSpPr>
        <p:spPr>
          <a:xfrm>
            <a:off x="1881963" y="1350335"/>
            <a:ext cx="1446028" cy="215444"/>
          </a:xfrm>
          <a:prstGeom prst="rect">
            <a:avLst/>
          </a:prstGeom>
          <a:noFill/>
        </p:spPr>
        <p:txBody>
          <a:bodyPr wrap="square" lIns="0" tIns="0" rIns="0" bIns="0" rtlCol="0">
            <a:spAutoFit/>
          </a:bodyPr>
          <a:lstStyle/>
          <a:p>
            <a:pPr algn="l"/>
            <a:r>
              <a:rPr lang="de-DE" sz="1400"/>
              <a:t>ETL</a:t>
            </a:r>
          </a:p>
        </p:txBody>
      </p:sp>
      <p:sp>
        <p:nvSpPr>
          <p:cNvPr id="13" name="Textfeld 12">
            <a:extLst>
              <a:ext uri="{FF2B5EF4-FFF2-40B4-BE49-F238E27FC236}">
                <a16:creationId xmlns:a16="http://schemas.microsoft.com/office/drawing/2014/main" id="{9A25E467-39B1-E48B-69A1-FB112A0092F4}"/>
              </a:ext>
            </a:extLst>
          </p:cNvPr>
          <p:cNvSpPr txBox="1"/>
          <p:nvPr/>
        </p:nvSpPr>
        <p:spPr>
          <a:xfrm>
            <a:off x="5358809" y="1226515"/>
            <a:ext cx="1446028" cy="215444"/>
          </a:xfrm>
          <a:prstGeom prst="rect">
            <a:avLst/>
          </a:prstGeom>
          <a:noFill/>
        </p:spPr>
        <p:txBody>
          <a:bodyPr wrap="square" lIns="0" tIns="0" rIns="0" bIns="0" rtlCol="0">
            <a:spAutoFit/>
          </a:bodyPr>
          <a:lstStyle/>
          <a:p>
            <a:pPr algn="l"/>
            <a:r>
              <a:rPr lang="de-DE" sz="1400"/>
              <a:t>ELT</a:t>
            </a:r>
          </a:p>
        </p:txBody>
      </p:sp>
      <p:sp>
        <p:nvSpPr>
          <p:cNvPr id="14" name="Textfeld 13">
            <a:extLst>
              <a:ext uri="{FF2B5EF4-FFF2-40B4-BE49-F238E27FC236}">
                <a16:creationId xmlns:a16="http://schemas.microsoft.com/office/drawing/2014/main" id="{E16B6844-EC61-1E46-FC86-4DE71C363107}"/>
              </a:ext>
            </a:extLst>
          </p:cNvPr>
          <p:cNvSpPr txBox="1"/>
          <p:nvPr/>
        </p:nvSpPr>
        <p:spPr>
          <a:xfrm>
            <a:off x="8856921" y="1350335"/>
            <a:ext cx="1584251" cy="215444"/>
          </a:xfrm>
          <a:prstGeom prst="rect">
            <a:avLst/>
          </a:prstGeom>
          <a:noFill/>
        </p:spPr>
        <p:txBody>
          <a:bodyPr wrap="square" lIns="0" tIns="0" rIns="0" bIns="0" rtlCol="0">
            <a:spAutoFit/>
          </a:bodyPr>
          <a:lstStyle/>
          <a:p>
            <a:pPr algn="l"/>
            <a:r>
              <a:rPr lang="de-DE" sz="1400"/>
              <a:t>CDC</a:t>
            </a:r>
          </a:p>
        </p:txBody>
      </p:sp>
      <p:sp>
        <p:nvSpPr>
          <p:cNvPr id="16200" name="Inhalt: ETL, ELT und CDC im Ablauf">
            <a:extLst>
              <a:ext uri="{FF2B5EF4-FFF2-40B4-BE49-F238E27FC236}">
                <a16:creationId xmlns:a16="http://schemas.microsoft.com/office/drawing/2014/main" id="{BFA207EA-7BCB-45E4-B9F5-37F452510F81}"/>
              </a:ext>
            </a:extLst>
          </p:cNvPr>
          <p:cNvSpPr>
            <a:spLocks noGrp="1"/>
          </p:cNvSpPr>
          <p:nvPr/>
        </p:nvSpPr>
        <p:spPr>
          <a:xfrm>
            <a:off x="295275" y="247650"/>
            <a:ext cx="9763125" cy="438150"/>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sz="2400" b="1">
                <a:solidFill>
                  <a:srgbClr val="586165"/>
                </a:solidFill>
                <a:latin typeface="Arial"/>
                <a:ea typeface="Arial"/>
                <a:cs typeface="Arial"/>
              </a:rPr>
              <a:t>ETL, ELT und CDC im Ablauf</a:t>
            </a:r>
          </a:p>
        </p:txBody>
      </p:sp>
      <p:sp>
        <p:nvSpPr>
          <p:cNvPr id="16201"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40918190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76</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Das M x N Problem</a:t>
            </a:r>
          </a:p>
        </p:txBody>
      </p:sp>
      <p:sp>
        <p:nvSpPr>
          <p:cNvPr id="6" name="Textfeld 5">
            <a:extLst>
              <a:ext uri="{FF2B5EF4-FFF2-40B4-BE49-F238E27FC236}">
                <a16:creationId xmlns:a16="http://schemas.microsoft.com/office/drawing/2014/main" id="{7BE1A614-F44E-B42D-1C40-F7C1E418F1C1}"/>
              </a:ext>
            </a:extLst>
          </p:cNvPr>
          <p:cNvSpPr txBox="1"/>
          <p:nvPr/>
        </p:nvSpPr>
        <p:spPr>
          <a:xfrm>
            <a:off x="627233" y="1639874"/>
            <a:ext cx="627233" cy="215444"/>
          </a:xfrm>
          <a:prstGeom prst="rect">
            <a:avLst/>
          </a:prstGeom>
          <a:noFill/>
        </p:spPr>
        <p:txBody>
          <a:bodyPr wrap="square" lIns="0" tIns="0" rIns="0" bIns="0" rtlCol="0">
            <a:spAutoFit/>
          </a:bodyPr>
          <a:lstStyle/>
          <a:p>
            <a:pPr algn="l"/>
            <a:r>
              <a:rPr lang="de-DE" sz="1400"/>
              <a:t>LLM A</a:t>
            </a:r>
          </a:p>
        </p:txBody>
      </p:sp>
      <p:sp>
        <p:nvSpPr>
          <p:cNvPr id="7" name="Textfeld 6">
            <a:extLst>
              <a:ext uri="{FF2B5EF4-FFF2-40B4-BE49-F238E27FC236}">
                <a16:creationId xmlns:a16="http://schemas.microsoft.com/office/drawing/2014/main" id="{56549263-F932-54A0-D569-91FC21CCED09}"/>
              </a:ext>
            </a:extLst>
          </p:cNvPr>
          <p:cNvSpPr txBox="1"/>
          <p:nvPr/>
        </p:nvSpPr>
        <p:spPr>
          <a:xfrm>
            <a:off x="3158836" y="1564304"/>
            <a:ext cx="1700331" cy="215444"/>
          </a:xfrm>
          <a:prstGeom prst="rect">
            <a:avLst/>
          </a:prstGeom>
          <a:noFill/>
        </p:spPr>
        <p:txBody>
          <a:bodyPr wrap="square" lIns="0" tIns="0" rIns="0" bIns="0" rtlCol="0">
            <a:spAutoFit/>
          </a:bodyPr>
          <a:lstStyle/>
          <a:p>
            <a:pPr algn="l"/>
            <a:r>
              <a:rPr lang="de-DE" sz="1400"/>
              <a:t>ITONICS</a:t>
            </a:r>
          </a:p>
        </p:txBody>
      </p:sp>
      <p:sp>
        <p:nvSpPr>
          <p:cNvPr id="8" name="Textfeld 7">
            <a:extLst>
              <a:ext uri="{FF2B5EF4-FFF2-40B4-BE49-F238E27FC236}">
                <a16:creationId xmlns:a16="http://schemas.microsoft.com/office/drawing/2014/main" id="{FC0946FC-6429-6334-53C4-C4971CFAA128}"/>
              </a:ext>
            </a:extLst>
          </p:cNvPr>
          <p:cNvSpPr txBox="1"/>
          <p:nvPr/>
        </p:nvSpPr>
        <p:spPr>
          <a:xfrm>
            <a:off x="536549" y="2546717"/>
            <a:ext cx="1216681" cy="215444"/>
          </a:xfrm>
          <a:prstGeom prst="rect">
            <a:avLst/>
          </a:prstGeom>
          <a:noFill/>
        </p:spPr>
        <p:txBody>
          <a:bodyPr wrap="square" lIns="0" tIns="0" rIns="0" bIns="0" rtlCol="0">
            <a:spAutoFit/>
          </a:bodyPr>
          <a:lstStyle/>
          <a:p>
            <a:pPr algn="l"/>
            <a:r>
              <a:rPr lang="de-DE" sz="1400"/>
              <a:t>LLM B</a:t>
            </a:r>
          </a:p>
        </p:txBody>
      </p:sp>
      <p:sp>
        <p:nvSpPr>
          <p:cNvPr id="9" name="Textfeld 8">
            <a:extLst>
              <a:ext uri="{FF2B5EF4-FFF2-40B4-BE49-F238E27FC236}">
                <a16:creationId xmlns:a16="http://schemas.microsoft.com/office/drawing/2014/main" id="{A1669F12-5217-30FB-14F0-AF8659AF4012}"/>
              </a:ext>
            </a:extLst>
          </p:cNvPr>
          <p:cNvSpPr txBox="1"/>
          <p:nvPr/>
        </p:nvSpPr>
        <p:spPr>
          <a:xfrm>
            <a:off x="3105937" y="2425805"/>
            <a:ext cx="1345151" cy="215444"/>
          </a:xfrm>
          <a:prstGeom prst="rect">
            <a:avLst/>
          </a:prstGeom>
          <a:noFill/>
        </p:spPr>
        <p:txBody>
          <a:bodyPr wrap="square" lIns="0" tIns="0" rIns="0" bIns="0" rtlCol="0">
            <a:spAutoFit/>
          </a:bodyPr>
          <a:lstStyle/>
          <a:p>
            <a:pPr algn="l"/>
            <a:r>
              <a:rPr lang="de-DE" sz="1400"/>
              <a:t>DB</a:t>
            </a:r>
          </a:p>
        </p:txBody>
      </p:sp>
      <p:sp>
        <p:nvSpPr>
          <p:cNvPr id="10" name="Textfeld 9">
            <a:extLst>
              <a:ext uri="{FF2B5EF4-FFF2-40B4-BE49-F238E27FC236}">
                <a16:creationId xmlns:a16="http://schemas.microsoft.com/office/drawing/2014/main" id="{04FE76B0-B55A-6293-5D47-BC707B76354A}"/>
              </a:ext>
            </a:extLst>
          </p:cNvPr>
          <p:cNvSpPr txBox="1"/>
          <p:nvPr/>
        </p:nvSpPr>
        <p:spPr>
          <a:xfrm>
            <a:off x="536549" y="3429000"/>
            <a:ext cx="846387" cy="215444"/>
          </a:xfrm>
          <a:prstGeom prst="rect">
            <a:avLst/>
          </a:prstGeom>
          <a:noFill/>
        </p:spPr>
        <p:txBody>
          <a:bodyPr wrap="square" lIns="0" tIns="0" rIns="0" bIns="0" rtlCol="0">
            <a:spAutoFit/>
          </a:bodyPr>
          <a:lstStyle/>
          <a:p>
            <a:pPr algn="l"/>
            <a:r>
              <a:rPr lang="de-DE" sz="1400"/>
              <a:t>LLM C</a:t>
            </a:r>
          </a:p>
        </p:txBody>
      </p:sp>
      <p:sp>
        <p:nvSpPr>
          <p:cNvPr id="11" name="Textfeld 10">
            <a:extLst>
              <a:ext uri="{FF2B5EF4-FFF2-40B4-BE49-F238E27FC236}">
                <a16:creationId xmlns:a16="http://schemas.microsoft.com/office/drawing/2014/main" id="{1CC99802-915E-C6F1-E350-4222F126D78A}"/>
              </a:ext>
            </a:extLst>
          </p:cNvPr>
          <p:cNvSpPr txBox="1"/>
          <p:nvPr/>
        </p:nvSpPr>
        <p:spPr>
          <a:xfrm>
            <a:off x="3094601" y="3581351"/>
            <a:ext cx="914400" cy="215444"/>
          </a:xfrm>
          <a:prstGeom prst="rect">
            <a:avLst/>
          </a:prstGeom>
          <a:noFill/>
        </p:spPr>
        <p:txBody>
          <a:bodyPr wrap="square" lIns="0" tIns="0" rIns="0" bIns="0" rtlCol="0">
            <a:spAutoFit/>
          </a:bodyPr>
          <a:lstStyle/>
          <a:p>
            <a:pPr algn="l"/>
            <a:r>
              <a:rPr lang="de-DE" sz="1400"/>
              <a:t>Search</a:t>
            </a:r>
          </a:p>
        </p:txBody>
      </p:sp>
      <p:cxnSp>
        <p:nvCxnSpPr>
          <p:cNvPr id="13" name="Gerader Verbinder 12">
            <a:extLst>
              <a:ext uri="{FF2B5EF4-FFF2-40B4-BE49-F238E27FC236}">
                <a16:creationId xmlns:a16="http://schemas.microsoft.com/office/drawing/2014/main" id="{639558F2-A049-5CC4-8C0F-60FB7C1C9EAE}"/>
              </a:ext>
            </a:extLst>
          </p:cNvPr>
          <p:cNvCxnSpPr>
            <a:stCxn id="6" idx="3"/>
          </p:cNvCxnSpPr>
          <p:nvPr/>
        </p:nvCxnSpPr>
        <p:spPr>
          <a:xfrm>
            <a:off x="1254466" y="1747596"/>
            <a:ext cx="1654989"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5" name="Gerader Verbinder 14">
            <a:extLst>
              <a:ext uri="{FF2B5EF4-FFF2-40B4-BE49-F238E27FC236}">
                <a16:creationId xmlns:a16="http://schemas.microsoft.com/office/drawing/2014/main" id="{888F7EF8-A433-879B-6BF4-A9764572B283}"/>
              </a:ext>
            </a:extLst>
          </p:cNvPr>
          <p:cNvCxnSpPr/>
          <p:nvPr/>
        </p:nvCxnSpPr>
        <p:spPr>
          <a:xfrm>
            <a:off x="1254466" y="3581351"/>
            <a:ext cx="1586975" cy="10772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7" name="Gerader Verbinder 16">
            <a:extLst>
              <a:ext uri="{FF2B5EF4-FFF2-40B4-BE49-F238E27FC236}">
                <a16:creationId xmlns:a16="http://schemas.microsoft.com/office/drawing/2014/main" id="{43E9A63F-AF45-8D4A-BA7C-9F4F9489FFF1}"/>
              </a:ext>
            </a:extLst>
          </p:cNvPr>
          <p:cNvCxnSpPr/>
          <p:nvPr/>
        </p:nvCxnSpPr>
        <p:spPr>
          <a:xfrm>
            <a:off x="755702" y="1957269"/>
            <a:ext cx="0" cy="46853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Gerader Verbinder 18">
            <a:extLst>
              <a:ext uri="{FF2B5EF4-FFF2-40B4-BE49-F238E27FC236}">
                <a16:creationId xmlns:a16="http://schemas.microsoft.com/office/drawing/2014/main" id="{6EE39421-0B37-AEFD-B5C4-E66C5FDBB141}"/>
              </a:ext>
            </a:extLst>
          </p:cNvPr>
          <p:cNvCxnSpPr/>
          <p:nvPr/>
        </p:nvCxnSpPr>
        <p:spPr>
          <a:xfrm>
            <a:off x="755702" y="2856555"/>
            <a:ext cx="0" cy="57244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Gerader Verbinder 20">
            <a:extLst>
              <a:ext uri="{FF2B5EF4-FFF2-40B4-BE49-F238E27FC236}">
                <a16:creationId xmlns:a16="http://schemas.microsoft.com/office/drawing/2014/main" id="{05CC3C13-A29B-7A57-8160-5E1FD24C0D51}"/>
              </a:ext>
            </a:extLst>
          </p:cNvPr>
          <p:cNvCxnSpPr/>
          <p:nvPr/>
        </p:nvCxnSpPr>
        <p:spPr>
          <a:xfrm>
            <a:off x="3287306" y="2762161"/>
            <a:ext cx="0" cy="77456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Gerader Verbinder 22">
            <a:extLst>
              <a:ext uri="{FF2B5EF4-FFF2-40B4-BE49-F238E27FC236}">
                <a16:creationId xmlns:a16="http://schemas.microsoft.com/office/drawing/2014/main" id="{6CA16084-2D31-A776-EF2B-4166D4928A96}"/>
              </a:ext>
            </a:extLst>
          </p:cNvPr>
          <p:cNvCxnSpPr/>
          <p:nvPr/>
        </p:nvCxnSpPr>
        <p:spPr>
          <a:xfrm>
            <a:off x="3279749" y="1855318"/>
            <a:ext cx="0" cy="449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Gerader Verbinder 24">
            <a:extLst>
              <a:ext uri="{FF2B5EF4-FFF2-40B4-BE49-F238E27FC236}">
                <a16:creationId xmlns:a16="http://schemas.microsoft.com/office/drawing/2014/main" id="{E61976F4-6AB4-DF80-36F6-2CD3B5A73269}"/>
              </a:ext>
            </a:extLst>
          </p:cNvPr>
          <p:cNvCxnSpPr>
            <a:stCxn id="8" idx="0"/>
          </p:cNvCxnSpPr>
          <p:nvPr/>
        </p:nvCxnSpPr>
        <p:spPr>
          <a:xfrm flipV="1">
            <a:off x="1144890" y="2533527"/>
            <a:ext cx="1764565" cy="1319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C6B288A3-AB93-7230-74A9-BD33AB9CA77C}"/>
              </a:ext>
            </a:extLst>
          </p:cNvPr>
          <p:cNvCxnSpPr/>
          <p:nvPr/>
        </p:nvCxnSpPr>
        <p:spPr>
          <a:xfrm>
            <a:off x="1254466" y="1936798"/>
            <a:ext cx="1654989" cy="38324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Gerader Verbinder 28">
            <a:extLst>
              <a:ext uri="{FF2B5EF4-FFF2-40B4-BE49-F238E27FC236}">
                <a16:creationId xmlns:a16="http://schemas.microsoft.com/office/drawing/2014/main" id="{A218F3B3-9C2C-77F3-C5E4-93C183915D4C}"/>
              </a:ext>
            </a:extLst>
          </p:cNvPr>
          <p:cNvCxnSpPr/>
          <p:nvPr/>
        </p:nvCxnSpPr>
        <p:spPr>
          <a:xfrm flipV="1">
            <a:off x="1190231" y="2762161"/>
            <a:ext cx="1794794" cy="66683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Textfeld 29">
            <a:extLst>
              <a:ext uri="{FF2B5EF4-FFF2-40B4-BE49-F238E27FC236}">
                <a16:creationId xmlns:a16="http://schemas.microsoft.com/office/drawing/2014/main" id="{6CBD56E9-5CAE-2E34-D90D-7E275C7F0AB2}"/>
              </a:ext>
            </a:extLst>
          </p:cNvPr>
          <p:cNvSpPr txBox="1"/>
          <p:nvPr/>
        </p:nvSpPr>
        <p:spPr>
          <a:xfrm>
            <a:off x="1382936" y="1141111"/>
            <a:ext cx="1171338" cy="215444"/>
          </a:xfrm>
          <a:prstGeom prst="rect">
            <a:avLst/>
          </a:prstGeom>
          <a:noFill/>
        </p:spPr>
        <p:txBody>
          <a:bodyPr wrap="square" lIns="0" tIns="0" rIns="0" bIns="0" rtlCol="0">
            <a:spAutoFit/>
          </a:bodyPr>
          <a:lstStyle/>
          <a:p>
            <a:pPr algn="l"/>
            <a:r>
              <a:rPr lang="de-DE" sz="1400"/>
              <a:t>Ohne MCP</a:t>
            </a:r>
          </a:p>
        </p:txBody>
      </p:sp>
      <p:sp>
        <p:nvSpPr>
          <p:cNvPr id="33" name="Textfeld 32">
            <a:extLst>
              <a:ext uri="{FF2B5EF4-FFF2-40B4-BE49-F238E27FC236}">
                <a16:creationId xmlns:a16="http://schemas.microsoft.com/office/drawing/2014/main" id="{B052BDE2-6265-744E-0FF0-0EB7FB0EB0BD}"/>
              </a:ext>
            </a:extLst>
          </p:cNvPr>
          <p:cNvSpPr txBox="1"/>
          <p:nvPr/>
        </p:nvSpPr>
        <p:spPr>
          <a:xfrm>
            <a:off x="7050704" y="1639874"/>
            <a:ext cx="2123524" cy="215444"/>
          </a:xfrm>
          <a:prstGeom prst="rect">
            <a:avLst/>
          </a:prstGeom>
          <a:noFill/>
        </p:spPr>
        <p:txBody>
          <a:bodyPr wrap="square" lIns="0" tIns="0" rIns="0" bIns="0" rtlCol="0">
            <a:spAutoFit/>
          </a:bodyPr>
          <a:lstStyle/>
          <a:p>
            <a:pPr algn="l"/>
            <a:r>
              <a:rPr lang="de-DE" sz="1400"/>
              <a:t>Mit MCP</a:t>
            </a:r>
          </a:p>
        </p:txBody>
      </p:sp>
      <p:sp>
        <p:nvSpPr>
          <p:cNvPr id="34" name="Textfeld 33">
            <a:extLst>
              <a:ext uri="{FF2B5EF4-FFF2-40B4-BE49-F238E27FC236}">
                <a16:creationId xmlns:a16="http://schemas.microsoft.com/office/drawing/2014/main" id="{5C77E3BA-E5F6-1E98-8BBC-28DFED6859C9}"/>
              </a:ext>
            </a:extLst>
          </p:cNvPr>
          <p:cNvSpPr txBox="1"/>
          <p:nvPr/>
        </p:nvSpPr>
        <p:spPr>
          <a:xfrm>
            <a:off x="5894479" y="2223025"/>
            <a:ext cx="627233" cy="215444"/>
          </a:xfrm>
          <a:prstGeom prst="rect">
            <a:avLst/>
          </a:prstGeom>
          <a:noFill/>
        </p:spPr>
        <p:txBody>
          <a:bodyPr wrap="square" lIns="0" tIns="0" rIns="0" bIns="0" rtlCol="0">
            <a:spAutoFit/>
          </a:bodyPr>
          <a:lstStyle/>
          <a:p>
            <a:pPr algn="l"/>
            <a:r>
              <a:rPr lang="de-DE" sz="1400"/>
              <a:t>LLM A</a:t>
            </a:r>
          </a:p>
        </p:txBody>
      </p:sp>
      <p:sp>
        <p:nvSpPr>
          <p:cNvPr id="35" name="Textfeld 34">
            <a:extLst>
              <a:ext uri="{FF2B5EF4-FFF2-40B4-BE49-F238E27FC236}">
                <a16:creationId xmlns:a16="http://schemas.microsoft.com/office/drawing/2014/main" id="{67B63AA1-342F-3C82-4865-7A8AD7F1F4B3}"/>
              </a:ext>
            </a:extLst>
          </p:cNvPr>
          <p:cNvSpPr txBox="1"/>
          <p:nvPr/>
        </p:nvSpPr>
        <p:spPr>
          <a:xfrm>
            <a:off x="8426082" y="2147455"/>
            <a:ext cx="1700331" cy="215444"/>
          </a:xfrm>
          <a:prstGeom prst="rect">
            <a:avLst/>
          </a:prstGeom>
          <a:noFill/>
        </p:spPr>
        <p:txBody>
          <a:bodyPr wrap="square" lIns="0" tIns="0" rIns="0" bIns="0" rtlCol="0">
            <a:spAutoFit/>
          </a:bodyPr>
          <a:lstStyle/>
          <a:p>
            <a:pPr algn="l"/>
            <a:r>
              <a:rPr lang="de-DE" sz="1400"/>
              <a:t>ITONICS</a:t>
            </a:r>
          </a:p>
        </p:txBody>
      </p:sp>
      <p:sp>
        <p:nvSpPr>
          <p:cNvPr id="36" name="Textfeld 35">
            <a:extLst>
              <a:ext uri="{FF2B5EF4-FFF2-40B4-BE49-F238E27FC236}">
                <a16:creationId xmlns:a16="http://schemas.microsoft.com/office/drawing/2014/main" id="{FE294CB2-309A-A6ED-70C5-6779961DE634}"/>
              </a:ext>
            </a:extLst>
          </p:cNvPr>
          <p:cNvSpPr txBox="1"/>
          <p:nvPr/>
        </p:nvSpPr>
        <p:spPr>
          <a:xfrm>
            <a:off x="5803795" y="3129868"/>
            <a:ext cx="1216681" cy="215444"/>
          </a:xfrm>
          <a:prstGeom prst="rect">
            <a:avLst/>
          </a:prstGeom>
          <a:noFill/>
        </p:spPr>
        <p:txBody>
          <a:bodyPr wrap="square" lIns="0" tIns="0" rIns="0" bIns="0" rtlCol="0">
            <a:spAutoFit/>
          </a:bodyPr>
          <a:lstStyle/>
          <a:p>
            <a:pPr algn="l"/>
            <a:r>
              <a:rPr lang="de-DE" sz="1400"/>
              <a:t>LLM B</a:t>
            </a:r>
          </a:p>
        </p:txBody>
      </p:sp>
      <p:sp>
        <p:nvSpPr>
          <p:cNvPr id="37" name="Textfeld 36">
            <a:extLst>
              <a:ext uri="{FF2B5EF4-FFF2-40B4-BE49-F238E27FC236}">
                <a16:creationId xmlns:a16="http://schemas.microsoft.com/office/drawing/2014/main" id="{E44F6287-B34A-8F4C-9FAC-84ED353C4008}"/>
              </a:ext>
            </a:extLst>
          </p:cNvPr>
          <p:cNvSpPr txBox="1"/>
          <p:nvPr/>
        </p:nvSpPr>
        <p:spPr>
          <a:xfrm>
            <a:off x="8373183" y="3008956"/>
            <a:ext cx="1345151" cy="215444"/>
          </a:xfrm>
          <a:prstGeom prst="rect">
            <a:avLst/>
          </a:prstGeom>
          <a:noFill/>
        </p:spPr>
        <p:txBody>
          <a:bodyPr wrap="square" lIns="0" tIns="0" rIns="0" bIns="0" rtlCol="0">
            <a:spAutoFit/>
          </a:bodyPr>
          <a:lstStyle/>
          <a:p>
            <a:pPr algn="l"/>
            <a:r>
              <a:rPr lang="de-DE" sz="1400"/>
              <a:t>DB</a:t>
            </a:r>
          </a:p>
        </p:txBody>
      </p:sp>
      <p:sp>
        <p:nvSpPr>
          <p:cNvPr id="38" name="Textfeld 37">
            <a:extLst>
              <a:ext uri="{FF2B5EF4-FFF2-40B4-BE49-F238E27FC236}">
                <a16:creationId xmlns:a16="http://schemas.microsoft.com/office/drawing/2014/main" id="{63D8E723-60BE-C100-BCBE-DA1637A9DFB8}"/>
              </a:ext>
            </a:extLst>
          </p:cNvPr>
          <p:cNvSpPr txBox="1"/>
          <p:nvPr/>
        </p:nvSpPr>
        <p:spPr>
          <a:xfrm>
            <a:off x="5803795" y="4012151"/>
            <a:ext cx="846387" cy="215444"/>
          </a:xfrm>
          <a:prstGeom prst="rect">
            <a:avLst/>
          </a:prstGeom>
          <a:noFill/>
        </p:spPr>
        <p:txBody>
          <a:bodyPr wrap="square" lIns="0" tIns="0" rIns="0" bIns="0" rtlCol="0">
            <a:spAutoFit/>
          </a:bodyPr>
          <a:lstStyle/>
          <a:p>
            <a:pPr algn="l"/>
            <a:r>
              <a:rPr lang="de-DE" sz="1400"/>
              <a:t>LLM C</a:t>
            </a:r>
          </a:p>
        </p:txBody>
      </p:sp>
      <p:sp>
        <p:nvSpPr>
          <p:cNvPr id="39" name="Textfeld 38">
            <a:extLst>
              <a:ext uri="{FF2B5EF4-FFF2-40B4-BE49-F238E27FC236}">
                <a16:creationId xmlns:a16="http://schemas.microsoft.com/office/drawing/2014/main" id="{D9A58CCD-1C3D-A5E4-6F16-9E9BAE75A4FB}"/>
              </a:ext>
            </a:extLst>
          </p:cNvPr>
          <p:cNvSpPr txBox="1"/>
          <p:nvPr/>
        </p:nvSpPr>
        <p:spPr>
          <a:xfrm>
            <a:off x="8361847" y="4164502"/>
            <a:ext cx="914400" cy="215444"/>
          </a:xfrm>
          <a:prstGeom prst="rect">
            <a:avLst/>
          </a:prstGeom>
          <a:noFill/>
        </p:spPr>
        <p:txBody>
          <a:bodyPr wrap="square" lIns="0" tIns="0" rIns="0" bIns="0" rtlCol="0">
            <a:spAutoFit/>
          </a:bodyPr>
          <a:lstStyle/>
          <a:p>
            <a:pPr algn="l"/>
            <a:r>
              <a:rPr lang="de-DE" sz="1400"/>
              <a:t>Search</a:t>
            </a:r>
          </a:p>
        </p:txBody>
      </p:sp>
      <p:cxnSp>
        <p:nvCxnSpPr>
          <p:cNvPr id="42" name="Gerader Verbinder 41">
            <a:extLst>
              <a:ext uri="{FF2B5EF4-FFF2-40B4-BE49-F238E27FC236}">
                <a16:creationId xmlns:a16="http://schemas.microsoft.com/office/drawing/2014/main" id="{5C254B42-3679-332C-26F4-8E746D26096F}"/>
              </a:ext>
            </a:extLst>
          </p:cNvPr>
          <p:cNvCxnSpPr/>
          <p:nvPr/>
        </p:nvCxnSpPr>
        <p:spPr>
          <a:xfrm>
            <a:off x="6022948" y="2540420"/>
            <a:ext cx="0" cy="46853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Gerader Verbinder 42">
            <a:extLst>
              <a:ext uri="{FF2B5EF4-FFF2-40B4-BE49-F238E27FC236}">
                <a16:creationId xmlns:a16="http://schemas.microsoft.com/office/drawing/2014/main" id="{C4DDFB46-7F14-4D70-C8EA-A1BC9F991EEB}"/>
              </a:ext>
            </a:extLst>
          </p:cNvPr>
          <p:cNvCxnSpPr/>
          <p:nvPr/>
        </p:nvCxnSpPr>
        <p:spPr>
          <a:xfrm>
            <a:off x="6022948" y="3439706"/>
            <a:ext cx="0" cy="57244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Gerader Verbinder 43">
            <a:extLst>
              <a:ext uri="{FF2B5EF4-FFF2-40B4-BE49-F238E27FC236}">
                <a16:creationId xmlns:a16="http://schemas.microsoft.com/office/drawing/2014/main" id="{8D8E711B-1278-CB7E-D9A9-9578264F8A51}"/>
              </a:ext>
            </a:extLst>
          </p:cNvPr>
          <p:cNvCxnSpPr/>
          <p:nvPr/>
        </p:nvCxnSpPr>
        <p:spPr>
          <a:xfrm>
            <a:off x="8554552" y="3345312"/>
            <a:ext cx="0" cy="77456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Gerader Verbinder 44">
            <a:extLst>
              <a:ext uri="{FF2B5EF4-FFF2-40B4-BE49-F238E27FC236}">
                <a16:creationId xmlns:a16="http://schemas.microsoft.com/office/drawing/2014/main" id="{B093AB0C-F615-9967-EE94-976BBA1CA139}"/>
              </a:ext>
            </a:extLst>
          </p:cNvPr>
          <p:cNvCxnSpPr/>
          <p:nvPr/>
        </p:nvCxnSpPr>
        <p:spPr>
          <a:xfrm>
            <a:off x="8546995" y="2438469"/>
            <a:ext cx="0" cy="449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9" name="Textfeld 48">
            <a:extLst>
              <a:ext uri="{FF2B5EF4-FFF2-40B4-BE49-F238E27FC236}">
                <a16:creationId xmlns:a16="http://schemas.microsoft.com/office/drawing/2014/main" id="{1E8312A2-9F9A-D3DB-7EDD-E5CC3686311A}"/>
              </a:ext>
            </a:extLst>
          </p:cNvPr>
          <p:cNvSpPr txBox="1"/>
          <p:nvPr/>
        </p:nvSpPr>
        <p:spPr>
          <a:xfrm>
            <a:off x="7103603" y="3123204"/>
            <a:ext cx="702803" cy="215444"/>
          </a:xfrm>
          <a:prstGeom prst="rect">
            <a:avLst/>
          </a:prstGeom>
          <a:noFill/>
        </p:spPr>
        <p:txBody>
          <a:bodyPr wrap="square" lIns="0" tIns="0" rIns="0" bIns="0" rtlCol="0">
            <a:spAutoFit/>
          </a:bodyPr>
          <a:lstStyle/>
          <a:p>
            <a:pPr algn="l"/>
            <a:r>
              <a:rPr lang="de-DE" sz="1400"/>
              <a:t>MCP</a:t>
            </a:r>
          </a:p>
        </p:txBody>
      </p:sp>
      <p:cxnSp>
        <p:nvCxnSpPr>
          <p:cNvPr id="51" name="Gerader Verbinder 50">
            <a:extLst>
              <a:ext uri="{FF2B5EF4-FFF2-40B4-BE49-F238E27FC236}">
                <a16:creationId xmlns:a16="http://schemas.microsoft.com/office/drawing/2014/main" id="{72DA26FA-A340-AE62-5433-120EBBE32453}"/>
              </a:ext>
            </a:extLst>
          </p:cNvPr>
          <p:cNvCxnSpPr>
            <a:stCxn id="34" idx="3"/>
          </p:cNvCxnSpPr>
          <p:nvPr/>
        </p:nvCxnSpPr>
        <p:spPr>
          <a:xfrm>
            <a:off x="6521712" y="2330747"/>
            <a:ext cx="581891" cy="557297"/>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AF0B8D41-F9B9-1347-8522-1753D1C83DC1}"/>
              </a:ext>
            </a:extLst>
          </p:cNvPr>
          <p:cNvCxnSpPr>
            <a:stCxn id="36" idx="0"/>
            <a:endCxn id="36" idx="3"/>
          </p:cNvCxnSpPr>
          <p:nvPr/>
        </p:nvCxnSpPr>
        <p:spPr>
          <a:xfrm>
            <a:off x="6412136" y="3129868"/>
            <a:ext cx="608340" cy="107722"/>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166DF2CF-3D78-16A4-074D-9C449CC6B6C0}"/>
              </a:ext>
            </a:extLst>
          </p:cNvPr>
          <p:cNvCxnSpPr/>
          <p:nvPr/>
        </p:nvCxnSpPr>
        <p:spPr>
          <a:xfrm flipV="1">
            <a:off x="6521712" y="3439706"/>
            <a:ext cx="634790" cy="680167"/>
          </a:xfrm>
          <a:prstGeom prst="line">
            <a:avLst/>
          </a:prstGeom>
          <a:ln/>
        </p:spPr>
        <p:style>
          <a:lnRef idx="1">
            <a:schemeClr val="dk1"/>
          </a:lnRef>
          <a:fillRef idx="0">
            <a:schemeClr val="dk1"/>
          </a:fillRef>
          <a:effectRef idx="0">
            <a:schemeClr val="dk1"/>
          </a:effectRef>
          <a:fontRef idx="minor">
            <a:schemeClr val="tx1"/>
          </a:fontRef>
        </p:style>
      </p:cxnSp>
      <p:cxnSp>
        <p:nvCxnSpPr>
          <p:cNvPr id="57" name="Gerader Verbinder 56">
            <a:extLst>
              <a:ext uri="{FF2B5EF4-FFF2-40B4-BE49-F238E27FC236}">
                <a16:creationId xmlns:a16="http://schemas.microsoft.com/office/drawing/2014/main" id="{3E7EDDCC-0A44-9DF6-16B7-811DE25EBDCB}"/>
              </a:ext>
            </a:extLst>
          </p:cNvPr>
          <p:cNvCxnSpPr/>
          <p:nvPr/>
        </p:nvCxnSpPr>
        <p:spPr>
          <a:xfrm flipV="1">
            <a:off x="7628817" y="2406980"/>
            <a:ext cx="733030" cy="649173"/>
          </a:xfrm>
          <a:prstGeom prst="line">
            <a:avLst/>
          </a:prstGeom>
          <a:ln/>
        </p:spPr>
        <p:style>
          <a:lnRef idx="1">
            <a:schemeClr val="dk1"/>
          </a:lnRef>
          <a:fillRef idx="0">
            <a:schemeClr val="dk1"/>
          </a:fillRef>
          <a:effectRef idx="0">
            <a:schemeClr val="dk1"/>
          </a:effectRef>
          <a:fontRef idx="minor">
            <a:schemeClr val="tx1"/>
          </a:fontRef>
        </p:style>
      </p:cxnSp>
      <p:cxnSp>
        <p:nvCxnSpPr>
          <p:cNvPr id="59" name="Gerader Verbinder 58">
            <a:extLst>
              <a:ext uri="{FF2B5EF4-FFF2-40B4-BE49-F238E27FC236}">
                <a16:creationId xmlns:a16="http://schemas.microsoft.com/office/drawing/2014/main" id="{89DD4CF9-7BA1-F44F-FFDA-2ADA80494F55}"/>
              </a:ext>
            </a:extLst>
          </p:cNvPr>
          <p:cNvCxnSpPr/>
          <p:nvPr/>
        </p:nvCxnSpPr>
        <p:spPr>
          <a:xfrm flipV="1">
            <a:off x="7670380" y="3129868"/>
            <a:ext cx="536549" cy="94532"/>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4C02D5FA-2DC9-39EF-DFC7-40EC9344014D}"/>
              </a:ext>
            </a:extLst>
          </p:cNvPr>
          <p:cNvCxnSpPr>
            <a:stCxn id="49" idx="2"/>
          </p:cNvCxnSpPr>
          <p:nvPr/>
        </p:nvCxnSpPr>
        <p:spPr>
          <a:xfrm>
            <a:off x="7455005" y="3338648"/>
            <a:ext cx="767038" cy="825854"/>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24993753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77</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Einfaches RAG</a:t>
            </a:r>
          </a:p>
        </p:txBody>
      </p:sp>
      <p:sp>
        <p:nvSpPr>
          <p:cNvPr id="101" name="Box 101"/>
          <p:cNvSpPr/>
          <p:nvPr/>
        </p:nvSpPr>
        <p:spPr>
          <a:xfrm>
            <a:off x="380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a:solidFill>
                  <a:srgbClr val="FFFFFF"/>
                </a:solidFill>
              </a:rPr>
              <a:t>Frage</a:t>
            </a:r>
          </a:p>
        </p:txBody>
      </p:sp>
      <p:cxnSp>
        <p:nvCxnSpPr>
          <p:cNvPr id="102" name="Connector 102"/>
          <p:cNvCxnSpPr/>
          <p:nvPr/>
        </p:nvCxnSpPr>
        <p:spPr>
          <a:xfrm>
            <a:off x="2185000" y="2225000"/>
            <a:ext cx="120000" cy="1"/>
          </a:xfrm>
          <a:prstGeom prst="straightConnector1">
            <a:avLst/>
          </a:prstGeom>
          <a:ln w="15000">
            <a:solidFill>
              <a:srgbClr val="9A9FA1"/>
            </a:solidFill>
            <a:tailEnd type="triangle" w="med" len="med"/>
          </a:ln>
        </p:spPr>
      </p:cxnSp>
      <p:sp>
        <p:nvSpPr>
          <p:cNvPr id="103" name="Box 103"/>
          <p:cNvSpPr/>
          <p:nvPr/>
        </p:nvSpPr>
        <p:spPr>
          <a:xfrm>
            <a:off x="2305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a:solidFill>
                  <a:srgbClr val="FFFFFF"/>
                </a:solidFill>
              </a:rPr>
              <a:t>Embedding</a:t>
            </a:r>
          </a:p>
        </p:txBody>
      </p:sp>
      <p:cxnSp>
        <p:nvCxnSpPr>
          <p:cNvPr id="104" name="Connector 104"/>
          <p:cNvCxnSpPr/>
          <p:nvPr/>
        </p:nvCxnSpPr>
        <p:spPr>
          <a:xfrm>
            <a:off x="4110000" y="2225000"/>
            <a:ext cx="120000" cy="1"/>
          </a:xfrm>
          <a:prstGeom prst="straightConnector1">
            <a:avLst/>
          </a:prstGeom>
          <a:ln w="15000">
            <a:solidFill>
              <a:srgbClr val="9A9FA1"/>
            </a:solidFill>
            <a:tailEnd type="triangle" w="med" len="med"/>
          </a:ln>
        </p:spPr>
      </p:cxnSp>
      <p:sp>
        <p:nvSpPr>
          <p:cNvPr id="105" name="Box 105"/>
          <p:cNvSpPr/>
          <p:nvPr/>
        </p:nvSpPr>
        <p:spPr>
          <a:xfrm>
            <a:off x="4230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a:solidFill>
                  <a:srgbClr val="FFFFFF"/>
                </a:solidFill>
              </a:rPr>
              <a:t>Vector Search</a:t>
            </a:r>
          </a:p>
          <a:p>
            <a:pPr algn="ctr"/>
            <a:r>
              <a:rPr lang="de-DE" sz="1150">
                <a:solidFill>
                  <a:srgbClr val="FFFFFF"/>
                </a:solidFill>
              </a:rPr>
              <a:t>(Top-K)</a:t>
            </a:r>
          </a:p>
        </p:txBody>
      </p:sp>
      <p:cxnSp>
        <p:nvCxnSpPr>
          <p:cNvPr id="106" name="Connector 106"/>
          <p:cNvCxnSpPr/>
          <p:nvPr/>
        </p:nvCxnSpPr>
        <p:spPr>
          <a:xfrm>
            <a:off x="6035000" y="2225000"/>
            <a:ext cx="120000" cy="1"/>
          </a:xfrm>
          <a:prstGeom prst="straightConnector1">
            <a:avLst/>
          </a:prstGeom>
          <a:ln w="15000">
            <a:solidFill>
              <a:srgbClr val="9A9FA1"/>
            </a:solidFill>
            <a:tailEnd type="triangle" w="med" len="med"/>
          </a:ln>
        </p:spPr>
      </p:cxnSp>
      <p:sp>
        <p:nvSpPr>
          <p:cNvPr id="107" name="Box 107"/>
          <p:cNvSpPr/>
          <p:nvPr/>
        </p:nvSpPr>
        <p:spPr>
          <a:xfrm>
            <a:off x="6155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a:solidFill>
                  <a:srgbClr val="FFFFFF"/>
                </a:solidFill>
              </a:rPr>
              <a:t>Kontext +</a:t>
            </a:r>
          </a:p>
          <a:p>
            <a:pPr algn="ctr"/>
            <a:r>
              <a:rPr lang="de-DE" sz="1150">
                <a:solidFill>
                  <a:srgbClr val="FFFFFF"/>
                </a:solidFill>
              </a:rPr>
              <a:t>Frage</a:t>
            </a:r>
          </a:p>
        </p:txBody>
      </p:sp>
      <p:cxnSp>
        <p:nvCxnSpPr>
          <p:cNvPr id="108" name="Connector 108"/>
          <p:cNvCxnSpPr/>
          <p:nvPr/>
        </p:nvCxnSpPr>
        <p:spPr>
          <a:xfrm>
            <a:off x="7960000" y="2225000"/>
            <a:ext cx="120000" cy="1"/>
          </a:xfrm>
          <a:prstGeom prst="straightConnector1">
            <a:avLst/>
          </a:prstGeom>
          <a:ln w="15000">
            <a:solidFill>
              <a:srgbClr val="9A9FA1"/>
            </a:solidFill>
            <a:tailEnd type="triangle" w="med" len="med"/>
          </a:ln>
        </p:spPr>
      </p:cxnSp>
      <p:sp>
        <p:nvSpPr>
          <p:cNvPr id="109" name="Box 109"/>
          <p:cNvSpPr/>
          <p:nvPr/>
        </p:nvSpPr>
        <p:spPr>
          <a:xfrm>
            <a:off x="8080000" y="1750000"/>
            <a:ext cx="1805000" cy="95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50">
                <a:solidFill>
                  <a:srgbClr val="FFFFFF"/>
                </a:solidFill>
              </a:rPr>
              <a:t>LLM</a:t>
            </a:r>
          </a:p>
        </p:txBody>
      </p:sp>
      <p:cxnSp>
        <p:nvCxnSpPr>
          <p:cNvPr id="110" name="Connector 110"/>
          <p:cNvCxnSpPr/>
          <p:nvPr/>
        </p:nvCxnSpPr>
        <p:spPr>
          <a:xfrm>
            <a:off x="9885000" y="2225000"/>
            <a:ext cx="120000" cy="1"/>
          </a:xfrm>
          <a:prstGeom prst="straightConnector1">
            <a:avLst/>
          </a:prstGeom>
          <a:ln w="15000">
            <a:solidFill>
              <a:srgbClr val="9A9FA1"/>
            </a:solidFill>
            <a:tailEnd type="triangle" w="med" len="med"/>
          </a:ln>
        </p:spPr>
      </p:cxnSp>
      <p:sp>
        <p:nvSpPr>
          <p:cNvPr id="111" name="Box 111"/>
          <p:cNvSpPr/>
          <p:nvPr/>
        </p:nvSpPr>
        <p:spPr>
          <a:xfrm>
            <a:off x="10005000" y="1750000"/>
            <a:ext cx="1805000" cy="9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50">
                <a:solidFill>
                  <a:srgbClr val="FFFFFF"/>
                </a:solidFill>
              </a:rPr>
              <a:t>Antwort</a:t>
            </a:r>
          </a:p>
        </p:txBody>
      </p:sp>
      <p:sp>
        <p:nvSpPr>
          <p:cNvPr id="112" name="Card 112"/>
          <p:cNvSpPr/>
          <p:nvPr/>
        </p:nvSpPr>
        <p:spPr>
          <a:xfrm>
            <a:off x="380000" y="3200000"/>
            <a:ext cx="5550000" cy="21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a:solidFill>
                  <a:srgbClr val="3D6DA8"/>
                </a:solidFill>
              </a:rPr>
              <a:t>Typischer Einsatz</a:t>
            </a:r>
          </a:p>
          <a:p>
            <a:pPr marL="228600" indent="-228600" algn="l">
              <a:buFont typeface="Arial" panose="020B0604020202020204" pitchFamily="34" charset="0"/>
              <a:buChar char="•"/>
            </a:pPr>
            <a:r>
              <a:rPr lang="de-DE" sz="1200">
                <a:solidFill>
                  <a:srgbClr val="404040"/>
                </a:solidFill>
              </a:rPr>
              <a:t>Einfache Chatbots für Kundenanfragen</a:t>
            </a:r>
          </a:p>
          <a:p>
            <a:pPr marL="228600" indent="-228600" algn="l">
              <a:buFont typeface="Arial" panose="020B0604020202020204" pitchFamily="34" charset="0"/>
              <a:buChar char="•"/>
            </a:pPr>
            <a:r>
              <a:rPr lang="de-DE" sz="1200">
                <a:solidFill>
                  <a:srgbClr val="404040"/>
                </a:solidFill>
              </a:rPr>
              <a:t>Schnelle Zusammenfassung von Dokumenten</a:t>
            </a:r>
          </a:p>
          <a:p>
            <a:pPr marL="228600" indent="-228600" algn="l">
              <a:buFont typeface="Arial" panose="020B0604020202020204" pitchFamily="34" charset="0"/>
              <a:buChar char="•"/>
            </a:pPr>
            <a:r>
              <a:rPr lang="de-DE" sz="1200">
                <a:solidFill>
                  <a:srgbClr val="404040"/>
                </a:solidFill>
              </a:rPr>
              <a:t>Informationsabruf bei klar formulierten Fragen</a:t>
            </a:r>
          </a:p>
        </p:txBody>
      </p:sp>
      <p:sp>
        <p:nvSpPr>
          <p:cNvPr id="113" name="Card 113"/>
          <p:cNvSpPr/>
          <p:nvPr/>
        </p:nvSpPr>
        <p:spPr>
          <a:xfrm>
            <a:off x="6230000" y="3200000"/>
            <a:ext cx="5580000" cy="21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a:solidFill>
                  <a:srgbClr val="B04A4A"/>
                </a:solidFill>
              </a:rPr>
              <a:t>Grenze</a:t>
            </a:r>
          </a:p>
          <a:p>
            <a:pPr marL="228600" indent="-228600" algn="l">
              <a:buFont typeface="Arial" panose="020B0604020202020204" pitchFamily="34" charset="0"/>
              <a:buChar char="•"/>
            </a:pPr>
            <a:r>
              <a:rPr lang="de-DE" sz="1200">
                <a:solidFill>
                  <a:srgbClr val="404040"/>
                </a:solidFill>
              </a:rPr>
              <a:t>Nur ein Retrieval-Schritt, keine Qualitätsprüfung</a:t>
            </a:r>
          </a:p>
          <a:p>
            <a:pPr marL="228600" indent="-228600" algn="l">
              <a:buFont typeface="Arial" panose="020B0604020202020204" pitchFamily="34" charset="0"/>
              <a:buChar char="•"/>
            </a:pPr>
            <a:r>
              <a:rPr lang="de-DE" sz="1200">
                <a:solidFill>
                  <a:srgbClr val="404040"/>
                </a:solidFill>
              </a:rPr>
              <a:t>Anfällig für schlechtes Chunking und mehrere Quellen</a:t>
            </a:r>
          </a:p>
          <a:p>
            <a:pPr marL="228600" indent="-228600" algn="l">
              <a:buFont typeface="Arial" panose="020B0604020202020204" pitchFamily="34" charset="0"/>
              <a:buChar char="•"/>
            </a:pPr>
            <a:r>
              <a:rPr lang="de-DE" sz="1200">
                <a:solidFill>
                  <a:srgbClr val="404040"/>
                </a:solidFill>
              </a:rPr>
              <a:t>Qualität mit repräsentativen Testfragen prüfen</a:t>
            </a:r>
          </a:p>
        </p:txBody>
      </p:sp>
      <p:sp>
        <p:nvSpPr>
          <p:cNvPr id="114"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6956380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78</a:t>
            </a:fld>
            <a:endParaRPr lang="en-US"/>
          </a:p>
        </p:txBody>
      </p:sp>
      <p:sp>
        <p:nvSpPr>
          <p:cNvPr id="1013" name="Hybrid RAG mit Reranking">
            <a:extLst>
              <a:ext uri="{FF2B5EF4-FFF2-40B4-BE49-F238E27FC236}">
                <a16:creationId xmlns:a16="http://schemas.microsoft.com/office/drawing/2014/main" id="{55564DA1-48B5-4FD5-B4D5-496C770DC011}"/>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lgn="l">
              <a:defRPr sz="2400" b="1">
                <a:solidFill>
                  <a:srgbClr val="586165"/>
                </a:solidFill>
                <a:latin typeface="Arial"/>
                <a:ea typeface="Arial"/>
                <a:cs typeface="Arial"/>
              </a:defRPr>
            </a:pPr>
            <a:r>
              <a:rPr sz="2400" b="1">
                <a:solidFill>
                  <a:srgbClr val="586165"/>
                </a:solidFill>
                <a:latin typeface="Arial"/>
                <a:ea typeface="Arial"/>
                <a:cs typeface="Arial"/>
              </a:rPr>
              <a:t>Hybrid RAG mit Reranking</a:t>
            </a:r>
          </a:p>
        </p:txBody>
      </p:sp>
      <p:sp>
        <p:nvSpPr>
          <p:cNvPr id="1002" name="Anhang">
            <a:extLst>
              <a:ext uri="{FF2B5EF4-FFF2-40B4-BE49-F238E27FC236}">
                <a16:creationId xmlns:a16="http://schemas.microsoft.com/office/drawing/2014/main" id="{6A6A8E00-7CC7-4590-B53B-C93B49F5D0D6}"/>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
        <p:nvSpPr>
          <p:cNvPr id="1003" name="Nutzerfrage und Filter">
            <a:extLst>
              <a:ext uri="{FF2B5EF4-FFF2-40B4-BE49-F238E27FC236}">
                <a16:creationId xmlns:a16="http://schemas.microsoft.com/office/drawing/2014/main" id="{C3662F99-D868-4911-8BC8-F5DD9B38D974}"/>
              </a:ext>
            </a:extLst>
          </p:cNvPr>
          <p:cNvSpPr>
            <a:spLocks noGrp="1"/>
          </p:cNvSpPr>
          <p:nvPr/>
        </p:nvSpPr>
        <p:spPr>
          <a:xfrm>
            <a:off x="571500" y="2009775"/>
            <a:ext cx="2362200" cy="11334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Nutzerfrage</a:t>
            </a:r>
          </a:p>
          <a:p>
            <a:pPr algn="ctr">
              <a:defRPr sz="1800">
                <a:solidFill>
                  <a:srgbClr val="FFFFFF"/>
                </a:solidFill>
                <a:latin typeface="Arial"/>
                <a:ea typeface="Arial"/>
                <a:cs typeface="Arial"/>
              </a:defRPr>
            </a:pPr>
            <a:r>
              <a:rPr sz="1800">
                <a:solidFill>
                  <a:srgbClr val="FFFFFF"/>
                </a:solidFill>
                <a:latin typeface="Arial"/>
                <a:ea typeface="Arial"/>
                <a:cs typeface="Arial"/>
              </a:rPr>
              <a:t>und Filter</a:t>
            </a:r>
          </a:p>
        </p:txBody>
      </p:sp>
      <p:sp>
        <p:nvSpPr>
          <p:cNvPr id="1004" name="Hybrid Search BM25 und Vektoren">
            <a:extLst>
              <a:ext uri="{FF2B5EF4-FFF2-40B4-BE49-F238E27FC236}">
                <a16:creationId xmlns:a16="http://schemas.microsoft.com/office/drawing/2014/main" id="{96255364-818C-4867-9EC0-2B94B1B3F5CE}"/>
              </a:ext>
            </a:extLst>
          </p:cNvPr>
          <p:cNvSpPr>
            <a:spLocks noGrp="1"/>
          </p:cNvSpPr>
          <p:nvPr/>
        </p:nvSpPr>
        <p:spPr>
          <a:xfrm>
            <a:off x="3467100" y="2009775"/>
            <a:ext cx="2362200" cy="11334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Hybrid Search</a:t>
            </a:r>
          </a:p>
          <a:p>
            <a:pPr algn="ctr">
              <a:defRPr sz="1800">
                <a:solidFill>
                  <a:srgbClr val="FFFFFF"/>
                </a:solidFill>
                <a:latin typeface="Arial"/>
                <a:ea typeface="Arial"/>
                <a:cs typeface="Arial"/>
              </a:defRPr>
            </a:pPr>
            <a:r>
              <a:rPr sz="1800">
                <a:solidFill>
                  <a:srgbClr val="FFFFFF"/>
                </a:solidFill>
                <a:latin typeface="Arial"/>
                <a:ea typeface="Arial"/>
                <a:cs typeface="Arial"/>
              </a:rPr>
              <a:t>BM25 und Vektoren</a:t>
            </a:r>
          </a:p>
        </p:txBody>
      </p:sp>
      <p:sp>
        <p:nvSpPr>
          <p:cNvPr id="1005" name="Fusion und Reranking">
            <a:extLst>
              <a:ext uri="{FF2B5EF4-FFF2-40B4-BE49-F238E27FC236}">
                <a16:creationId xmlns:a16="http://schemas.microsoft.com/office/drawing/2014/main" id="{813D44F5-A0E1-4BEA-8061-29BD320DF6FB}"/>
              </a:ext>
            </a:extLst>
          </p:cNvPr>
          <p:cNvSpPr>
            <a:spLocks noGrp="1"/>
          </p:cNvSpPr>
          <p:nvPr/>
        </p:nvSpPr>
        <p:spPr>
          <a:xfrm>
            <a:off x="6362700" y="2009775"/>
            <a:ext cx="2362200" cy="11334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Fusion</a:t>
            </a:r>
          </a:p>
          <a:p>
            <a:pPr algn="ctr">
              <a:defRPr sz="1800">
                <a:solidFill>
                  <a:srgbClr val="FFFFFF"/>
                </a:solidFill>
                <a:latin typeface="Arial"/>
                <a:ea typeface="Arial"/>
                <a:cs typeface="Arial"/>
              </a:defRPr>
            </a:pPr>
            <a:r>
              <a:rPr sz="1800">
                <a:solidFill>
                  <a:srgbClr val="FFFFFF"/>
                </a:solidFill>
                <a:latin typeface="Arial"/>
                <a:ea typeface="Arial"/>
                <a:cs typeface="Arial"/>
              </a:rPr>
              <a:t>und Reranking</a:t>
            </a:r>
          </a:p>
        </p:txBody>
      </p:sp>
      <p:sp>
        <p:nvSpPr>
          <p:cNvPr id="1006" name="Ausgewählte Belege und LLM-Antwort">
            <a:extLst>
              <a:ext uri="{FF2B5EF4-FFF2-40B4-BE49-F238E27FC236}">
                <a16:creationId xmlns:a16="http://schemas.microsoft.com/office/drawing/2014/main" id="{DB96F868-CAE4-4481-B45D-8E5ED1700776}"/>
              </a:ext>
            </a:extLst>
          </p:cNvPr>
          <p:cNvSpPr>
            <a:spLocks noGrp="1"/>
          </p:cNvSpPr>
          <p:nvPr/>
        </p:nvSpPr>
        <p:spPr>
          <a:xfrm>
            <a:off x="9258300" y="2009775"/>
            <a:ext cx="2362200" cy="1133475"/>
          </a:xfrm>
          <a:prstGeom prst="rect">
            <a:avLst/>
          </a:prstGeom>
          <a:solidFill>
            <a:srgbClr val="6193CD"/>
          </a:solidFill>
          <a:ln w="0">
            <a:noFill/>
          </a:ln>
        </p:spPr>
        <p:txBody>
          <a:bodyPr wrap="square" lIns="95250" tIns="76200" rIns="95250" bIns="76200" anchor="ctr">
            <a:noAutofit/>
          </a:bodyPr>
          <a:lstStyle/>
          <a:p>
            <a:pPr algn="ctr">
              <a:defRPr sz="1800">
                <a:solidFill>
                  <a:srgbClr val="FFFFFF"/>
                </a:solidFill>
                <a:latin typeface="Arial"/>
                <a:ea typeface="Arial"/>
                <a:cs typeface="Arial"/>
              </a:defRPr>
            </a:pPr>
            <a:r>
              <a:rPr sz="1800">
                <a:solidFill>
                  <a:srgbClr val="FFFFFF"/>
                </a:solidFill>
                <a:latin typeface="Arial"/>
                <a:ea typeface="Arial"/>
                <a:cs typeface="Arial"/>
              </a:rPr>
              <a:t>Ausgewählte Belege</a:t>
            </a:r>
          </a:p>
          <a:p>
            <a:pPr algn="ctr">
              <a:defRPr sz="1800">
                <a:solidFill>
                  <a:srgbClr val="FFFFFF"/>
                </a:solidFill>
                <a:latin typeface="Arial"/>
                <a:ea typeface="Arial"/>
                <a:cs typeface="Arial"/>
              </a:defRPr>
            </a:pPr>
            <a:r>
              <a:rPr sz="1800">
                <a:solidFill>
                  <a:srgbClr val="FFFFFF"/>
                </a:solidFill>
                <a:latin typeface="Arial"/>
                <a:ea typeface="Arial"/>
                <a:cs typeface="Arial"/>
              </a:rPr>
              <a:t>und LLM-Antwort</a:t>
            </a:r>
          </a:p>
        </p:txBody>
      </p:sp>
      <p:cxnSp>
        <p:nvCxnSpPr>
          <p:cNvPr id="1019" name="Gerade Verbindung mit Pfeil 1018"/>
          <p:cNvCxnSpPr>
            <a:stCxn id="1003" idx="3"/>
            <a:endCxn id="1004" idx="1"/>
          </p:cNvCxnSpPr>
          <p:nvPr/>
        </p:nvCxnSpPr>
        <p:spPr>
          <a:xfrm>
            <a:off x="2933700" y="2576513"/>
            <a:ext cx="533400" cy="0"/>
          </a:xfrm>
          <a:prstGeom prst="straightConnector1">
            <a:avLst/>
          </a:prstGeom>
          <a:ln w="24765">
            <a:solidFill>
              <a:srgbClr val="7C98B5"/>
            </a:solidFill>
            <a:tailEnd type="triangle" w="med" len="med"/>
          </a:ln>
        </p:spPr>
      </p:cxnSp>
      <p:cxnSp>
        <p:nvCxnSpPr>
          <p:cNvPr id="1020" name="Gerade Verbindung mit Pfeil 1019"/>
          <p:cNvCxnSpPr>
            <a:stCxn id="1004" idx="3"/>
            <a:endCxn id="1005" idx="1"/>
          </p:cNvCxnSpPr>
          <p:nvPr/>
        </p:nvCxnSpPr>
        <p:spPr>
          <a:xfrm>
            <a:off x="5829300" y="2576513"/>
            <a:ext cx="533400" cy="0"/>
          </a:xfrm>
          <a:prstGeom prst="straightConnector1">
            <a:avLst/>
          </a:prstGeom>
          <a:ln w="24765">
            <a:solidFill>
              <a:srgbClr val="7C98B5"/>
            </a:solidFill>
            <a:tailEnd type="triangle" w="med" len="med"/>
          </a:ln>
        </p:spPr>
      </p:cxnSp>
      <p:cxnSp>
        <p:nvCxnSpPr>
          <p:cNvPr id="1021" name="Gerade Verbindung mit Pfeil 1020"/>
          <p:cNvCxnSpPr>
            <a:stCxn id="1005" idx="3"/>
            <a:endCxn id="1006" idx="1"/>
          </p:cNvCxnSpPr>
          <p:nvPr/>
        </p:nvCxnSpPr>
        <p:spPr>
          <a:xfrm>
            <a:off x="8724900" y="2576513"/>
            <a:ext cx="533400" cy="0"/>
          </a:xfrm>
          <a:prstGeom prst="straightConnector1">
            <a:avLst/>
          </a:prstGeom>
          <a:ln w="24765">
            <a:solidFill>
              <a:srgbClr val="7C98B5"/>
            </a:solidFill>
            <a:tailEnd type="triangle" w="med" len="med"/>
          </a:ln>
        </p:spPr>
      </p:cxnSp>
      <p:sp>
        <p:nvSpPr>
          <p:cNvPr id="1010" name="Suche und Kontext gezielt verbessern">
            <a:extLst>
              <a:ext uri="{FF2B5EF4-FFF2-40B4-BE49-F238E27FC236}">
                <a16:creationId xmlns:a16="http://schemas.microsoft.com/office/drawing/2014/main" id="{A736A773-84BD-470C-A27E-4A804A84D7D4}"/>
              </a:ext>
            </a:extLst>
          </p:cNvPr>
          <p:cNvSpPr>
            <a:spLocks noGrp="1"/>
          </p:cNvSpPr>
          <p:nvPr/>
        </p:nvSpPr>
        <p:spPr>
          <a:xfrm>
            <a:off x="571500" y="3819525"/>
            <a:ext cx="11049000" cy="381000"/>
          </a:xfrm>
          <a:prstGeom prst="rect">
            <a:avLst/>
          </a:prstGeom>
          <a:noFill/>
          <a:ln w="0">
            <a:noFill/>
          </a:ln>
        </p:spPr>
        <p:txBody>
          <a:bodyPr wrap="square" lIns="0" tIns="0" rIns="0" bIns="0" anchor="t">
            <a:noAutofit/>
          </a:bodyPr>
          <a:lstStyle/>
          <a:p>
            <a:pPr algn="l">
              <a:defRPr sz="2025" b="1">
                <a:solidFill>
                  <a:srgbClr val="3D6DA8"/>
                </a:solidFill>
                <a:latin typeface="Arial"/>
                <a:ea typeface="Arial"/>
                <a:cs typeface="Arial"/>
              </a:defRPr>
            </a:pPr>
            <a:r>
              <a:rPr sz="2025" b="1">
                <a:solidFill>
                  <a:srgbClr val="3D6DA8"/>
                </a:solidFill>
                <a:latin typeface="Arial"/>
                <a:ea typeface="Arial"/>
                <a:cs typeface="Arial"/>
              </a:rPr>
              <a:t>Suche und Kontext gezielt verbessern</a:t>
            </a:r>
          </a:p>
        </p:txBody>
      </p:sp>
      <p:sp>
        <p:nvSpPr>
          <p:cNvPr id="1011" name="Die erste Suche sammelt Kandidaten. Der Reranker bewertet deren Releva">
            <a:extLst>
              <a:ext uri="{FF2B5EF4-FFF2-40B4-BE49-F238E27FC236}">
                <a16:creationId xmlns:a16="http://schemas.microsoft.com/office/drawing/2014/main" id="{D6B73C20-F7D8-420C-AC4D-C5620B1E53B3}"/>
              </a:ext>
            </a:extLst>
          </p:cNvPr>
          <p:cNvSpPr>
            <a:spLocks noGrp="1"/>
          </p:cNvSpPr>
          <p:nvPr/>
        </p:nvSpPr>
        <p:spPr>
          <a:xfrm>
            <a:off x="571500" y="4400550"/>
            <a:ext cx="10858500" cy="1095375"/>
          </a:xfrm>
          <a:prstGeom prst="rect">
            <a:avLst/>
          </a:prstGeom>
          <a:noFill/>
          <a:ln w="0">
            <a:noFill/>
          </a:ln>
        </p:spPr>
        <p:txBody>
          <a:bodyPr wrap="square" lIns="0" tIns="0" rIns="0" bIns="0" anchor="t">
            <a:noAutofit/>
          </a:bodyPr>
          <a:lstStyle/>
          <a:p>
            <a:pPr algn="l">
              <a:defRPr sz="2025" b="0">
                <a:solidFill>
                  <a:srgbClr val="586165"/>
                </a:solidFill>
                <a:latin typeface="Arial"/>
                <a:ea typeface="Arial"/>
                <a:cs typeface="Arial"/>
              </a:defRPr>
            </a:pPr>
            <a:r>
              <a:rPr sz="2025" b="0">
                <a:solidFill>
                  <a:srgbClr val="586165"/>
                </a:solidFill>
                <a:latin typeface="Arial"/>
                <a:ea typeface="Arial"/>
                <a:cs typeface="Arial"/>
              </a:rPr>
              <a:t>Die erste Suche sammelt Kandidaten. Der Reranker bewertet deren Relevanz zur Frage genauer. Die Anwendung übergibt die ausgewählten Belege mit der Frage an das Modell.</a:t>
            </a:r>
          </a:p>
        </p:txBody>
      </p:sp>
      <p:sp>
        <p:nvSpPr>
          <p:cNvPr id="1012" name="Top-k und Kontextumfang anhand der Testfragen abstimmen.">
            <a:extLst>
              <a:ext uri="{FF2B5EF4-FFF2-40B4-BE49-F238E27FC236}">
                <a16:creationId xmlns:a16="http://schemas.microsoft.com/office/drawing/2014/main" id="{F86F1EC0-0666-438B-BEEB-8B1133A3AD53}"/>
              </a:ext>
            </a:extLst>
          </p:cNvPr>
          <p:cNvSpPr>
            <a:spLocks noGrp="1"/>
          </p:cNvSpPr>
          <p:nvPr/>
        </p:nvSpPr>
        <p:spPr>
          <a:xfrm>
            <a:off x="571500" y="5972175"/>
            <a:ext cx="11049000" cy="523875"/>
          </a:xfrm>
          <a:prstGeom prst="rect">
            <a:avLst/>
          </a:prstGeom>
          <a:noFill/>
          <a:ln w="0">
            <a:noFill/>
          </a:ln>
        </p:spPr>
        <p:txBody>
          <a:bodyPr wrap="square" lIns="0" tIns="0" rIns="0" bIns="0" anchor="t">
            <a:noAutofit/>
          </a:bodyPr>
          <a:lstStyle/>
          <a:p>
            <a:pPr algn="l">
              <a:defRPr sz="1650" b="0">
                <a:solidFill>
                  <a:srgbClr val="3D6DA8"/>
                </a:solidFill>
                <a:latin typeface="Arial"/>
                <a:ea typeface="Arial"/>
                <a:cs typeface="Arial"/>
              </a:defRPr>
            </a:pPr>
            <a:r>
              <a:rPr sz="1650" b="0">
                <a:solidFill>
                  <a:srgbClr val="3D6DA8"/>
                </a:solidFill>
                <a:latin typeface="Arial"/>
                <a:ea typeface="Arial"/>
                <a:cs typeface="Arial"/>
              </a:rPr>
              <a:t>Top-k und Kontextumfang anhand der Testfragen abstimmen.</a:t>
            </a:r>
          </a:p>
        </p:txBody>
      </p:sp>
    </p:spTree>
    <p:extLst>
      <p:ext uri="{BB962C8B-B14F-4D97-AF65-F5344CB8AC3E}">
        <p14:creationId xmlns:p14="http://schemas.microsoft.com/office/powerpoint/2010/main" val="38490244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79</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Adaptive und Corrective RAG</a:t>
            </a:r>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p:txBody>
          <a:bodyPr/>
          <a:lstStyle/>
          <a:p>
            <a:pPr marL="285750" indent="-285750">
              <a:buFont typeface="Arial" panose="020B0604020202020204" pitchFamily="34" charset="0"/>
              <a:buChar char="•"/>
            </a:pPr>
            <a:endParaRPr lang="de-DE"/>
          </a:p>
        </p:txBody>
      </p:sp>
      <p:sp>
        <p:nvSpPr>
          <p:cNvPr id="101" name="Box 101"/>
          <p:cNvSpPr/>
          <p:nvPr/>
        </p:nvSpPr>
        <p:spPr>
          <a:xfrm>
            <a:off x="3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a:solidFill>
                  <a:srgbClr val="FFFFFF"/>
                </a:solidFill>
              </a:rPr>
              <a:t>Frage</a:t>
            </a:r>
          </a:p>
        </p:txBody>
      </p:sp>
      <p:cxnSp>
        <p:nvCxnSpPr>
          <p:cNvPr id="102" name="Connector 102"/>
          <p:cNvCxnSpPr/>
          <p:nvPr/>
        </p:nvCxnSpPr>
        <p:spPr>
          <a:xfrm>
            <a:off x="2130000" y="1975000"/>
            <a:ext cx="350000" cy="1"/>
          </a:xfrm>
          <a:prstGeom prst="straightConnector1">
            <a:avLst/>
          </a:prstGeom>
          <a:ln w="19050">
            <a:solidFill>
              <a:srgbClr val="9A9FA1"/>
            </a:solidFill>
            <a:tailEnd type="triangle" w="med" len="med"/>
          </a:ln>
        </p:spPr>
      </p:cxnSp>
      <p:sp>
        <p:nvSpPr>
          <p:cNvPr id="103" name="Box 103"/>
          <p:cNvSpPr/>
          <p:nvPr/>
        </p:nvSpPr>
        <p:spPr>
          <a:xfrm>
            <a:off x="24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a:solidFill>
                  <a:srgbClr val="FFFFFF"/>
                </a:solidFill>
              </a:rPr>
              <a:t>Retrieval</a:t>
            </a:r>
          </a:p>
        </p:txBody>
      </p:sp>
      <p:cxnSp>
        <p:nvCxnSpPr>
          <p:cNvPr id="104" name="Connector 104"/>
          <p:cNvCxnSpPr/>
          <p:nvPr/>
        </p:nvCxnSpPr>
        <p:spPr>
          <a:xfrm>
            <a:off x="4230000" y="1975000"/>
            <a:ext cx="350000" cy="1"/>
          </a:xfrm>
          <a:prstGeom prst="straightConnector1">
            <a:avLst/>
          </a:prstGeom>
          <a:ln w="19050">
            <a:solidFill>
              <a:srgbClr val="9A9FA1"/>
            </a:solidFill>
            <a:tailEnd type="triangle" w="med" len="med"/>
          </a:ln>
        </p:spPr>
      </p:cxnSp>
      <p:sp>
        <p:nvSpPr>
          <p:cNvPr id="105" name="Box 105"/>
          <p:cNvSpPr/>
          <p:nvPr/>
        </p:nvSpPr>
        <p:spPr>
          <a:xfrm>
            <a:off x="4580000" y="1400000"/>
            <a:ext cx="2150000" cy="115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50">
                <a:solidFill>
                  <a:srgbClr val="FFFFFF"/>
                </a:solidFill>
              </a:rPr>
              <a:t>Reicht die</a:t>
            </a:r>
          </a:p>
          <a:p>
            <a:pPr algn="ctr"/>
            <a:r>
              <a:rPr lang="de-DE" sz="1150">
                <a:solidFill>
                  <a:srgbClr val="FFFFFF"/>
                </a:solidFill>
              </a:rPr>
              <a:t>Qualität aus?</a:t>
            </a:r>
          </a:p>
        </p:txBody>
      </p:sp>
      <p:cxnSp>
        <p:nvCxnSpPr>
          <p:cNvPr id="106" name="Connector 106"/>
          <p:cNvCxnSpPr/>
          <p:nvPr/>
        </p:nvCxnSpPr>
        <p:spPr>
          <a:xfrm>
            <a:off x="6730000" y="1975000"/>
            <a:ext cx="350000" cy="1"/>
          </a:xfrm>
          <a:prstGeom prst="straightConnector1">
            <a:avLst/>
          </a:prstGeom>
          <a:ln w="19050">
            <a:solidFill>
              <a:srgbClr val="9A9FA1"/>
            </a:solidFill>
            <a:tailEnd type="triangle" w="med" len="med"/>
          </a:ln>
        </p:spPr>
      </p:cxnSp>
      <p:sp>
        <p:nvSpPr>
          <p:cNvPr id="107" name="Text 107"/>
          <p:cNvSpPr txBox="1"/>
          <p:nvPr/>
        </p:nvSpPr>
        <p:spPr>
          <a:xfrm>
            <a:off x="6750000" y="1490000"/>
            <a:ext cx="500000" cy="250000"/>
          </a:xfrm>
          <a:prstGeom prst="rect">
            <a:avLst/>
          </a:prstGeom>
          <a:noFill/>
        </p:spPr>
        <p:txBody>
          <a:bodyPr wrap="square" lIns="0" tIns="0" rIns="0" bIns="0">
            <a:normAutofit/>
          </a:bodyPr>
          <a:lstStyle/>
          <a:p>
            <a:pPr algn="ctr"/>
            <a:r>
              <a:rPr lang="de-DE" sz="1050" b="1">
                <a:solidFill>
                  <a:srgbClr val="2E7D32"/>
                </a:solidFill>
              </a:rPr>
              <a:t>Ja</a:t>
            </a:r>
          </a:p>
        </p:txBody>
      </p:sp>
      <p:sp>
        <p:nvSpPr>
          <p:cNvPr id="108" name="Box 108"/>
          <p:cNvSpPr/>
          <p:nvPr/>
        </p:nvSpPr>
        <p:spPr>
          <a:xfrm>
            <a:off x="70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a:solidFill>
                  <a:srgbClr val="FFFFFF"/>
                </a:solidFill>
              </a:rPr>
              <a:t>LLM</a:t>
            </a:r>
          </a:p>
        </p:txBody>
      </p:sp>
      <p:cxnSp>
        <p:nvCxnSpPr>
          <p:cNvPr id="109" name="Connector 109"/>
          <p:cNvCxnSpPr/>
          <p:nvPr/>
        </p:nvCxnSpPr>
        <p:spPr>
          <a:xfrm>
            <a:off x="8830000" y="1975000"/>
            <a:ext cx="350000" cy="1"/>
          </a:xfrm>
          <a:prstGeom prst="straightConnector1">
            <a:avLst/>
          </a:prstGeom>
          <a:ln w="19050">
            <a:solidFill>
              <a:srgbClr val="9A9FA1"/>
            </a:solidFill>
            <a:tailEnd type="triangle" w="med" len="med"/>
          </a:ln>
        </p:spPr>
      </p:cxnSp>
      <p:sp>
        <p:nvSpPr>
          <p:cNvPr id="110" name="Box 110"/>
          <p:cNvSpPr/>
          <p:nvPr/>
        </p:nvSpPr>
        <p:spPr>
          <a:xfrm>
            <a:off x="9180000" y="1550000"/>
            <a:ext cx="1750000" cy="8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a:solidFill>
                  <a:srgbClr val="FFFFFF"/>
                </a:solidFill>
              </a:rPr>
              <a:t>Antwort</a:t>
            </a:r>
          </a:p>
        </p:txBody>
      </p:sp>
      <p:sp>
        <p:nvSpPr>
          <p:cNvPr id="111" name="Box 111"/>
          <p:cNvSpPr/>
          <p:nvPr/>
        </p:nvSpPr>
        <p:spPr>
          <a:xfrm>
            <a:off x="2480000" y="3300000"/>
            <a:ext cx="2450000" cy="900000"/>
          </a:xfrm>
          <a:prstGeom prst="roundRect">
            <a:avLst>
              <a:gd name="adj" fmla="val 8000"/>
            </a:avLst>
          </a:prstGeom>
          <a:solidFill>
            <a:srgbClr val="C97A3D"/>
          </a:solidFill>
          <a:ln>
            <a:noFill/>
          </a:ln>
        </p:spPr>
        <p:txBody>
          <a:bodyPr wrap="square" lIns="91440" tIns="45720" rIns="91440" bIns="45720" anchor="ctr">
            <a:normAutofit/>
          </a:bodyPr>
          <a:lstStyle/>
          <a:p>
            <a:pPr algn="ctr"/>
            <a:r>
              <a:rPr lang="de-DE" sz="1100">
                <a:solidFill>
                  <a:srgbClr val="FFFFFF"/>
                </a:solidFill>
              </a:rPr>
              <a:t>Query umschreiben /</a:t>
            </a:r>
          </a:p>
          <a:p>
            <a:pPr algn="ctr"/>
            <a:r>
              <a:rPr lang="de-DE" sz="1100">
                <a:solidFill>
                  <a:srgbClr val="FFFFFF"/>
                </a:solidFill>
              </a:rPr>
              <a:t>andere Quelle wählen</a:t>
            </a:r>
          </a:p>
        </p:txBody>
      </p:sp>
      <p:cxnSp>
        <p:nvCxnSpPr>
          <p:cNvPr id="112" name="Connector 112"/>
          <p:cNvCxnSpPr/>
          <p:nvPr/>
        </p:nvCxnSpPr>
        <p:spPr>
          <a:xfrm>
            <a:off x="5655000" y="2550000"/>
            <a:ext cx="1" cy="1200000"/>
          </a:xfrm>
          <a:prstGeom prst="straightConnector1">
            <a:avLst/>
          </a:prstGeom>
          <a:ln w="19050">
            <a:solidFill>
              <a:srgbClr val="C97A3D"/>
            </a:solidFill>
            <a:tailEnd type="none" w="med" len="med"/>
          </a:ln>
        </p:spPr>
      </p:cxnSp>
      <p:sp>
        <p:nvSpPr>
          <p:cNvPr id="113" name="Text 113"/>
          <p:cNvSpPr txBox="1"/>
          <p:nvPr/>
        </p:nvSpPr>
        <p:spPr>
          <a:xfrm>
            <a:off x="5735000" y="2720000"/>
            <a:ext cx="400000" cy="250000"/>
          </a:xfrm>
          <a:prstGeom prst="rect">
            <a:avLst/>
          </a:prstGeom>
          <a:noFill/>
        </p:spPr>
        <p:txBody>
          <a:bodyPr wrap="square" lIns="0" tIns="0" rIns="0" bIns="0">
            <a:normAutofit/>
          </a:bodyPr>
          <a:lstStyle/>
          <a:p>
            <a:pPr algn="l"/>
            <a:r>
              <a:rPr lang="de-DE" sz="1050" b="1">
                <a:solidFill>
                  <a:srgbClr val="B04A4A"/>
                </a:solidFill>
              </a:rPr>
              <a:t>Nein</a:t>
            </a:r>
          </a:p>
        </p:txBody>
      </p:sp>
      <p:cxnSp>
        <p:nvCxnSpPr>
          <p:cNvPr id="114" name="Connector 114"/>
          <p:cNvCxnSpPr/>
          <p:nvPr/>
        </p:nvCxnSpPr>
        <p:spPr>
          <a:xfrm flipV="1">
            <a:off x="2680000" y="2400000"/>
            <a:ext cx="1" cy="900000"/>
          </a:xfrm>
          <a:prstGeom prst="straightConnector1">
            <a:avLst/>
          </a:prstGeom>
          <a:ln w="19050">
            <a:solidFill>
              <a:srgbClr val="C97A3D"/>
            </a:solidFill>
            <a:tailEnd type="triangle" w="med" len="med"/>
          </a:ln>
        </p:spPr>
      </p:cxnSp>
      <p:sp>
        <p:nvSpPr>
          <p:cNvPr id="115" name="Card 115"/>
          <p:cNvSpPr/>
          <p:nvPr/>
        </p:nvSpPr>
        <p:spPr>
          <a:xfrm>
            <a:off x="380000" y="4450000"/>
            <a:ext cx="5550000" cy="165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a:solidFill>
                  <a:srgbClr val="3D6DA8"/>
                </a:solidFill>
              </a:rPr>
              <a:t>Adaptive RAG</a:t>
            </a:r>
          </a:p>
          <a:p>
            <a:pPr marL="228600" indent="-228600" algn="l">
              <a:buFont typeface="Arial" panose="020B0604020202020204" pitchFamily="34" charset="0"/>
              <a:buChar char="•"/>
            </a:pPr>
            <a:r>
              <a:rPr lang="de-DE" sz="1200">
                <a:solidFill>
                  <a:srgbClr val="404040"/>
                </a:solidFill>
              </a:rPr>
              <a:t>Entscheidet vor der Suche: ist Retrieval nötig, und wie soll gesucht werden?</a:t>
            </a:r>
          </a:p>
        </p:txBody>
      </p:sp>
      <p:sp>
        <p:nvSpPr>
          <p:cNvPr id="116" name="Card 116"/>
          <p:cNvSpPr/>
          <p:nvPr/>
        </p:nvSpPr>
        <p:spPr>
          <a:xfrm>
            <a:off x="6230000" y="4450000"/>
            <a:ext cx="5580000" cy="165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a:solidFill>
                  <a:srgbClr val="3D6DA8"/>
                </a:solidFill>
              </a:rPr>
              <a:t>Corrective RAG</a:t>
            </a:r>
          </a:p>
          <a:p>
            <a:pPr marL="228600" indent="-228600" algn="l">
              <a:buFont typeface="Arial" panose="020B0604020202020204" pitchFamily="34" charset="0"/>
              <a:buChar char="•"/>
            </a:pPr>
            <a:r>
              <a:rPr lang="de-DE" sz="1200">
                <a:solidFill>
                  <a:srgbClr val="404040"/>
                </a:solidFill>
              </a:rPr>
              <a:t>Prüft nach dem Retrieval, ob das Ergebnis ausreicht, und korrigiert bei Bedarf.</a:t>
            </a:r>
          </a:p>
        </p:txBody>
      </p:sp>
      <p:cxnSp>
        <p:nvCxnSpPr>
          <p:cNvPr id="118" name="Connector 112"/>
          <p:cNvCxnSpPr/>
          <p:nvPr/>
        </p:nvCxnSpPr>
        <p:spPr>
          <a:xfrm flipH="1">
            <a:off x="4930000" y="3750000"/>
            <a:ext cx="725000" cy="1"/>
          </a:xfrm>
          <a:prstGeom prst="straightConnector1">
            <a:avLst/>
          </a:prstGeom>
          <a:ln w="19050">
            <a:solidFill>
              <a:srgbClr val="C97A3D"/>
            </a:solidFill>
            <a:tailEnd type="triangle" w="med" len="med"/>
          </a:ln>
        </p:spPr>
      </p:cxnSp>
      <p:sp>
        <p:nvSpPr>
          <p:cNvPr id="119"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36380284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80</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Agentic RAG</a:t>
            </a:r>
          </a:p>
        </p:txBody>
      </p:sp>
      <p:graphicFrame>
        <p:nvGraphicFramePr>
          <p:cNvPr id="10" name="Diagramm 9">
            <a:extLst>
              <a:ext uri="{FF2B5EF4-FFF2-40B4-BE49-F238E27FC236}">
                <a16:creationId xmlns:a16="http://schemas.microsoft.com/office/drawing/2014/main" id="{29D4A93F-C83A-BCEA-6898-C78C53578642}"/>
              </a:ext>
            </a:extLst>
          </p:cNvPr>
          <p:cNvGraphicFramePr/>
          <p:nvPr>
            <p:extLst>
              <p:ext uri="{D42A27DB-BD31-4B8C-83A1-F6EECF244321}">
                <p14:modId xmlns:p14="http://schemas.microsoft.com/office/powerpoint/2010/main" val="2142420614"/>
              </p:ext>
            </p:extLst>
          </p:nvPr>
        </p:nvGraphicFramePr>
        <p:xfrm>
          <a:off x="4129405" y="3857396"/>
          <a:ext cx="3023870" cy="2301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m 8">
            <a:extLst>
              <a:ext uri="{FF2B5EF4-FFF2-40B4-BE49-F238E27FC236}">
                <a16:creationId xmlns:a16="http://schemas.microsoft.com/office/drawing/2014/main" id="{D8FB4022-D873-CBA4-3315-EC1C8A0B63AA}"/>
              </a:ext>
            </a:extLst>
          </p:cNvPr>
          <p:cNvGraphicFramePr/>
          <p:nvPr>
            <p:extLst>
              <p:ext uri="{D42A27DB-BD31-4B8C-83A1-F6EECF244321}">
                <p14:modId xmlns:p14="http://schemas.microsoft.com/office/powerpoint/2010/main" val="4106550906"/>
              </p:ext>
            </p:extLst>
          </p:nvPr>
        </p:nvGraphicFramePr>
        <p:xfrm>
          <a:off x="4478020" y="699364"/>
          <a:ext cx="2326640" cy="413427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24" name="Verbinder: gewinkelt 23">
            <a:extLst>
              <a:ext uri="{FF2B5EF4-FFF2-40B4-BE49-F238E27FC236}">
                <a16:creationId xmlns:a16="http://schemas.microsoft.com/office/drawing/2014/main" id="{2B03358F-65B5-7CFF-FA95-A3EF15189AFB}"/>
              </a:ext>
            </a:extLst>
          </p:cNvPr>
          <p:cNvCxnSpPr>
            <a:cxnSpLocks/>
          </p:cNvCxnSpPr>
          <p:nvPr/>
        </p:nvCxnSpPr>
        <p:spPr>
          <a:xfrm rot="16200000" flipV="1">
            <a:off x="2967992" y="3966209"/>
            <a:ext cx="1866901" cy="1844044"/>
          </a:xfrm>
          <a:prstGeom prst="bentConnector3">
            <a:avLst>
              <a:gd name="adj1" fmla="val -16939"/>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9" name="Verbinder: gewinkelt 38">
            <a:extLst>
              <a:ext uri="{FF2B5EF4-FFF2-40B4-BE49-F238E27FC236}">
                <a16:creationId xmlns:a16="http://schemas.microsoft.com/office/drawing/2014/main" id="{9C204E2A-7E60-76FC-2442-95BE75549015}"/>
              </a:ext>
            </a:extLst>
          </p:cNvPr>
          <p:cNvCxnSpPr>
            <a:endCxn id="9" idx="3"/>
          </p:cNvCxnSpPr>
          <p:nvPr/>
        </p:nvCxnSpPr>
        <p:spPr>
          <a:xfrm rot="5400000" flipH="1" flipV="1">
            <a:off x="5120860" y="4137882"/>
            <a:ext cx="3055181" cy="312420"/>
          </a:xfrm>
          <a:prstGeom prst="bentConnector4">
            <a:avLst>
              <a:gd name="adj1" fmla="val -10517"/>
              <a:gd name="adj2" fmla="val 490244"/>
            </a:avLst>
          </a:prstGeom>
          <a:ln>
            <a:tailEnd type="triangle"/>
          </a:ln>
        </p:spPr>
        <p:style>
          <a:lnRef idx="2">
            <a:schemeClr val="accent6"/>
          </a:lnRef>
          <a:fillRef idx="0">
            <a:schemeClr val="accent6"/>
          </a:fillRef>
          <a:effectRef idx="1">
            <a:schemeClr val="accent6"/>
          </a:effectRef>
          <a:fontRef idx="minor">
            <a:schemeClr val="tx1"/>
          </a:fontRef>
        </p:style>
      </p:cxnSp>
      <p:graphicFrame>
        <p:nvGraphicFramePr>
          <p:cNvPr id="42" name="Diagramm 41">
            <a:extLst>
              <a:ext uri="{FF2B5EF4-FFF2-40B4-BE49-F238E27FC236}">
                <a16:creationId xmlns:a16="http://schemas.microsoft.com/office/drawing/2014/main" id="{EE567928-162E-24F9-0A1E-391102AFDA34}"/>
              </a:ext>
            </a:extLst>
          </p:cNvPr>
          <p:cNvGraphicFramePr/>
          <p:nvPr>
            <p:extLst>
              <p:ext uri="{D42A27DB-BD31-4B8C-83A1-F6EECF244321}">
                <p14:modId xmlns:p14="http://schemas.microsoft.com/office/powerpoint/2010/main" val="325515736"/>
              </p:ext>
            </p:extLst>
          </p:nvPr>
        </p:nvGraphicFramePr>
        <p:xfrm>
          <a:off x="2317750" y="3279969"/>
          <a:ext cx="1323340" cy="57742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8600" name="Inhalt: Steuerung und Abbruch">
            <a:extLst>
              <a:ext uri="{FF2B5EF4-FFF2-40B4-BE49-F238E27FC236}">
                <a16:creationId xmlns:a16="http://schemas.microsoft.com/office/drawing/2014/main" id="{A882104A-9F83-4366-ADF7-27E374F5155C}"/>
              </a:ext>
            </a:extLst>
          </p:cNvPr>
          <p:cNvSpPr>
            <a:spLocks noGrp="1"/>
          </p:cNvSpPr>
          <p:nvPr/>
        </p:nvSpPr>
        <p:spPr>
          <a:xfrm>
            <a:off x="8429625" y="2190750"/>
            <a:ext cx="3190875" cy="428625"/>
          </a:xfrm>
          <a:prstGeom prst="rect">
            <a:avLst/>
          </a:prstGeom>
          <a:noFill/>
          <a:ln w="0">
            <a:noFill/>
          </a:ln>
        </p:spPr>
        <p:txBody>
          <a:bodyPr wrap="square" lIns="0" tIns="0" rIns="0" bIns="0" anchor="t">
            <a:noAutofit/>
          </a:bodyPr>
          <a:lstStyle/>
          <a:p>
            <a:pPr>
              <a:defRPr sz="1875" b="1">
                <a:solidFill>
                  <a:srgbClr val="3D6DA8"/>
                </a:solidFill>
                <a:latin typeface="Arial"/>
                <a:ea typeface="Arial"/>
                <a:cs typeface="Arial"/>
              </a:defRPr>
            </a:pPr>
            <a:r>
              <a:rPr sz="1875" b="1">
                <a:solidFill>
                  <a:srgbClr val="3D6DA8"/>
                </a:solidFill>
                <a:latin typeface="Arial"/>
                <a:ea typeface="Arial"/>
                <a:cs typeface="Arial"/>
              </a:rPr>
              <a:t>Steuerung und Abbruch</a:t>
            </a:r>
          </a:p>
        </p:txBody>
      </p:sp>
      <p:sp>
        <p:nvSpPr>
          <p:cNvPr id="18601" name="Inhalt: ">
            <a:extLst>
              <a:ext uri="{FF2B5EF4-FFF2-40B4-BE49-F238E27FC236}">
                <a16:creationId xmlns:a16="http://schemas.microsoft.com/office/drawing/2014/main" id="{DE741D4B-76A2-44A9-A552-D046A21F5BFC}"/>
              </a:ext>
            </a:extLst>
          </p:cNvPr>
          <p:cNvSpPr>
            <a:spLocks noGrp="1"/>
          </p:cNvSpPr>
          <p:nvPr/>
        </p:nvSpPr>
        <p:spPr>
          <a:xfrm>
            <a:off x="8429625" y="2771775"/>
            <a:ext cx="3190875" cy="3333750"/>
          </a:xfrm>
          <a:prstGeom prst="rect">
            <a:avLst/>
          </a:prstGeom>
          <a:noFill/>
          <a:ln w="0">
            <a:noFill/>
          </a:ln>
        </p:spPr>
        <p:txBody>
          <a:bodyPr wrap="square" lIns="0" tIns="0" rIns="0" bIns="0" anchor="t">
            <a:noAutofit/>
          </a:bodyPr>
          <a:lstStyle/>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Ziel und erlaubte Tools begrenzen</a:t>
            </a:r>
          </a:p>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Zwischenergebnisse auf ausreichende Belege prüfen</a:t>
            </a:r>
          </a:p>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Schrittzahl, Zeit und Kosten begrenzen</a:t>
            </a:r>
          </a:p>
          <a:p>
            <a:pPr marL="203200" indent="-114300">
              <a:spcAft>
                <a:spcPts val="1400"/>
              </a:spcAft>
              <a:buChar char="•"/>
              <a:defRPr sz="1650" b="0">
                <a:solidFill>
                  <a:srgbClr val="586165"/>
                </a:solidFill>
                <a:latin typeface="Arial"/>
                <a:ea typeface="Arial"/>
                <a:cs typeface="Arial"/>
              </a:defRPr>
            </a:pPr>
            <a:r>
              <a:rPr sz="1650" b="0">
                <a:solidFill>
                  <a:srgbClr val="586165"/>
                </a:solidFill>
                <a:latin typeface="Arial"/>
                <a:ea typeface="Arial"/>
                <a:cs typeface="Arial"/>
              </a:rPr>
              <a:t>Bei fehlender Evidenz abbrechen oder nachfragen</a:t>
            </a:r>
          </a:p>
        </p:txBody>
      </p:sp>
      <p:sp>
        <p:nvSpPr>
          <p:cNvPr id="18602"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7334075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81</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Graph Enhanced RAG</a:t>
            </a:r>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p:txBody>
          <a:bodyPr/>
          <a:lstStyle/>
          <a:p>
            <a:pPr marL="285750" indent="-285750">
              <a:buFont typeface="Arial" panose="020B0604020202020204" pitchFamily="34" charset="0"/>
              <a:buChar char="•"/>
            </a:pPr>
            <a:endParaRPr lang="de-DE"/>
          </a:p>
        </p:txBody>
      </p:sp>
      <p:sp>
        <p:nvSpPr>
          <p:cNvPr id="101" name="Box 101"/>
          <p:cNvSpPr/>
          <p:nvPr/>
        </p:nvSpPr>
        <p:spPr>
          <a:xfrm>
            <a:off x="380000" y="2450000"/>
            <a:ext cx="165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a:solidFill>
                  <a:srgbClr val="FFFFFF"/>
                </a:solidFill>
              </a:rPr>
              <a:t>Frage</a:t>
            </a:r>
          </a:p>
        </p:txBody>
      </p:sp>
      <p:sp>
        <p:nvSpPr>
          <p:cNvPr id="102" name="Box 102"/>
          <p:cNvSpPr/>
          <p:nvPr/>
        </p:nvSpPr>
        <p:spPr>
          <a:xfrm>
            <a:off x="2530000" y="1550000"/>
            <a:ext cx="27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00">
                <a:solidFill>
                  <a:srgbClr val="FFFFFF"/>
                </a:solidFill>
              </a:rPr>
              <a:t>Vector Search</a:t>
            </a:r>
          </a:p>
          <a:p>
            <a:pPr algn="ctr"/>
            <a:r>
              <a:rPr lang="de-DE" sz="1100">
                <a:solidFill>
                  <a:srgbClr val="FFFFFF"/>
                </a:solidFill>
              </a:rPr>
              <a:t>(Ähnlichkeit)</a:t>
            </a:r>
          </a:p>
        </p:txBody>
      </p:sp>
      <p:sp>
        <p:nvSpPr>
          <p:cNvPr id="103" name="Box 103"/>
          <p:cNvSpPr/>
          <p:nvPr/>
        </p:nvSpPr>
        <p:spPr>
          <a:xfrm>
            <a:off x="2530000" y="3350000"/>
            <a:ext cx="27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100">
                <a:solidFill>
                  <a:srgbClr val="FFFFFF"/>
                </a:solidFill>
              </a:rPr>
              <a:t>Graph Traversal</a:t>
            </a:r>
          </a:p>
          <a:p>
            <a:pPr algn="ctr"/>
            <a:r>
              <a:rPr lang="de-DE" sz="1100">
                <a:solidFill>
                  <a:srgbClr val="FFFFFF"/>
                </a:solidFill>
              </a:rPr>
              <a:t>(Entitäten &amp; Beziehungen)</a:t>
            </a:r>
          </a:p>
        </p:txBody>
      </p:sp>
      <p:cxnSp>
        <p:nvCxnSpPr>
          <p:cNvPr id="104" name="Connector 104"/>
          <p:cNvCxnSpPr/>
          <p:nvPr/>
        </p:nvCxnSpPr>
        <p:spPr>
          <a:xfrm flipV="1">
            <a:off x="2030000" y="1950000"/>
            <a:ext cx="500000" cy="900000"/>
          </a:xfrm>
          <a:prstGeom prst="straightConnector1">
            <a:avLst/>
          </a:prstGeom>
          <a:ln w="19050">
            <a:solidFill>
              <a:srgbClr val="9A9FA1"/>
            </a:solidFill>
            <a:tailEnd type="triangle" w="med" len="med"/>
          </a:ln>
        </p:spPr>
      </p:cxnSp>
      <p:cxnSp>
        <p:nvCxnSpPr>
          <p:cNvPr id="105" name="Connector 105"/>
          <p:cNvCxnSpPr/>
          <p:nvPr/>
        </p:nvCxnSpPr>
        <p:spPr>
          <a:xfrm>
            <a:off x="2030000" y="2850000"/>
            <a:ext cx="500000" cy="900000"/>
          </a:xfrm>
          <a:prstGeom prst="straightConnector1">
            <a:avLst/>
          </a:prstGeom>
          <a:ln w="19050">
            <a:solidFill>
              <a:srgbClr val="9A9FA1"/>
            </a:solidFill>
            <a:tailEnd type="triangle" w="med" len="med"/>
          </a:ln>
        </p:spPr>
      </p:cxnSp>
      <p:sp>
        <p:nvSpPr>
          <p:cNvPr id="106" name="Box 106"/>
          <p:cNvSpPr/>
          <p:nvPr/>
        </p:nvSpPr>
        <p:spPr>
          <a:xfrm>
            <a:off x="5730000" y="2450000"/>
            <a:ext cx="2200000" cy="8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00">
                <a:solidFill>
                  <a:srgbClr val="FFFFFF"/>
                </a:solidFill>
              </a:rPr>
              <a:t>Kombinierter</a:t>
            </a:r>
          </a:p>
          <a:p>
            <a:pPr algn="ctr"/>
            <a:r>
              <a:rPr lang="de-DE" sz="1100">
                <a:solidFill>
                  <a:srgbClr val="FFFFFF"/>
                </a:solidFill>
              </a:rPr>
              <a:t>Kontext</a:t>
            </a:r>
          </a:p>
        </p:txBody>
      </p:sp>
      <p:cxnSp>
        <p:nvCxnSpPr>
          <p:cNvPr id="107" name="Connector 107"/>
          <p:cNvCxnSpPr/>
          <p:nvPr/>
        </p:nvCxnSpPr>
        <p:spPr>
          <a:xfrm>
            <a:off x="5230000" y="1950000"/>
            <a:ext cx="500000" cy="900000"/>
          </a:xfrm>
          <a:prstGeom prst="straightConnector1">
            <a:avLst/>
          </a:prstGeom>
          <a:ln w="19050">
            <a:solidFill>
              <a:srgbClr val="9A9FA1"/>
            </a:solidFill>
            <a:tailEnd type="triangle" w="med" len="med"/>
          </a:ln>
        </p:spPr>
      </p:cxnSp>
      <p:cxnSp>
        <p:nvCxnSpPr>
          <p:cNvPr id="108" name="Connector 108"/>
          <p:cNvCxnSpPr/>
          <p:nvPr/>
        </p:nvCxnSpPr>
        <p:spPr>
          <a:xfrm flipV="1">
            <a:off x="5230000" y="2850000"/>
            <a:ext cx="500000" cy="900000"/>
          </a:xfrm>
          <a:prstGeom prst="straightConnector1">
            <a:avLst/>
          </a:prstGeom>
          <a:ln w="19050">
            <a:solidFill>
              <a:srgbClr val="9A9FA1"/>
            </a:solidFill>
            <a:tailEnd type="triangle" w="med" len="med"/>
          </a:ln>
        </p:spPr>
      </p:cxnSp>
      <p:sp>
        <p:nvSpPr>
          <p:cNvPr id="109" name="Box 109"/>
          <p:cNvSpPr/>
          <p:nvPr/>
        </p:nvSpPr>
        <p:spPr>
          <a:xfrm>
            <a:off x="8430000" y="2450000"/>
            <a:ext cx="15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a:solidFill>
                  <a:srgbClr val="FFFFFF"/>
                </a:solidFill>
              </a:rPr>
              <a:t>LLM</a:t>
            </a:r>
          </a:p>
        </p:txBody>
      </p:sp>
      <p:cxnSp>
        <p:nvCxnSpPr>
          <p:cNvPr id="110" name="Connector 110"/>
          <p:cNvCxnSpPr/>
          <p:nvPr/>
        </p:nvCxnSpPr>
        <p:spPr>
          <a:xfrm>
            <a:off x="7930000" y="2850000"/>
            <a:ext cx="500000" cy="1"/>
          </a:xfrm>
          <a:prstGeom prst="straightConnector1">
            <a:avLst/>
          </a:prstGeom>
          <a:ln w="19050">
            <a:solidFill>
              <a:srgbClr val="9A9FA1"/>
            </a:solidFill>
            <a:tailEnd type="triangle" w="med" len="med"/>
          </a:ln>
        </p:spPr>
      </p:cxnSp>
      <p:sp>
        <p:nvSpPr>
          <p:cNvPr id="111" name="Box 111"/>
          <p:cNvSpPr/>
          <p:nvPr/>
        </p:nvSpPr>
        <p:spPr>
          <a:xfrm>
            <a:off x="10430000" y="2450000"/>
            <a:ext cx="165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200">
                <a:solidFill>
                  <a:srgbClr val="FFFFFF"/>
                </a:solidFill>
              </a:rPr>
              <a:t>Antwort</a:t>
            </a:r>
          </a:p>
        </p:txBody>
      </p:sp>
      <p:cxnSp>
        <p:nvCxnSpPr>
          <p:cNvPr id="112" name="Connector 112"/>
          <p:cNvCxnSpPr/>
          <p:nvPr/>
        </p:nvCxnSpPr>
        <p:spPr>
          <a:xfrm>
            <a:off x="9930000" y="2850000"/>
            <a:ext cx="500000" cy="1"/>
          </a:xfrm>
          <a:prstGeom prst="straightConnector1">
            <a:avLst/>
          </a:prstGeom>
          <a:ln w="19050">
            <a:solidFill>
              <a:srgbClr val="9A9FA1"/>
            </a:solidFill>
            <a:tailEnd type="triangle" w="med" len="med"/>
          </a:ln>
        </p:spPr>
      </p:cxnSp>
      <p:sp>
        <p:nvSpPr>
          <p:cNvPr id="113" name="Card 113"/>
          <p:cNvSpPr/>
          <p:nvPr/>
        </p:nvSpPr>
        <p:spPr>
          <a:xfrm>
            <a:off x="380000" y="4450000"/>
            <a:ext cx="11430000" cy="1900000"/>
          </a:xfrm>
          <a:prstGeom prst="roundRect">
            <a:avLst>
              <a:gd name="adj" fmla="val 5000"/>
            </a:avLst>
          </a:prstGeom>
          <a:solidFill>
            <a:srgbClr val="EAF0F8"/>
          </a:solidFill>
          <a:ln>
            <a:noFill/>
          </a:ln>
        </p:spPr>
        <p:txBody>
          <a:bodyPr wrap="square" lIns="137160" tIns="91440" rIns="137160" bIns="91440">
            <a:normAutofit/>
          </a:bodyPr>
          <a:lstStyle/>
          <a:p>
            <a:pPr marL="0" indent="0" algn="l">
              <a:spcAft>
                <a:spcPts val="700"/>
              </a:spcAft>
              <a:buNone/>
            </a:pPr>
            <a:r>
              <a:rPr lang="de-DE" sz="1800" b="1">
                <a:solidFill>
                  <a:srgbClr val="3D6DA8"/>
                </a:solidFill>
                <a:latin typeface="Arial"/>
              </a:rPr>
              <a:t>Fiktives Beispiel im InnoHub</a:t>
            </a:r>
          </a:p>
          <a:p>
            <a:pPr marL="0" indent="0" algn="l">
              <a:spcAft>
                <a:spcPts val="700"/>
              </a:spcAft>
              <a:buNone/>
            </a:pPr>
            <a:r>
              <a:rPr lang="de-DE" sz="1650" b="0">
                <a:solidFill>
                  <a:srgbClr val="586165"/>
                </a:solidFill>
                <a:latin typeface="Arial"/>
              </a:rPr>
              <a:t>Projekt A nutzt Technologie X. Technologie X adressiert Trend Y.</a:t>
            </a:r>
          </a:p>
          <a:p>
            <a:pPr marL="0" indent="0" algn="l">
              <a:spcAft>
                <a:spcPts val="700"/>
              </a:spcAft>
              <a:buNone/>
            </a:pPr>
            <a:r>
              <a:rPr lang="de-DE" sz="1650" b="0">
                <a:solidFill>
                  <a:srgbClr val="586165"/>
                </a:solidFill>
                <a:latin typeface="Arial"/>
              </a:rPr>
              <a:t>Die Beziehungsabfrage liefert den gepflegten Pfad. Fehlende Verknüpfungen begrenzen die Aussage.</a:t>
            </a:r>
          </a:p>
        </p:txBody>
      </p:sp>
      <p:sp>
        <p:nvSpPr>
          <p:cNvPr id="114"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19318360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82</a:t>
            </a:fld>
            <a:endParaRPr lang="en-US"/>
          </a:p>
        </p:txBody>
      </p:sp>
      <p:sp>
        <p:nvSpPr>
          <p:cNvPr id="3" name="Titel 2">
            <a:extLst>
              <a:ext uri="{FF2B5EF4-FFF2-40B4-BE49-F238E27FC236}">
                <a16:creationId xmlns:a16="http://schemas.microsoft.com/office/drawing/2014/main" id="{A4B65E25-4A0A-2083-0911-86FC65E69C33}"/>
              </a:ext>
            </a:extLst>
          </p:cNvPr>
          <p:cNvSpPr>
            <a:spLocks noGrp="1"/>
          </p:cNvSpPr>
          <p:nvPr>
            <p:ph type="title"/>
          </p:nvPr>
        </p:nvSpPr>
        <p:spPr/>
        <p:txBody>
          <a:bodyPr/>
          <a:lstStyle/>
          <a:p>
            <a:r>
              <a:rPr lang="de-DE"/>
              <a:t>Multi-Agent RAG</a:t>
            </a:r>
          </a:p>
        </p:txBody>
      </p:sp>
      <p:sp>
        <p:nvSpPr>
          <p:cNvPr id="5" name="Textplatzhalter 4">
            <a:extLst>
              <a:ext uri="{FF2B5EF4-FFF2-40B4-BE49-F238E27FC236}">
                <a16:creationId xmlns:a16="http://schemas.microsoft.com/office/drawing/2014/main" id="{E1F1E699-48FB-7D03-F56C-F935D8DBEB95}"/>
              </a:ext>
            </a:extLst>
          </p:cNvPr>
          <p:cNvSpPr>
            <a:spLocks noGrp="1"/>
          </p:cNvSpPr>
          <p:nvPr>
            <p:ph type="body" sz="quarter" idx="27"/>
          </p:nvPr>
        </p:nvSpPr>
        <p:spPr/>
        <p:txBody>
          <a:bodyPr/>
          <a:lstStyle/>
          <a:p>
            <a:pPr marL="285750" indent="-285750">
              <a:buFont typeface="Arial" panose="020B0604020202020204" pitchFamily="34" charset="0"/>
              <a:buChar char="•"/>
            </a:pPr>
            <a:endParaRPr lang="de-DE"/>
          </a:p>
        </p:txBody>
      </p:sp>
      <p:sp>
        <p:nvSpPr>
          <p:cNvPr id="101" name="Box 101"/>
          <p:cNvSpPr/>
          <p:nvPr/>
        </p:nvSpPr>
        <p:spPr>
          <a:xfrm>
            <a:off x="380000" y="2500000"/>
            <a:ext cx="2000000" cy="8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150">
                <a:solidFill>
                  <a:srgbClr val="FFFFFF"/>
                </a:solidFill>
              </a:rPr>
              <a:t>Orchestrator</a:t>
            </a:r>
          </a:p>
          <a:p>
            <a:pPr algn="ctr"/>
            <a:r>
              <a:rPr lang="de-DE" sz="1150">
                <a:solidFill>
                  <a:srgbClr val="FFFFFF"/>
                </a:solidFill>
              </a:rPr>
              <a:t>(erhält Ziel)</a:t>
            </a:r>
          </a:p>
        </p:txBody>
      </p:sp>
      <p:sp>
        <p:nvSpPr>
          <p:cNvPr id="102" name="Box 102"/>
          <p:cNvSpPr/>
          <p:nvPr/>
        </p:nvSpPr>
        <p:spPr>
          <a:xfrm>
            <a:off x="2830000" y="1550000"/>
            <a:ext cx="2400000" cy="7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a:solidFill>
                  <a:srgbClr val="FFFFFF"/>
                </a:solidFill>
              </a:rPr>
              <a:t>Technology Agent</a:t>
            </a:r>
          </a:p>
          <a:p>
            <a:pPr algn="ctr"/>
            <a:r>
              <a:rPr lang="de-DE" sz="1050">
                <a:solidFill>
                  <a:srgbClr val="FFFFFF"/>
                </a:solidFill>
              </a:rPr>
              <a:t>Technologiesuche</a:t>
            </a:r>
          </a:p>
        </p:txBody>
      </p:sp>
      <p:cxnSp>
        <p:nvCxnSpPr>
          <p:cNvPr id="103" name="Connector 103"/>
          <p:cNvCxnSpPr/>
          <p:nvPr/>
        </p:nvCxnSpPr>
        <p:spPr>
          <a:xfrm flipV="1">
            <a:off x="2380000" y="1925000"/>
            <a:ext cx="450000" cy="975000"/>
          </a:xfrm>
          <a:prstGeom prst="straightConnector1">
            <a:avLst/>
          </a:prstGeom>
          <a:ln w="12700">
            <a:solidFill>
              <a:srgbClr val="9A9FA1"/>
            </a:solidFill>
            <a:tailEnd type="triangle" w="med" len="med"/>
          </a:ln>
        </p:spPr>
      </p:cxnSp>
      <p:sp>
        <p:nvSpPr>
          <p:cNvPr id="104" name="Box 104"/>
          <p:cNvSpPr/>
          <p:nvPr/>
        </p:nvSpPr>
        <p:spPr>
          <a:xfrm>
            <a:off x="2830000" y="2400000"/>
            <a:ext cx="2400000" cy="7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a:solidFill>
                  <a:srgbClr val="FFFFFF"/>
                </a:solidFill>
              </a:rPr>
              <a:t>Project Agent</a:t>
            </a:r>
          </a:p>
          <a:p>
            <a:pPr algn="ctr"/>
            <a:r>
              <a:rPr lang="de-DE" sz="1050">
                <a:solidFill>
                  <a:srgbClr val="FFFFFF"/>
                </a:solidFill>
              </a:rPr>
              <a:t>Projektinformationen</a:t>
            </a:r>
          </a:p>
        </p:txBody>
      </p:sp>
      <p:cxnSp>
        <p:nvCxnSpPr>
          <p:cNvPr id="105" name="Connector 105"/>
          <p:cNvCxnSpPr/>
          <p:nvPr/>
        </p:nvCxnSpPr>
        <p:spPr>
          <a:xfrm flipV="1">
            <a:off x="2380000" y="2775000"/>
            <a:ext cx="450000" cy="125000"/>
          </a:xfrm>
          <a:prstGeom prst="straightConnector1">
            <a:avLst/>
          </a:prstGeom>
          <a:ln w="12700">
            <a:solidFill>
              <a:srgbClr val="9A9FA1"/>
            </a:solidFill>
            <a:tailEnd type="triangle" w="med" len="med"/>
          </a:ln>
        </p:spPr>
      </p:cxnSp>
      <p:sp>
        <p:nvSpPr>
          <p:cNvPr id="106" name="Box 106"/>
          <p:cNvSpPr/>
          <p:nvPr/>
        </p:nvSpPr>
        <p:spPr>
          <a:xfrm>
            <a:off x="2830000" y="3250000"/>
            <a:ext cx="2400000" cy="75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b="1">
                <a:solidFill>
                  <a:srgbClr val="FFFFFF"/>
                </a:solidFill>
              </a:rPr>
              <a:t>Analysis Agent</a:t>
            </a:r>
          </a:p>
          <a:p>
            <a:pPr algn="ctr"/>
            <a:r>
              <a:rPr lang="de-DE" sz="1050">
                <a:solidFill>
                  <a:srgbClr val="FFFFFF"/>
                </a:solidFill>
              </a:rPr>
              <a:t>Zusammenhänge bewerten</a:t>
            </a:r>
          </a:p>
        </p:txBody>
      </p:sp>
      <p:cxnSp>
        <p:nvCxnSpPr>
          <p:cNvPr id="107" name="Connector 107"/>
          <p:cNvCxnSpPr/>
          <p:nvPr/>
        </p:nvCxnSpPr>
        <p:spPr>
          <a:xfrm>
            <a:off x="2380000" y="2900000"/>
            <a:ext cx="450000" cy="725000"/>
          </a:xfrm>
          <a:prstGeom prst="straightConnector1">
            <a:avLst/>
          </a:prstGeom>
          <a:ln w="12700">
            <a:solidFill>
              <a:srgbClr val="9A9FA1"/>
            </a:solidFill>
            <a:tailEnd type="triangle" w="med" len="med"/>
          </a:ln>
        </p:spPr>
      </p:cxnSp>
      <p:sp>
        <p:nvSpPr>
          <p:cNvPr id="108" name="Box 108"/>
          <p:cNvSpPr/>
          <p:nvPr/>
        </p:nvSpPr>
        <p:spPr>
          <a:xfrm>
            <a:off x="5680000" y="2500000"/>
            <a:ext cx="1850000" cy="800000"/>
          </a:xfrm>
          <a:prstGeom prst="roundRect">
            <a:avLst>
              <a:gd name="adj" fmla="val 8000"/>
            </a:avLst>
          </a:prstGeom>
          <a:solidFill>
            <a:srgbClr val="3D6DA8"/>
          </a:solidFill>
          <a:ln>
            <a:noFill/>
          </a:ln>
        </p:spPr>
        <p:txBody>
          <a:bodyPr wrap="square" lIns="91440" tIns="45720" rIns="91440" bIns="45720" anchor="ctr">
            <a:normAutofit/>
          </a:bodyPr>
          <a:lstStyle/>
          <a:p>
            <a:pPr algn="ctr"/>
            <a:r>
              <a:rPr lang="de-DE" sz="1050">
                <a:solidFill>
                  <a:srgbClr val="FFFFFF"/>
                </a:solidFill>
              </a:rPr>
              <a:t>Ergebnisse</a:t>
            </a:r>
          </a:p>
          <a:p>
            <a:pPr algn="ctr"/>
            <a:r>
              <a:rPr lang="de-DE" sz="1050">
                <a:solidFill>
                  <a:srgbClr val="FFFFFF"/>
                </a:solidFill>
              </a:rPr>
              <a:t>zusammenführen</a:t>
            </a:r>
          </a:p>
        </p:txBody>
      </p:sp>
      <p:cxnSp>
        <p:nvCxnSpPr>
          <p:cNvPr id="109" name="Connector 109"/>
          <p:cNvCxnSpPr/>
          <p:nvPr/>
        </p:nvCxnSpPr>
        <p:spPr>
          <a:xfrm>
            <a:off x="5230000" y="1925000"/>
            <a:ext cx="450000" cy="975000"/>
          </a:xfrm>
          <a:prstGeom prst="straightConnector1">
            <a:avLst/>
          </a:prstGeom>
          <a:ln w="12700">
            <a:solidFill>
              <a:srgbClr val="9A9FA1"/>
            </a:solidFill>
            <a:tailEnd type="triangle" w="med" len="med"/>
          </a:ln>
        </p:spPr>
      </p:cxnSp>
      <p:cxnSp>
        <p:nvCxnSpPr>
          <p:cNvPr id="110" name="Connector 110"/>
          <p:cNvCxnSpPr/>
          <p:nvPr/>
        </p:nvCxnSpPr>
        <p:spPr>
          <a:xfrm>
            <a:off x="5230000" y="2775000"/>
            <a:ext cx="450000" cy="125000"/>
          </a:xfrm>
          <a:prstGeom prst="straightConnector1">
            <a:avLst/>
          </a:prstGeom>
          <a:ln w="12700">
            <a:solidFill>
              <a:srgbClr val="9A9FA1"/>
            </a:solidFill>
            <a:tailEnd type="triangle" w="med" len="med"/>
          </a:ln>
        </p:spPr>
      </p:cxnSp>
      <p:cxnSp>
        <p:nvCxnSpPr>
          <p:cNvPr id="111" name="Connector 111"/>
          <p:cNvCxnSpPr/>
          <p:nvPr/>
        </p:nvCxnSpPr>
        <p:spPr>
          <a:xfrm flipV="1">
            <a:off x="5230000" y="2900000"/>
            <a:ext cx="450000" cy="725000"/>
          </a:xfrm>
          <a:prstGeom prst="straightConnector1">
            <a:avLst/>
          </a:prstGeom>
          <a:ln w="12700">
            <a:solidFill>
              <a:srgbClr val="9A9FA1"/>
            </a:solidFill>
            <a:tailEnd type="triangle" w="med" len="med"/>
          </a:ln>
        </p:spPr>
      </p:cxnSp>
      <p:sp>
        <p:nvSpPr>
          <p:cNvPr id="112" name="Box 112"/>
          <p:cNvSpPr/>
          <p:nvPr/>
        </p:nvSpPr>
        <p:spPr>
          <a:xfrm>
            <a:off x="7980000" y="2500000"/>
            <a:ext cx="14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a:solidFill>
                  <a:srgbClr val="FFFFFF"/>
                </a:solidFill>
              </a:rPr>
              <a:t>LLM</a:t>
            </a:r>
          </a:p>
          <a:p>
            <a:pPr algn="ctr"/>
            <a:r>
              <a:rPr lang="de-DE" sz="1050">
                <a:solidFill>
                  <a:srgbClr val="FFFFFF"/>
                </a:solidFill>
              </a:rPr>
              <a:t>Synthese</a:t>
            </a:r>
          </a:p>
        </p:txBody>
      </p:sp>
      <p:cxnSp>
        <p:nvCxnSpPr>
          <p:cNvPr id="113" name="Connector 113"/>
          <p:cNvCxnSpPr/>
          <p:nvPr/>
        </p:nvCxnSpPr>
        <p:spPr>
          <a:xfrm>
            <a:off x="7530000" y="2900000"/>
            <a:ext cx="450000" cy="1"/>
          </a:xfrm>
          <a:prstGeom prst="straightConnector1">
            <a:avLst/>
          </a:prstGeom>
          <a:ln w="19050">
            <a:solidFill>
              <a:srgbClr val="9A9FA1"/>
            </a:solidFill>
            <a:tailEnd type="triangle" w="med" len="med"/>
          </a:ln>
        </p:spPr>
      </p:cxnSp>
      <p:sp>
        <p:nvSpPr>
          <p:cNvPr id="114" name="Box 114"/>
          <p:cNvSpPr/>
          <p:nvPr/>
        </p:nvSpPr>
        <p:spPr>
          <a:xfrm>
            <a:off x="9830000" y="2500000"/>
            <a:ext cx="1400000" cy="800000"/>
          </a:xfrm>
          <a:prstGeom prst="roundRect">
            <a:avLst>
              <a:gd name="adj" fmla="val 8000"/>
            </a:avLst>
          </a:prstGeom>
          <a:solidFill>
            <a:srgbClr val="6193CD"/>
          </a:solidFill>
          <a:ln>
            <a:noFill/>
          </a:ln>
        </p:spPr>
        <p:txBody>
          <a:bodyPr wrap="square" lIns="91440" tIns="45720" rIns="91440" bIns="45720" anchor="ctr">
            <a:normAutofit/>
          </a:bodyPr>
          <a:lstStyle/>
          <a:p>
            <a:pPr algn="ctr"/>
            <a:r>
              <a:rPr lang="de-DE" sz="1050">
                <a:solidFill>
                  <a:srgbClr val="FFFFFF"/>
                </a:solidFill>
              </a:rPr>
              <a:t>Antwort</a:t>
            </a:r>
          </a:p>
        </p:txBody>
      </p:sp>
      <p:cxnSp>
        <p:nvCxnSpPr>
          <p:cNvPr id="115" name="Connector 115"/>
          <p:cNvCxnSpPr/>
          <p:nvPr/>
        </p:nvCxnSpPr>
        <p:spPr>
          <a:xfrm>
            <a:off x="9380000" y="2900000"/>
            <a:ext cx="450000" cy="1"/>
          </a:xfrm>
          <a:prstGeom prst="straightConnector1">
            <a:avLst/>
          </a:prstGeom>
          <a:ln w="19050">
            <a:solidFill>
              <a:srgbClr val="9A9FA1"/>
            </a:solidFill>
            <a:tailEnd type="triangle" w="med" len="med"/>
          </a:ln>
        </p:spPr>
      </p:cxnSp>
      <p:sp>
        <p:nvSpPr>
          <p:cNvPr id="116" name="Card 116"/>
          <p:cNvSpPr/>
          <p:nvPr/>
        </p:nvSpPr>
        <p:spPr>
          <a:xfrm>
            <a:off x="380000" y="4450000"/>
            <a:ext cx="5550000" cy="19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a:solidFill>
                  <a:srgbClr val="3D6DA8"/>
                </a:solidFill>
              </a:rPr>
              <a:t>Vorteil</a:t>
            </a:r>
          </a:p>
          <a:p>
            <a:pPr marL="228600" indent="-228600" algn="l">
              <a:buFont typeface="Arial" panose="020B0604020202020204" pitchFamily="34" charset="0"/>
              <a:buChar char="•"/>
            </a:pPr>
            <a:r>
              <a:rPr lang="de-DE" sz="1200">
                <a:solidFill>
                  <a:srgbClr val="404040"/>
                </a:solidFill>
              </a:rPr>
              <a:t>Spezialisierte Rollen, parallele Bearbeitung möglich</a:t>
            </a:r>
          </a:p>
          <a:p>
            <a:pPr marL="228600" indent="-228600" algn="l">
              <a:buFont typeface="Arial" panose="020B0604020202020204" pitchFamily="34" charset="0"/>
              <a:buChar char="•"/>
            </a:pPr>
            <a:r>
              <a:rPr lang="de-DE" sz="1200">
                <a:solidFill>
                  <a:srgbClr val="404040"/>
                </a:solidFill>
              </a:rPr>
              <a:t>Aufgaben werden verteilt und Ergebnisse zusammengeführt</a:t>
            </a:r>
          </a:p>
        </p:txBody>
      </p:sp>
      <p:sp>
        <p:nvSpPr>
          <p:cNvPr id="117" name="Card 117"/>
          <p:cNvSpPr/>
          <p:nvPr/>
        </p:nvSpPr>
        <p:spPr>
          <a:xfrm>
            <a:off x="6230000" y="4450000"/>
            <a:ext cx="5580000" cy="1900000"/>
          </a:xfrm>
          <a:prstGeom prst="roundRect">
            <a:avLst>
              <a:gd name="adj" fmla="val 5000"/>
            </a:avLst>
          </a:prstGeom>
          <a:solidFill>
            <a:srgbClr val="EAF0F8"/>
          </a:solidFill>
          <a:ln>
            <a:noFill/>
          </a:ln>
        </p:spPr>
        <p:txBody>
          <a:bodyPr wrap="square" lIns="137160" tIns="91440" rIns="137160" bIns="91440">
            <a:normAutofit/>
          </a:bodyPr>
          <a:lstStyle/>
          <a:p>
            <a:pPr algn="l"/>
            <a:r>
              <a:rPr lang="de-DE" sz="1300" b="1">
                <a:solidFill>
                  <a:srgbClr val="B04A4A"/>
                </a:solidFill>
              </a:rPr>
              <a:t>Nachteil</a:t>
            </a:r>
          </a:p>
          <a:p>
            <a:pPr marL="228600" indent="-228600" algn="l">
              <a:buFont typeface="Arial" panose="020B0604020202020204" pitchFamily="34" charset="0"/>
              <a:buChar char="•"/>
            </a:pPr>
            <a:r>
              <a:rPr lang="de-DE" sz="1200">
                <a:solidFill>
                  <a:srgbClr val="404040"/>
                </a:solidFill>
              </a:rPr>
              <a:t>Deutlich höhere Koordinationskomplexität</a:t>
            </a:r>
          </a:p>
          <a:p>
            <a:pPr marL="228600" indent="-228600" algn="l">
              <a:buFont typeface="Arial" panose="020B0604020202020204" pitchFamily="34" charset="0"/>
              <a:buChar char="•"/>
            </a:pPr>
            <a:r>
              <a:rPr lang="de-DE" sz="1200">
                <a:solidFill>
                  <a:srgbClr val="404040"/>
                </a:solidFill>
              </a:rPr>
              <a:t>Mehr Agenten bedeuten nicht automatisch bessere Ergebnisse</a:t>
            </a:r>
          </a:p>
        </p:txBody>
      </p:sp>
      <p:sp>
        <p:nvSpPr>
          <p:cNvPr id="11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11080857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7717BE4-110A-2F5B-C1C4-0606A0465DEF}"/>
              </a:ext>
            </a:extLst>
          </p:cNvPr>
          <p:cNvSpPr>
            <a:spLocks noGrp="1"/>
          </p:cNvSpPr>
          <p:nvPr>
            <p:ph type="sldNum" sz="quarter" idx="4"/>
          </p:nvPr>
        </p:nvSpPr>
        <p:spPr/>
        <p:txBody>
          <a:bodyPr/>
          <a:lstStyle/>
          <a:p>
            <a:fld id="{BA161025-98FF-4C1D-96AB-5CF6019945BE}" type="slidenum">
              <a:rPr lang="en-US" smtClean="0"/>
              <a:pPr/>
              <a:t>83</a:t>
            </a:fld>
            <a:endParaRPr lang="en-US"/>
          </a:p>
        </p:txBody>
      </p:sp>
      <p:sp>
        <p:nvSpPr>
          <p:cNvPr id="1005" name="Keyword- und Vektorsuche">
            <a:extLst>
              <a:ext uri="{FF2B5EF4-FFF2-40B4-BE49-F238E27FC236}">
                <a16:creationId xmlns:a16="http://schemas.microsoft.com/office/drawing/2014/main" id="{BF7873E7-501E-4B61-8773-6C42836DA31D}"/>
              </a:ext>
            </a:extLst>
          </p:cNvPr>
          <p:cNvSpPr>
            <a:spLocks noGrp="1"/>
          </p:cNvSpPr>
          <p:nvPr/>
        </p:nvSpPr>
        <p:spPr>
          <a:xfrm>
            <a:off x="295275" y="247650"/>
            <a:ext cx="9810750" cy="428625"/>
          </a:xfrm>
          <a:prstGeom prst="rect">
            <a:avLst/>
          </a:prstGeom>
          <a:noFill/>
          <a:ln w="0">
            <a:noFill/>
          </a:ln>
        </p:spPr>
        <p:txBody>
          <a:bodyPr wrap="square" lIns="0" tIns="0" rIns="0" bIns="0" anchor="t">
            <a:noAutofit/>
          </a:bodyPr>
          <a:lstStyle/>
          <a:p>
            <a:pPr>
              <a:defRPr sz="2400" b="1">
                <a:solidFill>
                  <a:srgbClr val="586165"/>
                </a:solidFill>
                <a:latin typeface="Arial"/>
                <a:ea typeface="Arial"/>
                <a:cs typeface="Arial"/>
              </a:defRPr>
            </a:pPr>
            <a:r>
              <a:rPr lang="de-DE" sz="2400" b="1">
                <a:solidFill>
                  <a:srgbClr val="586165"/>
                </a:solidFill>
                <a:latin typeface="Arial"/>
                <a:ea typeface="Arial"/>
                <a:cs typeface="Arial"/>
              </a:rPr>
              <a:t>BM25 und</a:t>
            </a:r>
            <a:r>
              <a:rPr sz="2400" b="1">
                <a:solidFill>
                  <a:srgbClr val="586165"/>
                </a:solidFill>
                <a:latin typeface="Arial"/>
                <a:ea typeface="Arial"/>
                <a:cs typeface="Arial"/>
              </a:rPr>
              <a:t> Vektorsuche</a:t>
            </a:r>
            <a:endParaRPr lang="de-DE" sz="2400" b="1">
              <a:solidFill>
                <a:srgbClr val="586165"/>
              </a:solidFill>
              <a:latin typeface="Arial"/>
              <a:ea typeface="Arial"/>
              <a:cs typeface="Arial"/>
            </a:endParaRPr>
          </a:p>
        </p:txBody>
      </p:sp>
      <p:graphicFrame>
        <p:nvGraphicFramePr>
          <p:cNvPr id="1007" name="Tabelle 1006"/>
          <p:cNvGraphicFramePr/>
          <p:nvPr>
            <p:extLst>
              <p:ext uri="{D42A27DB-BD31-4B8C-83A1-F6EECF244321}">
                <p14:modId xmlns:p14="http://schemas.microsoft.com/office/powerpoint/2010/main" val="3137069685"/>
              </p:ext>
            </p:extLst>
          </p:nvPr>
        </p:nvGraphicFramePr>
        <p:xfrm>
          <a:off x="571500" y="1695450"/>
          <a:ext cx="11049000" cy="3714752"/>
        </p:xfrm>
        <a:graphic>
          <a:graphicData uri="http://schemas.openxmlformats.org/drawingml/2006/table">
            <a:tbl>
              <a:tblPr firstRow="1"/>
              <a:tblGrid>
                <a:gridCol w="214312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495300">
                <a:tc>
                  <a:txBody>
                    <a:bodyPr/>
                    <a:lstStyle/>
                    <a:p>
                      <a:r>
                        <a:rPr sz="1875" b="1">
                          <a:solidFill>
                            <a:srgbClr val="FFFFFF"/>
                          </a:solidFill>
                          <a:latin typeface="Arial"/>
                          <a:ea typeface="Arial"/>
                          <a:cs typeface="Arial"/>
                        </a:rPr>
                        <a:t>Aspekt</a:t>
                      </a:r>
                    </a:p>
                  </a:txBody>
                  <a:tcPr anchor="ctr">
                    <a:solidFill>
                      <a:srgbClr val="6193CD"/>
                    </a:solidFill>
                  </a:tcPr>
                </a:tc>
                <a:tc>
                  <a:txBody>
                    <a:bodyPr/>
                    <a:lstStyle/>
                    <a:p>
                      <a:pPr lvl="0">
                        <a:buNone/>
                      </a:pPr>
                      <a:r>
                        <a:rPr lang="de-DE" sz="1850" b="1">
                          <a:solidFill>
                            <a:srgbClr val="FFFFFF"/>
                          </a:solidFill>
                          <a:latin typeface="Arial"/>
                          <a:ea typeface="Arial"/>
                          <a:cs typeface="Arial"/>
                        </a:rPr>
                        <a:t>BM25</a:t>
                      </a:r>
                      <a:endParaRPr sz="1850" b="1">
                        <a:solidFill>
                          <a:srgbClr val="FFFFFF"/>
                        </a:solidFill>
                        <a:latin typeface="Arial"/>
                        <a:ea typeface="Arial"/>
                        <a:cs typeface="Arial"/>
                      </a:endParaRPr>
                    </a:p>
                  </a:txBody>
                  <a:tcPr anchor="ctr">
                    <a:solidFill>
                      <a:srgbClr val="6193CD"/>
                    </a:solidFill>
                  </a:tcPr>
                </a:tc>
                <a:tc>
                  <a:txBody>
                    <a:bodyPr/>
                    <a:lstStyle/>
                    <a:p>
                      <a:r>
                        <a:rPr sz="1875" b="1">
                          <a:solidFill>
                            <a:srgbClr val="FFFFFF"/>
                          </a:solidFill>
                          <a:latin typeface="Arial"/>
                          <a:ea typeface="Arial"/>
                          <a:cs typeface="Arial"/>
                        </a:rPr>
                        <a:t>Vektorsuche</a:t>
                      </a:r>
                    </a:p>
                  </a:txBody>
                  <a:tcPr anchor="ctr">
                    <a:solidFill>
                      <a:srgbClr val="6193CD"/>
                    </a:solidFill>
                  </a:tcPr>
                </a:tc>
                <a:extLst>
                  <a:ext uri="{0D108BD9-81ED-4DB2-BD59-A6C34878D82A}">
                    <a16:rowId xmlns:a16="http://schemas.microsoft.com/office/drawing/2014/main" val="10000"/>
                  </a:ext>
                </a:extLst>
              </a:tr>
              <a:tr h="804863">
                <a:tc>
                  <a:txBody>
                    <a:bodyPr/>
                    <a:lstStyle/>
                    <a:p>
                      <a:r>
                        <a:rPr sz="1875" b="0">
                          <a:solidFill>
                            <a:srgbClr val="586165"/>
                          </a:solidFill>
                          <a:latin typeface="Arial"/>
                          <a:ea typeface="Arial"/>
                          <a:cs typeface="Arial"/>
                        </a:rPr>
                        <a:t>Suchsignal</a:t>
                      </a:r>
                    </a:p>
                  </a:txBody>
                  <a:tcPr anchor="ctr">
                    <a:solidFill>
                      <a:srgbClr val="E9EFF7"/>
                    </a:solidFill>
                  </a:tcPr>
                </a:tc>
                <a:tc>
                  <a:txBody>
                    <a:bodyPr/>
                    <a:lstStyle/>
                    <a:p>
                      <a:r>
                        <a:rPr sz="1875" b="0">
                          <a:solidFill>
                            <a:srgbClr val="586165"/>
                          </a:solidFill>
                          <a:latin typeface="Arial"/>
                          <a:ea typeface="Arial"/>
                          <a:cs typeface="Arial"/>
                        </a:rPr>
                        <a:t>Passende Begriffe im Text</a:t>
                      </a:r>
                    </a:p>
                  </a:txBody>
                  <a:tcPr anchor="ctr">
                    <a:solidFill>
                      <a:srgbClr val="E9EFF7"/>
                    </a:solidFill>
                  </a:tcPr>
                </a:tc>
                <a:tc>
                  <a:txBody>
                    <a:bodyPr/>
                    <a:lstStyle/>
                    <a:p>
                      <a:r>
                        <a:rPr sz="1875" b="0">
                          <a:solidFill>
                            <a:srgbClr val="586165"/>
                          </a:solidFill>
                          <a:latin typeface="Arial"/>
                          <a:ea typeface="Arial"/>
                          <a:cs typeface="Arial"/>
                        </a:rPr>
                        <a:t>Ähnlichkeit der Bedeutung</a:t>
                      </a:r>
                    </a:p>
                  </a:txBody>
                  <a:tcPr anchor="ctr">
                    <a:solidFill>
                      <a:srgbClr val="E9EFF7"/>
                    </a:solidFill>
                  </a:tcPr>
                </a:tc>
                <a:extLst>
                  <a:ext uri="{0D108BD9-81ED-4DB2-BD59-A6C34878D82A}">
                    <a16:rowId xmlns:a16="http://schemas.microsoft.com/office/drawing/2014/main" val="10001"/>
                  </a:ext>
                </a:extLst>
              </a:tr>
              <a:tr h="804863">
                <a:tc>
                  <a:txBody>
                    <a:bodyPr/>
                    <a:lstStyle/>
                    <a:p>
                      <a:r>
                        <a:rPr sz="1875" b="0">
                          <a:solidFill>
                            <a:srgbClr val="586165"/>
                          </a:solidFill>
                          <a:latin typeface="Arial"/>
                          <a:ea typeface="Arial"/>
                          <a:cs typeface="Arial"/>
                        </a:rPr>
                        <a:t>Stärke</a:t>
                      </a:r>
                    </a:p>
                  </a:txBody>
                  <a:tcPr anchor="ctr">
                    <a:solidFill>
                      <a:srgbClr val="F5F7FA"/>
                    </a:solidFill>
                  </a:tcPr>
                </a:tc>
                <a:tc>
                  <a:txBody>
                    <a:bodyPr/>
                    <a:lstStyle/>
                    <a:p>
                      <a:r>
                        <a:rPr sz="1875" b="0">
                          <a:solidFill>
                            <a:srgbClr val="586165"/>
                          </a:solidFill>
                          <a:latin typeface="Arial"/>
                          <a:ea typeface="Arial"/>
                          <a:cs typeface="Arial"/>
                        </a:rPr>
                        <a:t>Namen, Kennungen und Fachbegriffe</a:t>
                      </a:r>
                    </a:p>
                  </a:txBody>
                  <a:tcPr anchor="ctr">
                    <a:solidFill>
                      <a:srgbClr val="F5F7FA"/>
                    </a:solidFill>
                  </a:tcPr>
                </a:tc>
                <a:tc>
                  <a:txBody>
                    <a:bodyPr/>
                    <a:lstStyle/>
                    <a:p>
                      <a:r>
                        <a:rPr sz="1875" b="0">
                          <a:solidFill>
                            <a:srgbClr val="586165"/>
                          </a:solidFill>
                          <a:latin typeface="Arial"/>
                          <a:ea typeface="Arial"/>
                          <a:cs typeface="Arial"/>
                        </a:rPr>
                        <a:t>Umschreibungen und verwandte Konzepte</a:t>
                      </a:r>
                    </a:p>
                  </a:txBody>
                  <a:tcPr anchor="ctr">
                    <a:solidFill>
                      <a:srgbClr val="F5F7FA"/>
                    </a:solidFill>
                  </a:tcPr>
                </a:tc>
                <a:extLst>
                  <a:ext uri="{0D108BD9-81ED-4DB2-BD59-A6C34878D82A}">
                    <a16:rowId xmlns:a16="http://schemas.microsoft.com/office/drawing/2014/main" val="10002"/>
                  </a:ext>
                </a:extLst>
              </a:tr>
              <a:tr h="804863">
                <a:tc>
                  <a:txBody>
                    <a:bodyPr/>
                    <a:lstStyle/>
                    <a:p>
                      <a:r>
                        <a:rPr sz="1875" b="0">
                          <a:solidFill>
                            <a:srgbClr val="586165"/>
                          </a:solidFill>
                          <a:latin typeface="Arial"/>
                          <a:ea typeface="Arial"/>
                          <a:cs typeface="Arial"/>
                        </a:rPr>
                        <a:t>Beispieltreffer</a:t>
                      </a:r>
                    </a:p>
                  </a:txBody>
                  <a:tcPr anchor="ctr">
                    <a:solidFill>
                      <a:srgbClr val="E9EFF7"/>
                    </a:solidFill>
                  </a:tcPr>
                </a:tc>
                <a:tc>
                  <a:txBody>
                    <a:bodyPr/>
                    <a:lstStyle/>
                    <a:p>
                      <a:r>
                        <a:rPr sz="1875" b="0">
                          <a:solidFill>
                            <a:srgbClr val="586165"/>
                          </a:solidFill>
                          <a:latin typeface="Arial"/>
                          <a:ea typeface="Arial"/>
                          <a:cs typeface="Arial"/>
                        </a:rPr>
                        <a:t>„Sensorfusion“</a:t>
                      </a:r>
                    </a:p>
                  </a:txBody>
                  <a:tcPr anchor="ctr">
                    <a:solidFill>
                      <a:srgbClr val="E9EFF7"/>
                    </a:solidFill>
                  </a:tcPr>
                </a:tc>
                <a:tc>
                  <a:txBody>
                    <a:bodyPr/>
                    <a:lstStyle/>
                    <a:p>
                      <a:r>
                        <a:rPr sz="1875" b="0">
                          <a:solidFill>
                            <a:srgbClr val="586165"/>
                          </a:solidFill>
                          <a:latin typeface="Arial"/>
                          <a:ea typeface="Arial"/>
                          <a:cs typeface="Arial"/>
                        </a:rPr>
                        <a:t>„Kombination mehrerer Sensordaten“</a:t>
                      </a:r>
                    </a:p>
                  </a:txBody>
                  <a:tcPr anchor="ctr">
                    <a:solidFill>
                      <a:srgbClr val="E9EFF7"/>
                    </a:solidFill>
                  </a:tcPr>
                </a:tc>
                <a:extLst>
                  <a:ext uri="{0D108BD9-81ED-4DB2-BD59-A6C34878D82A}">
                    <a16:rowId xmlns:a16="http://schemas.microsoft.com/office/drawing/2014/main" val="10003"/>
                  </a:ext>
                </a:extLst>
              </a:tr>
              <a:tr h="804863">
                <a:tc>
                  <a:txBody>
                    <a:bodyPr/>
                    <a:lstStyle/>
                    <a:p>
                      <a:r>
                        <a:rPr sz="1875" b="0">
                          <a:solidFill>
                            <a:srgbClr val="586165"/>
                          </a:solidFill>
                          <a:latin typeface="Arial"/>
                          <a:ea typeface="Arial"/>
                          <a:cs typeface="Arial"/>
                        </a:rPr>
                        <a:t>Grenze</a:t>
                      </a:r>
                    </a:p>
                  </a:txBody>
                  <a:tcPr anchor="ctr">
                    <a:solidFill>
                      <a:srgbClr val="F5F7FA"/>
                    </a:solidFill>
                  </a:tcPr>
                </a:tc>
                <a:tc>
                  <a:txBody>
                    <a:bodyPr/>
                    <a:lstStyle/>
                    <a:p>
                      <a:r>
                        <a:rPr sz="1875" b="0">
                          <a:solidFill>
                            <a:srgbClr val="586165"/>
                          </a:solidFill>
                          <a:latin typeface="Arial"/>
                          <a:ea typeface="Arial"/>
                          <a:cs typeface="Arial"/>
                        </a:rPr>
                        <a:t>Andere Formulierungen können fehlen</a:t>
                      </a:r>
                    </a:p>
                  </a:txBody>
                  <a:tcPr anchor="ctr">
                    <a:solidFill>
                      <a:srgbClr val="F5F7FA"/>
                    </a:solidFill>
                  </a:tcPr>
                </a:tc>
                <a:tc>
                  <a:txBody>
                    <a:bodyPr/>
                    <a:lstStyle/>
                    <a:p>
                      <a:r>
                        <a:rPr sz="1875" b="0">
                          <a:solidFill>
                            <a:srgbClr val="586165"/>
                          </a:solidFill>
                          <a:latin typeface="Arial"/>
                          <a:ea typeface="Arial"/>
                          <a:cs typeface="Arial"/>
                        </a:rPr>
                        <a:t>Ähnlichkeit kann fachlich unpassend sein</a:t>
                      </a:r>
                    </a:p>
                  </a:txBody>
                  <a:tcPr anchor="ctr">
                    <a:solidFill>
                      <a:srgbClr val="F5F7FA"/>
                    </a:solidFill>
                  </a:tcPr>
                </a:tc>
                <a:extLst>
                  <a:ext uri="{0D108BD9-81ED-4DB2-BD59-A6C34878D82A}">
                    <a16:rowId xmlns:a16="http://schemas.microsoft.com/office/drawing/2014/main" val="10004"/>
                  </a:ext>
                </a:extLst>
              </a:tr>
            </a:tbl>
          </a:graphicData>
        </a:graphic>
      </p:graphicFrame>
      <p:sp>
        <p:nvSpPr>
          <p:cNvPr id="1004" name="Beide Suchsignale sind für die Sensorfusion-Frage nützlich. Ihre Kombination geh">
            <a:extLst>
              <a:ext uri="{FF2B5EF4-FFF2-40B4-BE49-F238E27FC236}">
                <a16:creationId xmlns:a16="http://schemas.microsoft.com/office/drawing/2014/main" id="{128848C8-DC17-482E-941B-BBEDE657C1CE}"/>
              </a:ext>
            </a:extLst>
          </p:cNvPr>
          <p:cNvSpPr>
            <a:spLocks noGrp="1"/>
          </p:cNvSpPr>
          <p:nvPr/>
        </p:nvSpPr>
        <p:spPr>
          <a:xfrm>
            <a:off x="571500" y="5905500"/>
            <a:ext cx="11049000" cy="552450"/>
          </a:xfrm>
          <a:prstGeom prst="rect">
            <a:avLst/>
          </a:prstGeom>
          <a:noFill/>
          <a:ln w="0">
            <a:noFill/>
          </a:ln>
        </p:spPr>
        <p:txBody>
          <a:bodyPr wrap="square" lIns="0" tIns="0" rIns="0" bIns="0" anchor="t">
            <a:noAutofit/>
          </a:bodyPr>
          <a:lstStyle/>
          <a:p>
            <a:pPr algn="l">
              <a:defRPr sz="1575" b="0">
                <a:solidFill>
                  <a:srgbClr val="3D6DA8"/>
                </a:solidFill>
                <a:latin typeface="Arial"/>
                <a:ea typeface="Arial"/>
                <a:cs typeface="Arial"/>
              </a:defRPr>
            </a:pPr>
            <a:r>
              <a:rPr sz="1575" b="0">
                <a:solidFill>
                  <a:srgbClr val="3D6DA8"/>
                </a:solidFill>
                <a:latin typeface="Arial"/>
                <a:ea typeface="Arial"/>
                <a:cs typeface="Arial"/>
              </a:rPr>
              <a:t>BM25 bewertet Texttreffer anhand von Begriffshäufigkeit, Seltenheit der Begriffe und Dokumentlänge.</a:t>
            </a:r>
          </a:p>
        </p:txBody>
      </p:sp>
      <p:sp>
        <p:nvSpPr>
          <p:cNvPr id="1008" name="Anhang">
            <a:extLst>
              <a:ext uri="{FF2B5EF4-FFF2-40B4-BE49-F238E27FC236}">
                <a16:creationId xmlns:a16="http://schemas.microsoft.com/office/drawing/2014/main" id="{547FD040-8FC4-4F0F-897A-A9514C84041C}"/>
              </a:ext>
            </a:extLst>
          </p:cNvPr>
          <p:cNvSpPr>
            <a:spLocks noGrp="1"/>
          </p:cNvSpPr>
          <p:nvPr/>
        </p:nvSpPr>
        <p:spPr>
          <a:xfrm>
            <a:off x="295275" y="752475"/>
            <a:ext cx="10001250" cy="285750"/>
          </a:xfrm>
          <a:prstGeom prst="rect">
            <a:avLst/>
          </a:prstGeom>
          <a:noFill/>
          <a:ln w="0">
            <a:noFill/>
          </a:ln>
        </p:spPr>
        <p:txBody>
          <a:bodyPr wrap="square" lIns="0" tIns="0" rIns="0" bIns="0" anchor="t">
            <a:noAutofit/>
          </a:bodyPr>
          <a:lstStyle/>
          <a:p>
            <a:pPr algn="l">
              <a:defRPr sz="1500" b="0">
                <a:solidFill>
                  <a:srgbClr val="6193CD"/>
                </a:solidFill>
                <a:latin typeface="Arial"/>
                <a:ea typeface="Arial"/>
                <a:cs typeface="Arial"/>
              </a:defRPr>
            </a:pPr>
            <a:r>
              <a:rPr sz="1500" b="0">
                <a:solidFill>
                  <a:srgbClr val="6193CD"/>
                </a:solidFill>
                <a:latin typeface="Arial"/>
                <a:ea typeface="Arial"/>
                <a:cs typeface="Arial"/>
              </a:rPr>
              <a:t>Anhang</a:t>
            </a:r>
          </a:p>
        </p:txBody>
      </p:sp>
    </p:spTree>
    <p:extLst>
      <p:ext uri="{BB962C8B-B14F-4D97-AF65-F5344CB8AC3E}">
        <p14:creationId xmlns:p14="http://schemas.microsoft.com/office/powerpoint/2010/main" val="14087689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wQAMwwAAAAAAAAAAAAAIAD///////////////8AAAD///////////////8DAAAAAwD///////8DAAAAAwD///////////////////////////////////////////////////////////////////////////////////////////////////////////////////////////////////////////////////////////////////////////////////////////////////////////////////////////////////////////////////////////////////////////////////////////////////////////////////////////////////////////////////////////////////////////////////////////////////////////////////////////////////////////////////////////////////////////////////////////////8BACAA////////////////AAAO////////AwAAAAIA////////////////////////////////////////////////////////////////////////////////////////////////////////////////////////////////////////////////////////////////////////////////////////////////////////////////////////////////////////////////////////////////////////////////////////////////////////////////////////////////////////////////////////////////////////////////////////////////////////////////////////////////////////////////////////////////////////////////////////////////////////////////////////AgACAP///////wQAAAACABAAC4/XpdbdDvpCupJx+kxtLc4FAAAAAAADAAAAAwADAAAAAQADAAAAAwD///////8DAAIA////////BAAAAAMAEAALAiyLDak07kmaw748TaZwvwUAAAABAAMAAAAAAAMAAAAC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3DgAAAAAAAAAAAAD/////gwCDAAAABV9pZAAQAAAABI/XpdbdDvpCupJx+kxtLc4DRGF0YQAbAAAABExpbmtlZFNoYXBlRGF0YQAFAAAAAAACTmFtZQAZAAAATGlua2VkU2hhcGVzRGF0YVByb3BlcnR5ABBWZXJzaW9uAAAAAAAJTGFzdFdyaXRlACNclM53AQAAAAEA/////50AnQAAAAVfaWQAEAAAAAQCLIsNqTTuSZrDvjxNpnC/A0RhdGEAKgAAAAhQcmVzZW50YXRpb25TY2FubmVkRm9yTGlua2VkU2hhcGVzAAEAAk5hbWUAJAAAAExpbmtlZFNoYXBlUHJlc2VudGF0aW9uU2V0dGluZ3NEYXRhABBWZXJzaW9uAAAAAAAJTGFzdFdyaXRlAIBclM53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EE4P_STYLE_ID" val="6cd991bf-f022-4378-96e7-2c338aeb3f5a"/>
  <p:tag name="THINKCELLUNDODONOTDELETE" val="0"/>
</p:tagLst>
</file>

<file path=ppt/theme/theme1.xml><?xml version="1.0" encoding="utf-8"?>
<a:theme xmlns:a="http://schemas.openxmlformats.org/drawingml/2006/main" name="DIEHL DEFENCE">
  <a:themeElements>
    <a:clrScheme name="Diehl-AVIATION | DEFENCE">
      <a:dk1>
        <a:srgbClr val="575F62"/>
      </a:dk1>
      <a:lt1>
        <a:sysClr val="window" lastClr="FFFFFF"/>
      </a:lt1>
      <a:dk2>
        <a:srgbClr val="9A9FA1"/>
      </a:dk2>
      <a:lt2>
        <a:srgbClr val="F0F0F0"/>
      </a:lt2>
      <a:accent1>
        <a:srgbClr val="6193CD"/>
      </a:accent1>
      <a:accent2>
        <a:srgbClr val="575F62"/>
      </a:accent2>
      <a:accent3>
        <a:srgbClr val="8A8F91"/>
      </a:accent3>
      <a:accent4>
        <a:srgbClr val="BCBFC0"/>
      </a:accent4>
      <a:accent5>
        <a:srgbClr val="003C64"/>
      </a:accent5>
      <a:accent6>
        <a:srgbClr val="507896"/>
      </a:accent6>
      <a:hlink>
        <a:srgbClr val="6193CD"/>
      </a:hlink>
      <a:folHlink>
        <a:srgbClr val="575F62"/>
      </a:folHlink>
    </a:clrScheme>
    <a:fontScheme name="DIEHL">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vert="horz" lIns="72000" tIns="72000" rIns="72000" bIns="72000" rtlCol="0" anchor="ctr">
        <a:noAutofit/>
      </a:bodyPr>
      <a:lstStyle>
        <a:defPPr algn="ctr">
          <a:spcBef>
            <a:spcPts val="600"/>
          </a:spcBef>
          <a:defRPr sz="1200" dirty="0" err="1">
            <a:solidFill>
              <a:schemeClr val="bg1"/>
            </a:solidFill>
          </a:defRPr>
        </a:defPPr>
      </a:lst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400" dirty="0" smtClean="0"/>
        </a:defPPr>
      </a:lstStyle>
    </a:txDef>
  </a:objectDefaults>
  <a:extraClrSchemeLst/>
  <a:custClrLst>
    <a:custClr name="Umwelt">
      <a:srgbClr val="237369"/>
    </a:custClr>
    <a:custClr name="Infografik">
      <a:srgbClr val="E84133"/>
    </a:custClr>
  </a:custClrLst>
  <a:extLst>
    <a:ext uri="{05A4C25C-085E-4340-85A3-A5531E510DB2}">
      <thm15:themeFamily xmlns:thm15="http://schemas.microsoft.com/office/thememl/2012/main" name="Diehl-DEFENCE_Master_041224_2.potx" id="{C94548C1-0FC0-4C39-9DA8-0597E20379F0}" vid="{604AA444-15AD-452A-A09D-06A77971EE72}"/>
    </a:ext>
  </a:extLst>
</a:theme>
</file>

<file path=ppt/theme/theme2.xml><?xml version="1.0" encoding="utf-8"?>
<a:theme xmlns:a="http://schemas.openxmlformats.org/drawingml/2006/main" name="Office">
  <a:themeElements>
    <a:clrScheme name="MetallRente">
      <a:dk1>
        <a:srgbClr val="000000"/>
      </a:dk1>
      <a:lt1>
        <a:sysClr val="window" lastClr="FFFFFF"/>
      </a:lt1>
      <a:dk2>
        <a:srgbClr val="EDEDED"/>
      </a:dk2>
      <a:lt2>
        <a:srgbClr val="FFFFFF"/>
      </a:lt2>
      <a:accent1>
        <a:srgbClr val="E42313"/>
      </a:accent1>
      <a:accent2>
        <a:srgbClr val="193C61"/>
      </a:accent2>
      <a:accent3>
        <a:srgbClr val="2F52A0"/>
      </a:accent3>
      <a:accent4>
        <a:srgbClr val="4CB4E7"/>
      </a:accent4>
      <a:accent5>
        <a:srgbClr val="78B7E5"/>
      </a:accent5>
      <a:accent6>
        <a:srgbClr val="B0D0EF"/>
      </a:accent6>
      <a:hlink>
        <a:srgbClr val="2F52A0"/>
      </a:hlink>
      <a:folHlink>
        <a:srgbClr val="646464"/>
      </a:folHlink>
    </a:clrScheme>
    <a:fontScheme name="MetallRente">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MetallRente">
      <a:dk1>
        <a:srgbClr val="000000"/>
      </a:dk1>
      <a:lt1>
        <a:sysClr val="window" lastClr="FFFFFF"/>
      </a:lt1>
      <a:dk2>
        <a:srgbClr val="EDEDED"/>
      </a:dk2>
      <a:lt2>
        <a:srgbClr val="FFFFFF"/>
      </a:lt2>
      <a:accent1>
        <a:srgbClr val="E42313"/>
      </a:accent1>
      <a:accent2>
        <a:srgbClr val="193C61"/>
      </a:accent2>
      <a:accent3>
        <a:srgbClr val="2F52A0"/>
      </a:accent3>
      <a:accent4>
        <a:srgbClr val="4CB4E7"/>
      </a:accent4>
      <a:accent5>
        <a:srgbClr val="78B7E5"/>
      </a:accent5>
      <a:accent6>
        <a:srgbClr val="B0D0EF"/>
      </a:accent6>
      <a:hlink>
        <a:srgbClr val="2F52A0"/>
      </a:hlink>
      <a:folHlink>
        <a:srgbClr val="646464"/>
      </a:folHlink>
    </a:clrScheme>
    <a:fontScheme name="MetallRente">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EE2483ADA7E48409BF1E4349A295239" ma:contentTypeVersion="4" ma:contentTypeDescription="Ein neues Dokument erstellen." ma:contentTypeScope="" ma:versionID="375f8c6bccff531174758e23749a58ae">
  <xsd:schema xmlns:xsd="http://www.w3.org/2001/XMLSchema" xmlns:xs="http://www.w3.org/2001/XMLSchema" xmlns:p="http://schemas.microsoft.com/office/2006/metadata/properties" xmlns:ns2="f9df8528-aa6a-4350-b52d-a422bf192e9a" targetNamespace="http://schemas.microsoft.com/office/2006/metadata/properties" ma:root="true" ma:fieldsID="bdbd8e95c6a2fdee4d58e74c7a2e0fdf" ns2:_="">
    <xsd:import namespace="f9df8528-aa6a-4350-b52d-a422bf192e9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df8528-aa6a-4350-b52d-a422bf192e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3E18A3-2F2C-4BEB-A6E7-2F8CC087E167}">
  <ds:schemaRefs>
    <ds:schemaRef ds:uri="f9df8528-aa6a-4350-b52d-a422bf192e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FB6087D-F7AD-4E65-A922-85F9F6C39F44}">
  <ds:schemaRefs>
    <ds:schemaRef ds:uri="http://schemas.microsoft.com/sharepoint/v3/contenttype/forms"/>
  </ds:schemaRefs>
</ds:datastoreItem>
</file>

<file path=customXml/itemProps3.xml><?xml version="1.0" encoding="utf-8"?>
<ds:datastoreItem xmlns:ds="http://schemas.openxmlformats.org/officeDocument/2006/customXml" ds:itemID="{A7A33755-F4FA-47F4-902B-2112DABDAFEC}">
  <ds:schemaRefs>
    <ds:schemaRef ds:uri="f9df8528-aa6a-4350-b52d-a422bf192e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Diehl-DEFENCE_Master_041224_2</Template>
  <Application>Microsoft Office PowerPoint</Application>
  <PresentationFormat>Breitbild</PresentationFormat>
  <Slides>83</Slides>
  <Notes>74</Notes>
  <HiddenSlides>22</HiddenSlides>
  <ScaleCrop>false</ScaleCrop>
  <HeadingPairs>
    <vt:vector size="4" baseType="variant">
      <vt:variant>
        <vt:lpstr>Design</vt:lpstr>
      </vt:variant>
      <vt:variant>
        <vt:i4>1</vt:i4>
      </vt:variant>
      <vt:variant>
        <vt:lpstr>Folientitel</vt:lpstr>
      </vt:variant>
      <vt:variant>
        <vt:i4>83</vt:i4>
      </vt:variant>
    </vt:vector>
  </HeadingPairs>
  <TitlesOfParts>
    <vt:vector size="84" baseType="lpstr">
      <vt:lpstr>DIEHL DEFENCE</vt:lpstr>
      <vt:lpstr>PowerPoint-Präsentation</vt:lpstr>
      <vt:lpstr>PowerPoint-Präsentation</vt:lpstr>
      <vt:lpstr>Pilot und möglicher Ausbau</vt:lpstr>
      <vt:lpstr>PowerPoint-Präsentation</vt:lpstr>
      <vt:lpstr>PowerPoint-Präsentation</vt:lpstr>
      <vt:lpstr>Ein LLM allein ist nur der Ausgangspunkt</vt:lpstr>
      <vt:lpstr>LLM-Erweiterungen im Vergleich</vt:lpstr>
      <vt:lpstr>PowerPoint-Präsentation</vt:lpstr>
      <vt:lpstr>PowerPoint-Präsentation</vt:lpstr>
      <vt:lpstr>PowerPoint-Präsentation</vt:lpstr>
      <vt:lpstr>PowerPoint-Präsentation</vt:lpstr>
      <vt:lpstr>Operationale vs. Analytische Datenbanken</vt:lpstr>
      <vt:lpstr>PowerPoint-Präsentation</vt:lpstr>
      <vt:lpstr>PowerPoint-Präsentation</vt:lpstr>
      <vt:lpstr>PowerPoint-Präsentation</vt:lpstr>
      <vt:lpstr>PowerPoint-Präsentation</vt:lpstr>
      <vt:lpstr>PowerPoint-Präsentation</vt:lpstr>
      <vt:lpstr>PowerPoint-Präsentation</vt:lpstr>
      <vt:lpstr>Welches Muster für welches Problem </vt:lpstr>
      <vt:lpstr>Welches Muster für welches Problem </vt:lpstr>
      <vt:lpstr>No Free Lunch Theorem</vt:lpstr>
      <vt:lpstr>PowerPoint-Präsentation</vt:lpstr>
      <vt:lpstr>Die Landkarte der Integrationsmuster</vt:lpstr>
      <vt:lpstr>API basierte Integration</vt:lpstr>
      <vt:lpstr>PowerPoint-Präsentation</vt:lpstr>
      <vt:lpstr>Synchrone und asynchrone Integration</vt:lpstr>
      <vt:lpstr>PowerPoint-Präsentation</vt:lpstr>
      <vt:lpstr>PowerPoint-Präsentation</vt:lpstr>
      <vt:lpstr>PowerPoint-Präsentation</vt:lpstr>
      <vt:lpstr>Event Driven Integration</vt:lpstr>
      <vt:lpstr>PowerPoint-Präsentation</vt:lpstr>
      <vt:lpstr>PowerPoint-Präsentation</vt:lpstr>
      <vt:lpstr>Welches Muster für welches Problem </vt:lpstr>
      <vt:lpstr>Das M x N Problem</vt:lpstr>
      <vt:lpstr>Die Landkarte der Integrationsmuster</vt:lpstr>
      <vt:lpstr>PowerPoint-Präsentation</vt:lpstr>
      <vt:lpstr>PowerPoint-Präsentation</vt:lpstr>
      <vt:lpstr>PowerPoint-Präsentation</vt:lpstr>
      <vt:lpstr>PowerPoint-Präsentation</vt:lpstr>
      <vt:lpstr>Grundbaustein: Chunking</vt:lpstr>
      <vt:lpstr>RAG Komplexitätsleiter</vt:lpstr>
      <vt:lpstr>Level 1, Naive RAG</vt:lpstr>
      <vt:lpstr>Level 2, Improved RAG</vt:lpstr>
      <vt:lpstr>Level 3, Adaptive und Corrective RAG</vt:lpstr>
      <vt:lpstr>Level 4, Agentic RAG</vt:lpstr>
      <vt:lpstr>Level 5, Graph Enhanced RAG</vt:lpstr>
      <vt:lpstr>Level 6, Multi Agent RAG</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Evaluation als Kontrollschicht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Tools &amp; Function Calling</vt:lpstr>
      <vt:lpstr>Von einfachen Assistenten zu autonomen Agentensystemen</vt:lpstr>
      <vt:lpstr>Relationale Datenbanken</vt:lpstr>
      <vt:lpstr>Vektordatenbanken</vt:lpstr>
      <vt:lpstr>Graph-Datenbanken</vt:lpstr>
      <vt:lpstr>Modelle im Überblick</vt:lpstr>
      <vt:lpstr>Daten bearbeiten und zuverlässig verändern</vt:lpstr>
      <vt:lpstr>Polyglot Persistence</vt:lpstr>
      <vt:lpstr>Die Landkarte der Integrationsmuster</vt:lpstr>
      <vt:lpstr>API basierte Integration</vt:lpstr>
      <vt:lpstr>Event Driven Integration</vt:lpstr>
      <vt:lpstr>PowerPoint-Präsentation</vt:lpstr>
      <vt:lpstr>Das M x N Problem</vt:lpstr>
      <vt:lpstr>Einfaches RAG</vt:lpstr>
      <vt:lpstr>PowerPoint-Präsentation</vt:lpstr>
      <vt:lpstr>Adaptive und Corrective RAG</vt:lpstr>
      <vt:lpstr>Agentic RAG</vt:lpstr>
      <vt:lpstr>Graph Enhanced RAG</vt:lpstr>
      <vt:lpstr>Multi-Agent RAG</vt:lpstr>
      <vt:lpstr>PowerPoint-Präsentation</vt:lpstr>
    </vt:vector>
  </TitlesOfParts>
  <Manager/>
  <Company>Diehl Defence GmbH &amp; Co. KG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Monika DENKINGER</dc:creator>
  <cp:keywords/>
  <dc:description/>
  <cp:revision>48</cp:revision>
  <dcterms:created xsi:type="dcterms:W3CDTF">2025-02-04T13:35:59Z</dcterms:created>
  <dcterms:modified xsi:type="dcterms:W3CDTF">2026-09-14T06:53:20Z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0x010100BEE2483ADA7E48409BF1E4349A295239</vt:lpwstr>
  </property>
</Properties>
</file>